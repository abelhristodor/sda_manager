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2" r:id="rId4"/>
    <p:sldId id="264" r:id="rId5"/>
    <p:sldId id="26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812" y="2819400"/>
            <a:ext cx="81067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Plecaţi-vă lui Dumnezeu!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98059" y="1194137"/>
            <a:ext cx="33842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en-US" altLang="ro-RO" sz="6000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endParaRPr lang="ro-RO" altLang="ro-RO" sz="6000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Plecaţi-vă lui Dumnezeu, 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Popoare-oriunde vă găsiţi;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ni L-a dat pe Fiul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Cunoaşteţi-L şi Îi serviţi!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/>
            </a:r>
            <a:b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’nainte-I mulţumind!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ne-a făcut, nu singuri noi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când umblam noi rătăcind,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turma Lui ne-aduse-apoi.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/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5400" y="990600"/>
            <a:ext cx="6735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endParaRPr lang="ro-RO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Suntem popor sub mâna 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trup şi suflet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siguri stăm,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nu Lui, atuncea cui,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Cântarea noastră să ’nălţăm?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/>
            </a:r>
            <a:b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7" name="TextBox 6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990600"/>
            <a:ext cx="6735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endParaRPr lang="ro-RO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lumea e cuprinsul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Statornic e-n cuvânt şi har!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este-al nostru Dumnezeu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 fără de hotar!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/>
            </a:r>
            <a:b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7" name="TextBox 6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990600"/>
            <a:ext cx="6864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endParaRPr lang="ro-RO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217</TotalTime>
  <Words>110</Words>
  <Application>Microsoft PowerPoint</Application>
  <PresentationFormat>On-screen Show (4:3)</PresentationFormat>
  <Paragraphs>30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8</cp:revision>
  <dcterms:created xsi:type="dcterms:W3CDTF">2013-10-07T13:04:08Z</dcterms:created>
  <dcterms:modified xsi:type="dcterms:W3CDTF">2014-01-20T11:28:01Z</dcterms:modified>
</cp:coreProperties>
</file>