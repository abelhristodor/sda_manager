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Mi-e dor de-acas’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părintească,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Tatăl meu cel iubitor;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mă scap de grija pământească,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De-odihna Lui mi-e dor, mi-e dor…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mii de planuri am plecat de-acasă,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chiar şi un modest gând mă apasă;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toate-acum un dor mi-a mai rămas: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(:Mi-e dor de-acas’,:)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meu de-acas’!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de-acas’,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părintească,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vis mi se arată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ţară sus, cămin ceresc…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ţara păcii, veşnic luminată,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Ea-i partea mea, de ea doresc.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cum în toamnă îşi întinde-aripa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ţări ferice în zbor păsărica;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aş vrea să zbor şi tot să las.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(:Mi-e dor de-acas’,:)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meu de-acas’!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de-acas’,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părintească,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dor de-acas’,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Liman îşi cată vasul,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pârâiaşu-aleargă-n mări.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sânul mamii-adoarme copilaşul,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cat liman şi dezmierdări!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bucurie cânt şi în durere: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fum sunt toate, pier ca o părere;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toate-acum 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rămas: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(:Mi-e dor de-acas’,:)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de-acas’,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meu de-acas’!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de-acas’,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părintească,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(:Mi-e dor de-acas’!:)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6557</TotalTime>
  <Words>305</Words>
  <Application>Microsoft PowerPoint</Application>
  <PresentationFormat>On-screen Show (4:3)</PresentationFormat>
  <Paragraphs>59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1242</cp:revision>
  <dcterms:created xsi:type="dcterms:W3CDTF">2013-10-07T13:04:08Z</dcterms:created>
  <dcterms:modified xsi:type="dcterms:W3CDTF">2014-01-20T11:12:06Z</dcterms:modified>
  <cp:contentStatus>test</cp:contentStatus>
</cp:coreProperties>
</file>