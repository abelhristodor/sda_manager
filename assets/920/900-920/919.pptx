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	O, scumpă Școală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Sabat!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O, scumpă Școală de Sabat,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Oriunde mă găsesc,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tine gândul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mi-e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ndreptat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tine te doresc.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 tine-ntâi am cunoscut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Solia ce-a sosit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Betleem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S-a născut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 păcii Prinț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Și tot în tine am aflat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Cât sunt de păcătos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Și că speranța de scăpat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numai în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De-aceea noi te prețuim,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Mijloc de-nvățământ,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Tu ne-nveți uniți să fim,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spirit și-n cuvânt.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6577</TotalTime>
  <Words>107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1250</cp:revision>
  <dcterms:created xsi:type="dcterms:W3CDTF">2013-10-07T13:04:08Z</dcterms:created>
  <dcterms:modified xsi:type="dcterms:W3CDTF">2014-01-20T11:25:49Z</dcterms:modified>
  <cp:contentStatus>test</cp:contentStatus>
</cp:coreProperties>
</file>