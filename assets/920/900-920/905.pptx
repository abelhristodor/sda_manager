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Prin rugă totul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se-mplineşte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rugă totul se-mplineşte,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e nobil 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ea de-a pururi izvorăşte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voie bună şi Duh Sfânt.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mamele închină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Copilul lor lui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Dorind ca binele să 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prunc să-l apere de rău.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rugă tânăru-şi îndreaptă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Privirea către ceruri,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unde el cu dor aşteaptă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Semnul iubirii lui Isus.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biruit-a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lume plină de păcat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îndreptat-o către tronul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Dumnezeu cel îndurat.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rugă-apostolii pornit-au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împlinească lucrul 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gând şi-n cugete uniţi,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fost lumină tuturor.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afli vindecare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răni grozave şi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roagă-te fără-ncetare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Şi-astfel vei fi pe veci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6539</TotalTime>
  <Words>147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1235</cp:revision>
  <dcterms:created xsi:type="dcterms:W3CDTF">2013-10-07T13:04:08Z</dcterms:created>
  <dcterms:modified xsi:type="dcterms:W3CDTF">2014-01-20T10:57:14Z</dcterms:modified>
  <cp:contentStatus>test</cp:contentStatus>
</cp:coreProperties>
</file>