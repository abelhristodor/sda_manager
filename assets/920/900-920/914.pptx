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Fraţilor, sosit e ceasul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914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-76200"/>
            <a:ext cx="74676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Fraţilor, sosit e ceasul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să vină iar Hristos!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Revenirea-I e aproape,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Acu-i timpul priincios!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Cercaţi inimile voastre,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Orice faptă cumpăniţi!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Zvârliţi răul ce vă roade,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Şi-n credinţă fiţi uniţi!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-76200"/>
            <a:ext cx="74676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Luminaţi în întuneric,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Trăiţi dup-al Său Cuvânt,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Ca să recunoască lumea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 suntem din neamu-I sfânt!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Isus, nădejdea noastră,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Vă clădiţi ca pietre vii,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El e Dătătorul vieţii,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Noi suntem ai Săi copii!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-76200"/>
            <a:ext cx="74676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Fă ca harul Tău să cadă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Peste noi, cei adunaţi,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Peste toţi cei ce Te cheamă,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Peste noi, surori şi fraţi.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cei slabi Tu-i întăreşte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pe toţi cei osteniţi;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păcat ne curăţeşte,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Fă-ne buni şi umiliţi!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6560</TotalTime>
  <Words>152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1244</cp:revision>
  <dcterms:created xsi:type="dcterms:W3CDTF">2013-10-07T13:04:08Z</dcterms:created>
  <dcterms:modified xsi:type="dcterms:W3CDTF">2014-01-20T11:18:39Z</dcterms:modified>
  <cp:contentStatus>test</cp:contentStatus>
</cp:coreProperties>
</file>