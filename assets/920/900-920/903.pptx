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vecerniei timp frumos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vecerniei timp frumos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îmi e de drag!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e ceasul priincios,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ruga să mi-o fac.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o, ce sublim,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„Iată, vin!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venit, ruga-ţi ascult.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aici, ca să-ţi ajut.”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 de greu e-al vieţii mers,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mă va-ajuta,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păcatele mi-a şters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Murind pe Golgota! 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o, ce sublim,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„Iată, vin!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venit, ruga-ţi ascult.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aici, ca să-ţi ajut.”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mult mă-nveselesc, 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voios,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inima-mi primenesc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lauda lui Hristos.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o, ce sublim,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zice: „Iată, vin!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venit, ruga-ţi ascult.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aici, ca să-ţi ajut.”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6534</TotalTime>
  <Words>179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1234</cp:revision>
  <dcterms:created xsi:type="dcterms:W3CDTF">2013-10-07T13:04:08Z</dcterms:created>
  <dcterms:modified xsi:type="dcterms:W3CDTF">2014-01-20T10:54:58Z</dcterms:modified>
  <cp:contentStatus>test</cp:contentStatus>
</cp:coreProperties>
</file>