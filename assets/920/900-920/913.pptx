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Vezi, în nori El vine iară!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Vezi, în nori El vine iară,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 pe cruce răstignit!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Îngerii toţi se coboară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cântări urmând pe Hrist.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(:Aleluia, vine în regatul Său!:)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Orice ochi Îl vede-acuma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Glorios şi minunat,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Se-ngrozesc omorâtorii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De-acest Rege-ncoronat.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(:Disperaţi, ei văd </a:t>
            </a:r>
            <a:b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Domnu-acum venind!:)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Când pământul şi-ntreg cerul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 topesc prin trâmbiţări,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Toţi duşmanii-n faţa-I sfântă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 vor zbate-n remuşcări.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(:Judecata vine să le dea acum.:)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Slavă, cinste şi-nchinare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Fie-Ţi Ţie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Prea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lăvit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Ia-Ţi regatul în mărire,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Judecata a sosit.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(:Vino, Doamne,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ino ia-Ţi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regatul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Tău!:)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6561</TotalTime>
  <Words>139</Words>
  <Application>Microsoft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1244</cp:revision>
  <dcterms:created xsi:type="dcterms:W3CDTF">2013-10-07T13:04:08Z</dcterms:created>
  <dcterms:modified xsi:type="dcterms:W3CDTF">2014-01-20T11:17:50Z</dcterms:modified>
  <cp:contentStatus>test</cp:contentStatus>
</cp:coreProperties>
</file>