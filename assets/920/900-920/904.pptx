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	Lăsaţi lămpile acum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 ardă!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904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Lăsaţi lămpile acum să ardă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în rugă privegheaţi!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Voi, cu candela împodobită,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Isus întâmpinaţi!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Privegheaţi, Isus vă zice!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Privegheaţi, că în curând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va duce de cea parte,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pământul Său cel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0"/>
            <a:ext cx="8229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Lepădaţi plăceri şi răutate,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Satana-nfuriat,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la drumul drept vă poate-abate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nu le-aţi fi lepădat!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Privegheaţi, Isus vă zice!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Privegheaţi, că în curând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va duce de cea parte,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pământul Său cel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Rugăciuni, glas de sfântă 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chemare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Isus Îi adresaţi,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Care-n Ghetsimani în prosternare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Vă-arătă cum să luptaţi!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Privegheaţi, Isus vă zice!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Privegheaţi, că în curând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va duce de cea parte,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pământul Său cel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Privegheaţi şi ţineţi sfânta Lege,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toate s-au făcut,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când mărirea va purcede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la Cel făr’ de sfârşit!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Privegheaţi, Isus vă zice!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Privegheaţi, că în curând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va duce de cea parte,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pământul Său cel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6538</TotalTime>
  <Words>173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1235</cp:revision>
  <dcterms:created xsi:type="dcterms:W3CDTF">2013-10-07T13:04:08Z</dcterms:created>
  <dcterms:modified xsi:type="dcterms:W3CDTF">2014-01-20T10:56:23Z</dcterms:modified>
  <cp:contentStatus>test</cp:contentStatus>
</cp:coreProperties>
</file>