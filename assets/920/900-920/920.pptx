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Frumos e-al păcii sfânt sălaş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920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Frumos e-al păcii sfânt sălaş,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linişte deplină!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cer coboară armonii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raze de lumină!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Aşa va fi şi mai frumos,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Cuvinte n-am a spune,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Privind la marea de cristal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Sclipiri din altă lume…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O, scumpă zi de Sabat sfânt,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Cerească oglindire,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binecuvântată-n veci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slavă-n nemurire!</a:t>
            </a:r>
            <a:endParaRPr lang="it-IT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6578</TotalTime>
  <Words>84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1250</cp:revision>
  <dcterms:created xsi:type="dcterms:W3CDTF">2013-10-07T13:04:08Z</dcterms:created>
  <dcterms:modified xsi:type="dcterms:W3CDTF">2014-01-20T11:26:17Z</dcterms:modified>
  <cp:contentStatus>test</cp:contentStatus>
</cp:coreProperties>
</file>