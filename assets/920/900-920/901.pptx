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Varsă-Ţi marea bunătate!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901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Varsă-Ţi marea bunătate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Peste noi, cei adunaţi,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Spală-ne de răutate,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Fă-ne, Doamne, umiliţi!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Ajută ca predicarea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S-aducă rod însutit,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Dă-ne binecuvântarea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Tu ne-ai făgăduit!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901/920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Mergi cu noi, scumpe Isuse,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al nostru protector,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Hrană, viaţă, sănătate,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Ne-ai dat îndestulător.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Ajută ca predicarea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S-aducă rod însutit,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Dă-ne binecuvântarea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Tu ne-ai făgăduit!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901/920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Guvernează-ne Tu, Doamne,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 din noi un templu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ne du pe căi curate,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După veşnicu-Ţi Cuvânt!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Ajută ca predicarea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S-aducă rod însutit,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Dă-ne binecuvântarea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Tu ne-ai făgăduit!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901/920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6526</TotalTime>
  <Words>136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1232</cp:revision>
  <dcterms:created xsi:type="dcterms:W3CDTF">2013-10-07T13:04:08Z</dcterms:created>
  <dcterms:modified xsi:type="dcterms:W3CDTF">2014-01-20T10:52:23Z</dcterms:modified>
  <cp:contentStatus>test</cp:contentStatus>
</cp:coreProperties>
</file>