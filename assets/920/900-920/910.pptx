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Aş vrea să duc în lume 	pacea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910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 vrea să duc în lume pacea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 între cei ce se urăsc,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Iertare unde-i plânsă inima,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Credinţă-n cei ce se-ndoiesc!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Revarsă, Doamne, Duhul Tău bogat,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mângâi cum şi Tu m-ai mângâiat,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simtă lumea harul Tău întreg,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cei neînţeleşi să-i înţeleg!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448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 vrea să duc în lume pacea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Cuvântul plin de har dumnezeiesc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toţi cei însetaţi să poată bea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Tine, sfânt Izvor ceresc!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Revarsă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Duhul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Tău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Sfânt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Speranţe să se-aprindă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Ta s-alunge noaptea grea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toţi cei trişti să cânte slava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448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Aş vrea să duc în lume pacea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Putere celor care obosesc,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dau şi eu, ca Tine, viaţa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M-ascund în Tine, să trăiesc!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Revarsă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Duhul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Tău cel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Speranţe să se-aprindă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Ta s-alunge noaptea grea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toţi cei trişti să cânte slava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6554</TotalTime>
  <Words>206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1241</cp:revision>
  <dcterms:created xsi:type="dcterms:W3CDTF">2013-10-07T13:04:08Z</dcterms:created>
  <dcterms:modified xsi:type="dcterms:W3CDTF">2014-01-20T11:09:41Z</dcterms:modified>
  <cp:contentStatus>test</cp:contentStatus>
</cp:coreProperties>
</file>