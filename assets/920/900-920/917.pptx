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Există-o țară ca-n povești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Există-o țară ca-n povești,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Un nou pământ slăvit,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care ură nu găsești,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(:Nici om nepocăit.:)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Necaz și griji nu vin în 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Nimic întristător,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ea e soare pururea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(:Și niciodată nor.:)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Aci auzi numai cântări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laudă, nu jeliri,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Dureri nu sunt, nici defăimări,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(:Ci numai dulci vorbiri.:)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țara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pios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Trăiește progresând.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toate are cu prisos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(:Din mâna Celui Sfânt.:)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 țara veșnicei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lumini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Iubirea-a biruit.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Măriri și banii nu au preț,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(:Ci omul nou, sfințit.:)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Cel umilit e rege-n ea,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Aci nu-s prigoniri.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blând se-ncinge cu puteri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(:Dar fără sângiuiri.:)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Mărirea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blândului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nspiră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popor.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pace toţi uniţi, nespus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(:Slăvesc pe Domnul lor.:)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Cel obosit găsește-aci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Sălaș, repaus divin,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Și-n veșnic trai sfânt,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(:Se schimbă-al vieţii chin.:)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 ţară, scump Eden ceresc,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Ce-n bunătăţi abunzi,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 timp mă lași să te doresc,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(:Cât timp te mai ascunzi?:)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6575</TotalTime>
  <Words>254</Words>
  <Application>Microsoft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1248</cp:revision>
  <dcterms:created xsi:type="dcterms:W3CDTF">2013-10-07T13:04:08Z</dcterms:created>
  <dcterms:modified xsi:type="dcterms:W3CDTF">2014-01-20T11:23:42Z</dcterms:modified>
  <cp:contentStatus>test</cp:contentStatus>
</cp:coreProperties>
</file>