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73" r:id="rId3"/>
    <p:sldId id="274" r:id="rId4"/>
    <p:sldId id="275" r:id="rId5"/>
    <p:sldId id="276" r:id="rId6"/>
    <p:sldId id="277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Ziua cea mare </a:t>
            </a:r>
            <a:b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e aşa de-aproape!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915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Când ziua cea mare e atât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de-aproape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Cum poţi să dormi, moştenitor ceresc?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Scoală curând, armătura ţi-o pune,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ieşi să-ntâmpini cortejul regesc!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915/920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-76200"/>
            <a:ext cx="87630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Fiu al luminii, de ce să mai pregeţi?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Cât te îmbie divinul Isus!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Deci scoală grabnic, căci Mirele vine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Înconjurat de îngerii de 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915/920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-76200"/>
            <a:ext cx="87630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Vezi cum suspină o lume pierdută,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Geme de teama de ce va urma…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I-auzi, se-aude al cerului vuiet,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Grăbeşte,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vino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nu ezita!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915/920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-76200"/>
            <a:ext cx="87630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Fugi de dorinţele lumii deşarte,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Ca fumu-n aer se pierd, ca un vânt,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Rupe cătuşa ce vrerea-ţi desparte,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Biruie fiara cea de pe pământ.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915/920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8298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3800" b="1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3600" smtClean="0">
                <a:solidFill>
                  <a:schemeClr val="bg1"/>
                </a:solidFill>
                <a:latin typeface="Georgia" pitchFamily="18" charset="0"/>
              </a:rPr>
              <a:t>Păstrează-ţi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ochiul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numai</a:t>
            </a:r>
            <a:r>
              <a:rPr lang="ro-RO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pentru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Domnul,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Aşteaptă gloria Celui Preamărit.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Vezi cum străluce lumina pe dealuri,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Încă puţin şi vei fi mântuit!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915/920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6565</TotalTime>
  <Words>176</Words>
  <Application>Microsoft PowerPoint</Application>
  <PresentationFormat>On-screen Show (4:3)</PresentationFormat>
  <Paragraphs>32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1246</cp:revision>
  <dcterms:created xsi:type="dcterms:W3CDTF">2013-10-07T13:04:08Z</dcterms:created>
  <dcterms:modified xsi:type="dcterms:W3CDTF">2014-01-20T11:20:35Z</dcterms:modified>
  <cp:contentStatus>test</cp:contentStatus>
</cp:coreProperties>
</file>