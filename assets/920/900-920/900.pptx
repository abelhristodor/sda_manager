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Vin’, Izvor de viaţă sfântă!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900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Vin’, Izvor de viaţă sfântă,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revarsă-n al meu piept,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Stinge tot ce mă frământă,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vino, căci Te-aştept!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Adu-mi, Doamne, bucuria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De-a-Ţi cânta victorios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trăi vestind solia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Revederii cu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pătruns de-a Ta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Mi-amintesc ce-Ţi sunt dator,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Dintr-o tainică pornire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Ţi-nchin totu-n viitor!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Inima de-acum a Ta 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în ea e totul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Curăţ-o, dintr-însa taie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nu-i pe placul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6525</TotalTime>
  <Words>117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1230</cp:revision>
  <dcterms:created xsi:type="dcterms:W3CDTF">2013-10-07T13:04:08Z</dcterms:created>
  <dcterms:modified xsi:type="dcterms:W3CDTF">2014-01-20T10:51:25Z</dcterms:modified>
  <cp:contentStatus>test</cp:contentStatus>
</cp:coreProperties>
</file>