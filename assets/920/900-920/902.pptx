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3" r:id="rId3"/>
    <p:sldId id="274" r:id="rId4"/>
    <p:sldId id="275" r:id="rId5"/>
    <p:sldId id="276" r:id="rId6"/>
    <p:sldId id="277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Ah, Doamne,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ia din pieptul meu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902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Ah, Doamne, ia din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pieptulmeu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Ia-mi pofta rea şi gândul rău.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 dă-mi Tu cu prisos,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m-asemăn lui Hristos!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Tine când mă las condus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totul când Îţi sunt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supus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Tu eşti mai mult mărit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eu mă simt mai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 inimă curată-mi dă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plin de Spirit Sfânt mă fă,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voia Ta să-ndeplinesc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etern să Te servesc!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Credinţa-ajută-mi să păstrez,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drumul sfânt să Te urmez;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orice timp şi-n orice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să nu dau ’napoi deloc!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bunul lucru început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Deplin să fie-n noi făcut;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oameni noi pe-un nou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să putem fi, Tată sfânt!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6532</TotalTime>
  <Words>161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1233</cp:revision>
  <dcterms:created xsi:type="dcterms:W3CDTF">2013-10-07T13:04:08Z</dcterms:created>
  <dcterms:modified xsi:type="dcterms:W3CDTF">2014-01-20T10:53:58Z</dcterms:modified>
  <cp:contentStatus>test</cp:contentStatus>
</cp:coreProperties>
</file>