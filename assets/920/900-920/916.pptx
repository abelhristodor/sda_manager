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suflete-al meu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916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239"/>
            <a:ext cx="86106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O suflete-al meu, ce mult ai greșit!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Și tot urmezi drumul tău?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Ori tu n-ai dorință de mântuit,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Spre Isus îndreptând pasul tău?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îndreptând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pasul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5239"/>
            <a:ext cx="8610600" cy="4308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Rămas-ai tu oare în cele vechi?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Și timp de întors nu găsești?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La-ndemnul de sus oare tu n-ai urechi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s-asculți, viața să-ți mântuiești?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îndreptând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pasul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"/>
            <a:ext cx="9144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Isus muri pentru cel păcătos, 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Vărsându-Și sânge prețios!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Deci și tu grăbește să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scapi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de-orice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Că-n curând vine iar Domnul tău.</a:t>
            </a: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Spre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Isus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îndreptând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pasul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3800" dirty="0" smtClean="0">
                <a:solidFill>
                  <a:schemeClr val="bg1"/>
                </a:solidFill>
                <a:latin typeface="Georgia" pitchFamily="18" charset="0"/>
              </a:rPr>
              <a:t>tău</a:t>
            </a:r>
            <a:r>
              <a:rPr lang="en-US" altLang="ro-RO" sz="3800" dirty="0" smtClean="0">
                <a:solidFill>
                  <a:schemeClr val="bg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6570</TotalTime>
  <Words>148</Words>
  <Application>Microsoft PowerPoint</Application>
  <PresentationFormat>On-screen Show (4:3)</PresentationFormat>
  <Paragraphs>29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1247</cp:revision>
  <dcterms:created xsi:type="dcterms:W3CDTF">2013-10-07T13:04:08Z</dcterms:created>
  <dcterms:modified xsi:type="dcterms:W3CDTF">2014-01-20T11:21:34Z</dcterms:modified>
  <cp:contentStatus>test</cp:contentStatus>
</cp:coreProperties>
</file>