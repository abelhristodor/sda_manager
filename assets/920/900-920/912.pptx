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3" r:id="rId3"/>
    <p:sldId id="274" r:id="rId4"/>
    <p:sldId id="275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Domnu-n curând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912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753600" cy="6524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Domnu-n curând Se coboară pe nor,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Ca să-Şi adune pe al Său popor,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Ce-a aşteptat răsplătiri de nespus,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După cum promis-a la toţi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dirty="0" smtClean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Domnul Isus!</a:t>
            </a: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Tare răsună pe-acest pământ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Vestea că Domnul da, vine-n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curând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!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Azi toţi să strige cu dor şi avânt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:</a:t>
            </a:r>
            <a:endParaRPr lang="ro-RO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„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Vino, Doamne, să ne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iei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</a:p>
          <a:p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                   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cu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Tine-n curând!”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912/920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753600" cy="594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Sori, lună, stele, cu toate vestesc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Că în curând vine Prinţul ceresc,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Pe tot pământul e doară suspin,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Iar cei răi curajul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pierd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sunt 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doar 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în</a:t>
            </a:r>
            <a:r>
              <a:rPr lang="ro-RO" altLang="ro-RO" sz="36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chin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.</a:t>
            </a: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Tare răsună pe-acest pământ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Vestea că Domnul da, vine-n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curând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!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Azi toţi să strige cu dor şi avânt: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„Vino, Doamne, să ne iei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dirty="0" smtClean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cu Tine-n curând!”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912/920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906000" cy="594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Dar pentru drepţi bucurii se vestesc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cu mult dor ei spre ceruri privesc!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Fiţi pregătiţi într-un spirit şi-un gând,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Căci Isus pe-acest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pământ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coboară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curând!</a:t>
            </a: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Tare răsună pe-acest pământ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Vestea că Domnul da, </a:t>
            </a:r>
            <a:r>
              <a:rPr lang="vi-VN" altLang="ro-RO" sz="3800" smtClean="0">
                <a:solidFill>
                  <a:schemeClr val="bg1"/>
                </a:solidFill>
                <a:latin typeface="Georgia" pitchFamily="18" charset="0"/>
              </a:rPr>
              <a:t>vine-n </a:t>
            </a:r>
            <a:r>
              <a:rPr lang="vi-VN" altLang="ro-RO" sz="3800" smtClean="0">
                <a:solidFill>
                  <a:schemeClr val="bg1"/>
                </a:solidFill>
                <a:latin typeface="Georgia" pitchFamily="18" charset="0"/>
              </a:rPr>
              <a:t>curând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!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Azi toţi să strige cu dor şi avânt: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„Vino, Doamne, să ne iei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dirty="0" smtClean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cu Tine-n curând!”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912/920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6561</TotalTime>
  <Words>173</Words>
  <Application>Microsoft PowerPoint</Application>
  <PresentationFormat>On-screen Show (4:3)</PresentationFormat>
  <Paragraphs>39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1243</cp:revision>
  <dcterms:created xsi:type="dcterms:W3CDTF">2013-10-07T13:04:08Z</dcterms:created>
  <dcterms:modified xsi:type="dcterms:W3CDTF">2014-01-20T11:15:39Z</dcterms:modified>
  <cp:contentStatus>test</cp:contentStatus>
</cp:coreProperties>
</file>