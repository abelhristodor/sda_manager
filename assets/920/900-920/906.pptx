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handoutMasterIdLst>
    <p:handoutMasterId r:id="rId10"/>
  </p:handoutMasterIdLst>
  <p:sldIdLst>
    <p:sldId id="257" r:id="rId2"/>
    <p:sldId id="273" r:id="rId3"/>
    <p:sldId id="274" r:id="rId4"/>
    <p:sldId id="275" r:id="rId5"/>
    <p:sldId id="277" r:id="rId6"/>
    <p:sldId id="276" r:id="rId7"/>
    <p:sldId id="278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1/20/2014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1/20/2014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Agăţat de sfânta cruce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906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524000" y="0"/>
            <a:ext cx="76200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Agăţat de sfânta cruce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Deznădejdii cătam leac,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Ca-n păcat să nu m-apuce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Rob duşmanul cel din veac!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 puteam şti cum se face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Că-ndoiala tot venea: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Ruga nu-mi aducea pace,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Ci zadarnică părea.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906/920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524000" y="0"/>
            <a:ext cx="7620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Ai răbdare! Nu-n zadar 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la cruce cazi zdrobit: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Domnu-aude Şi-ţi răspunde,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Dându-ţi pacea negreşit!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906/920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524000" y="0"/>
            <a:ext cx="76200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N-am rămas mult lângă cruce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Chinuit de îndoieli: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Prin credinţă îţi aduce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Isus scumpe mângâieri.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mai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cânt eu cu tristeţe,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de cruce azi m-agăţ: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Crucea poate să mă-nveţe,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Ca-n Isus să mă răsfăţ!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906/920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524000" y="0"/>
            <a:ext cx="7620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Ai răbdare! Nu-n zadar 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la cruce cazi zdrobit: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Domnu-aude Şi-ţi răspunde,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Dându-ţi pacea negreşit!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906/920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524000" y="0"/>
            <a:ext cx="76200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Sub povară fără tihnă,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fricos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mă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îndoiam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Eu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grăbit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cătam odihnă,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Pacea nu o cunoşteam.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Dar azi ştiu ce fel se face,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Că-ndoiala-i ia pe-ăi drepţi: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Domnu-oricând ţi-aduce pace,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De-ai răbdare să-L aştepţi!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906/920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524000" y="0"/>
            <a:ext cx="7620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Ai răbdare! Nu-n zadar 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la cruce cazi zdrobit: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Domnu-aude Şi-ţi răspunde,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Dându-ţi pacea negreşit!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906/920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6544</TotalTime>
  <Words>226</Words>
  <Application>Microsoft PowerPoint</Application>
  <PresentationFormat>On-screen Show (4:3)</PresentationFormat>
  <Paragraphs>50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Imnuri noi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1237</cp:revision>
  <dcterms:created xsi:type="dcterms:W3CDTF">2013-10-07T13:04:08Z</dcterms:created>
  <dcterms:modified xsi:type="dcterms:W3CDTF">2014-01-20T11:01:15Z</dcterms:modified>
  <cp:contentStatus>test</cp:contentStatus>
</cp:coreProperties>
</file>