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n-aş avea în Domnul mângâiere…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n-aş avea în 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mângâiere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Aici, în a durerii tristă vale,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mi-ar da putere,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 scăpare!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noaptea lumii,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rătăcind,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m-aş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pierde,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 oriunde-aş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şi-aş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n-aş găsi iubire-aşa deplină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a Sa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820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De-aceea-Ţi mulţumesc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                              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Tu 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legământ,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membru m-ai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Ta obşte,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trupu-Ţi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Legea Ta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umblu,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vei veni Tu iarăşi în mărire: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voi fi cu Tine pe vecie,</a:t>
            </a: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     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6548</TotalTime>
  <Words>149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1238</cp:revision>
  <dcterms:created xsi:type="dcterms:W3CDTF">2013-10-07T13:04:08Z</dcterms:created>
  <dcterms:modified xsi:type="dcterms:W3CDTF">2014-01-20T11:04:52Z</dcterms:modified>
  <cp:contentStatus>test</cp:contentStatus>
</cp:coreProperties>
</file>