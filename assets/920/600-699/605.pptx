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scurtă-mi pare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 Domnului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12442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scurtă-mi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pare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Domnului zi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mângâiere am simţit!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sus, din cer, din ţara nevăzută,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dulce pregustare am primit.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12442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Tău Sfânt Spirit,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mi-L lasă,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conducă pe-al dreptăţii drum;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Vrăjmaşul crunt să nu mă amăgească,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veni la părintescu-Ţi sân…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12442"/>
            <a:ext cx="8915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milă,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Pe-ai Tăi copii plecând la casa lor!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Locaşuri noi în ceruri le păstrează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vei veni curând, pe albul nor!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4056</TotalTime>
  <Words>90</Words>
  <Application>Microsoft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789</cp:revision>
  <dcterms:created xsi:type="dcterms:W3CDTF">2013-10-07T13:04:08Z</dcterms:created>
  <dcterms:modified xsi:type="dcterms:W3CDTF">2013-12-16T11:38:10Z</dcterms:modified>
  <cp:contentStatus>test</cp:contentStatus>
</cp:coreProperties>
</file>