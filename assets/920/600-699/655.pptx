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Pierdută-n umbra morţii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Pierdută-n umbra morţii,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 rătăcea,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când Nădejdea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vieţii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cruce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stingea…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Dorind în noi să nască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slavei Paradis,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ca jertfă sfântă,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tătea-ntre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şi-abis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S-a dezbrăcat de slavă,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lumii Creator,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trupul frânt pe cruce,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Robul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tuturor…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mila-I ne-nţeleasă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ăsună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veac: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„O, iartă-i, sfinte Tată,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nu ştiu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Iubirea răstignită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suflet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azi, la Cina sfântă,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nepătruns,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mila ce se pleacă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rugăciunea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dragostea supremă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voi cina!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655/920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4421</TotalTime>
  <Words>145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861</cp:revision>
  <dcterms:created xsi:type="dcterms:W3CDTF">2013-10-07T13:04:08Z</dcterms:created>
  <dcterms:modified xsi:type="dcterms:W3CDTF">2013-12-20T10:32:11Z</dcterms:modified>
  <cp:contentStatus>test</cp:contentStatus>
</cp:coreProperties>
</file>