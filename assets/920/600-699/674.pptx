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nume scump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nume scump şi dulce este mama,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ochii ei privesc spre Dumnezeu…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Abia acum, târziu, îmi pot da seama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multe flori a pus în jurul meu…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Împovărat, mergând 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vieţii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 mi-ndrept şi lacrimă, şi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n-am să uit cântarea tinereţii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Şoptită-n graiul mamei, iubitor.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Nu-mi pot rosti iubirea în cuvinte;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dragul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mi-s gândurile flori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parcă simt cum inima-i fierbinte,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roagă iar, ca de atâtea ori…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 scump, din ruga mamei mele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 vrea să faci un cântec minunat,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Ţi-l cântăm la poarta dintre stele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unui nou Eden, răscumpărat!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4575</TotalTime>
  <Words>149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882</cp:revision>
  <dcterms:created xsi:type="dcterms:W3CDTF">2013-10-07T13:04:08Z</dcterms:created>
  <dcterms:modified xsi:type="dcterms:W3CDTF">2013-12-20T10:59:44Z</dcterms:modified>
  <cp:contentStatus>test</cp:contentStatus>
</cp:coreProperties>
</file>