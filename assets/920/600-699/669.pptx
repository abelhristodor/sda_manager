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2" r:id="rId3"/>
    <p:sldId id="273" r:id="rId4"/>
    <p:sldId id="274" r:id="rId5"/>
    <p:sldId id="275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Revarsă, Doamne, </a:t>
            </a:r>
            <a:b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pace şi iubire!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669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Revarsă, Doamne, pace şi iubire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 fiecare casă de creştin,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vieţuim în bună învoire,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Sub strălucirea unui cer senin!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În fiecare inimă să bată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Iubire, har şi adevăr divin,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fie, prin puterea-Ţi minunată,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 colţ de paradis orice cămin!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0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Alungă tot ce încă ne mai doare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egoismul firii omeneşti…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dă un duh de pace şi iertare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în iubirea Ta să ne uneşti!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Îţi mulţumim că Tu ne-ai dat familii,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Îţi mulţumim că ne simţim iubiţi!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Rămâi cu noi şi-n ziua mântuirii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Părinţi, copii să-Ţi cânte fericiţi!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669/920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4561</TotalTime>
  <Words>137</Words>
  <Application>Microsoft PowerPoint</Application>
  <PresentationFormat>On-screen Show (4:3)</PresentationFormat>
  <Paragraphs>26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877</cp:revision>
  <dcterms:created xsi:type="dcterms:W3CDTF">2013-10-07T13:04:08Z</dcterms:created>
  <dcterms:modified xsi:type="dcterms:W3CDTF">2013-12-20T10:52:25Z</dcterms:modified>
  <cp:contentStatus>test</cp:contentStatus>
</cp:coreProperties>
</file>