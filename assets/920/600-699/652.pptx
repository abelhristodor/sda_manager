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Scump Isuse, fă-ne azi!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652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Scump Isuse, fă-ne azi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simţim iubirea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n-o putem uita,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să umblăm în ea: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iubire toţi să fim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ca fraţii să trăim.</a:t>
            </a:r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Fă ca şi acest sfânt act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chiar Tu l-ai întocmit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ne-aducă-aminte azi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de mult Te-ai umilit: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serv, pe servi, plecat,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picioare ai spălat…</a:t>
            </a:r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0"/>
            <a:ext cx="7696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Toate-n cer şi pe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 fost date lui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trăi în veci cu El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cel drept credincios.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la fel de umilit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şi El va fi mărit!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4341</TotalTime>
  <Words>127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851</cp:revision>
  <dcterms:created xsi:type="dcterms:W3CDTF">2013-10-07T13:04:08Z</dcterms:created>
  <dcterms:modified xsi:type="dcterms:W3CDTF">2013-12-20T10:23:33Z</dcterms:modified>
  <cp:contentStatus>test</cp:contentStatus>
</cp:coreProperties>
</file>