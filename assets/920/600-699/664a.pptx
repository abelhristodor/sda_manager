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7" r:id="rId2"/>
    <p:sldId id="271" r:id="rId3"/>
    <p:sldId id="272" r:id="rId4"/>
    <p:sldId id="273" r:id="rId5"/>
    <p:sldId id="274" r:id="rId6"/>
    <p:sldId id="275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12/20/2013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12/20/2013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Ţi-aducem,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Doamne-ace</a:t>
            </a:r>
            <a:r>
              <a:rPr lang="ro-RO" altLang="ro-RO" sz="4800" b="1" smtClean="0">
                <a:solidFill>
                  <a:schemeClr val="bg1"/>
                </a:solidFill>
                <a:latin typeface="Georgia" pitchFamily="18" charset="0"/>
              </a:rPr>
              <a:t>st</a:t>
            </a:r>
            <a:r>
              <a:rPr lang="vi-VN" altLang="ro-RO" sz="4800" b="1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copi</a:t>
            </a:r>
            <a:r>
              <a:rPr lang="ro-RO" altLang="ro-RO" sz="4800" b="1" dirty="0" smtClean="0">
                <a:solidFill>
                  <a:schemeClr val="bg1"/>
                </a:solidFill>
                <a:latin typeface="Georgia" pitchFamily="18" charset="0"/>
              </a:rPr>
              <a:t>l</a:t>
            </a: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!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664a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0"/>
            <a:ext cx="8534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Ţi-aducem, Doamne-acest copil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Să-l binecuvântezi,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mâna Ta un cer senin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Deasupra lui s-aşezi! 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664a/920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0"/>
            <a:ext cx="8534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Păstrează-l Tu, în grija 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crească-n har mereu,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Curat, cu toată inima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Iubind pe Dumnezeu!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664a/920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0"/>
            <a:ext cx="8534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I-ndreaptă ochii către cer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Să-nvingă lumea rea,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Să-nveţe-al dragostei mister,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Tine-a Te urma!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664a/920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0"/>
            <a:ext cx="8534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Trimite, Doamne, îngeri buni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Să-l poarte, iubitor,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cerul plin de mari minuni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fii al lui Păstor!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664a/920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0"/>
            <a:ext cx="8534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5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Cu binecuvântarea Ta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Zideşte-ne deplin,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fim, când Tu ne vei chema,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Tine-n veci! Amin.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664a/920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4549</TotalTime>
  <Words>133</Words>
  <Application>Microsoft PowerPoint</Application>
  <PresentationFormat>On-screen Show (4:3)</PresentationFormat>
  <Paragraphs>32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Imnuri noi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871</cp:revision>
  <dcterms:created xsi:type="dcterms:W3CDTF">2013-10-07T13:04:08Z</dcterms:created>
  <dcterms:modified xsi:type="dcterms:W3CDTF">2013-12-20T10:44:58Z</dcterms:modified>
  <cp:contentStatus>test</cp:contentStatus>
</cp:coreProperties>
</file>