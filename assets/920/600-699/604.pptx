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Bine-ai venit, Sabat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12442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Bine-ai venit,Sabat binecuvântat,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pacea ta, peste cel împovărat!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 larg, spre slavă, porţi cereşti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spre Hristos să mă călăuzeşti!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12442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alungă tot ce e trecător,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Ia-mi de pe umeri poverile ce dor!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pacea Ta, în sufletu-mi trudit,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mă-nveţi cum pot fi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8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’nalţ peste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    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Te-ntâlnesc, preaiubitul meu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Îmbracă-mă-n veşmântul alb,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pot cânta un cântec de Sabat.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Scumpe Isus, trâmbiţează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vom serba Sabat nou,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n-or mai fi nici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lacrimi,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mormânt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niciun rău pe muntele cel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4056</TotalTime>
  <Words>158</Words>
  <Application>Microsoft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788</cp:revision>
  <dcterms:created xsi:type="dcterms:W3CDTF">2013-10-07T13:04:08Z</dcterms:created>
  <dcterms:modified xsi:type="dcterms:W3CDTF">2013-12-16T11:36:30Z</dcterms:modified>
  <cp:contentStatus>test</cp:contentStatus>
</cp:coreProperties>
</file>