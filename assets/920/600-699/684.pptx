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2" r:id="rId3"/>
    <p:sldId id="273" r:id="rId4"/>
    <p:sldId id="274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12/24/2013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12/24/2013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Ziua trece uşor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684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304800"/>
            <a:ext cx="8458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indent="-742950">
              <a:buAutoNum type="arabicPeriod"/>
            </a:pP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Ziua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trece uşor,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pPr marL="742950" indent="-742950"/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tele-n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cer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aprind,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Rândunele-n cuibul lor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aşază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ciripind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Rugăciuni, glas de dor,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foc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-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nteţesc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se ’nalţă uşor,</a:t>
            </a:r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ân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’ la tronul ceresc.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684/920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Întunericul greu,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oaptea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rece-a venit,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Isus e-n pieptul meu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tristeţea-a risipit…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Focul Tău, Doamne sfânt,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străpuns noaptea grea,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Liniştind, încălzind,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L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uminând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viaţa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684/920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Liniştit, poţi vedea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âtă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pace-i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sub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zări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se-aprinde doar o stea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e-ale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rugilor cărări…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Harul Tău, Tată sfânt,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implor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să-mi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trimiţi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trăiesc, luminând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entru cei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rătăciţi!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684/920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4627</TotalTime>
  <Words>94</Words>
  <Application>Microsoft PowerPoint</Application>
  <PresentationFormat>On-screen Show (4:3)</PresentationFormat>
  <Paragraphs>30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894</cp:revision>
  <dcterms:created xsi:type="dcterms:W3CDTF">2013-10-07T13:04:08Z</dcterms:created>
  <dcterms:modified xsi:type="dcterms:W3CDTF">2013-12-24T10:42:33Z</dcterms:modified>
  <cp:contentStatus>test</cp:contentStatus>
</cp:coreProperties>
</file>