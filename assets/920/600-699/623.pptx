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Tatăl nostru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cel din ceruri!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Tatăl nostru cel din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aici ne-am adunat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Spre-a-Ţi aduce ruga noastră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Isus cel adorat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rgbClr val="FFDD4B"/>
                </a:solidFill>
                <a:latin typeface="Georgia" pitchFamily="18" charset="0"/>
              </a:rPr>
              <a:t>R: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binecuvântează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păzeşte-ne pe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 să cadă-n abundenţă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Ploaia Spiritului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Curăţeşte viaţa noastră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păcat, de orice rău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rgbClr val="FFDD4B"/>
                </a:solidFill>
                <a:latin typeface="Georgia" pitchFamily="18" charset="0"/>
              </a:rPr>
              <a:t>R: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binecuvântează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păzeşte-ne pe noi!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Fi-ne, Doamne, scut, povaţă,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 sfântul Tău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Luminează calea noastră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vom sta pe-acest pământ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rgbClr val="FFDD4B"/>
                </a:solidFill>
                <a:latin typeface="Georgia" pitchFamily="18" charset="0"/>
              </a:rPr>
              <a:t>R: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binecuvântează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păzeşte-ne pe noi!</a:t>
            </a:r>
            <a:endParaRPr lang="vi-VN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4102</TotalTime>
  <Words>112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807</cp:revision>
  <dcterms:created xsi:type="dcterms:W3CDTF">2013-10-07T13:04:08Z</dcterms:created>
  <dcterms:modified xsi:type="dcterms:W3CDTF">2013-12-16T12:39:31Z</dcterms:modified>
  <cp:contentStatus>test</cp:contentStatus>
</cp:coreProperties>
</file>