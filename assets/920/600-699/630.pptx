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Aşteptăm cu dor momentul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6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Aşteptăm cu dor momentul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Isus iar să venim,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din gura Lui măiastră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Sfaturi bune să primim.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 ca-nvăţătura noastră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nu fie în zadar,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Scrie-ne vorbirea-Ţi sfântă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al inimii altar!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6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L-ale Domnului picioare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cu drag ne-am aşezat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S-ascultăm rostirea-I dulce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Despre harul minunat.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ne-nvaţă, scump Isuse,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putem fi mântuiţi,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putem obţine viaţa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Celor sfinţi şi fericiţi.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6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Pune foc, pune iubire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puternicu-Ţi cuvânt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cu forţă neînvinsă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lucreze-n noi avânt.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păstrăm şi noi întruna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ne-ai spus Tu arzător,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dăm şi-altora de ştire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Tu eşti al vieţii-Izvor.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4115</TotalTime>
  <Words>135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814</cp:revision>
  <dcterms:created xsi:type="dcterms:W3CDTF">2013-10-07T13:04:08Z</dcterms:created>
  <dcterms:modified xsi:type="dcterms:W3CDTF">2013-12-16T13:02:47Z</dcterms:modified>
  <cp:contentStatus>test</cp:contentStatus>
</cp:coreProperties>
</file>