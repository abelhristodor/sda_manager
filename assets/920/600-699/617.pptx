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Pe Dumnezeu rugaţi!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617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536"/>
            <a:ext cx="7543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 Dumnezeu rugaţi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suflet cu tărie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ne dea şi azi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Duh Sfânt în bogăţie!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Aici şi-n orice loc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veci cu El să fim,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Poveţe să ne dea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voia-I să-mplinim.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536"/>
            <a:ext cx="7543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 Dumnezeu rugaţi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fim păziţi de rele,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Fiul Său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iubit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Păcatul să ni-l spele.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vie în curând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Împărăţia Sa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pe pământul nou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Sălaşuri să ne dea.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536"/>
            <a:ext cx="7543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Cuvânt, Tu de ne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Avem înţelepciune,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vrei să ne conduci,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Păşim pe drumuri bune.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eşti vindecător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orice rană rea;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Pe-ai Tăi închinători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moarte-i poţi scăpa.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536"/>
            <a:ext cx="7543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Sfinţeşte-ne acum,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haru-Ţi ne-ocroteşte,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orice spirit rău,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tot ce ne mânjeşte!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foc din tronu-Ţi sfânt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foc aprinde-n noi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veşnic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luminaţi</a:t>
            </a:r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fim urmaşii Tăi!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4084</TotalTime>
  <Words>174</Words>
  <Application>Microsoft PowerPoint</Application>
  <PresentationFormat>On-screen Show (4:3)</PresentationFormat>
  <Paragraphs>42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801</cp:revision>
  <dcterms:created xsi:type="dcterms:W3CDTF">2013-10-07T13:04:08Z</dcterms:created>
  <dcterms:modified xsi:type="dcterms:W3CDTF">2013-12-16T12:31:02Z</dcterms:modified>
  <cp:contentStatus>test</cp:contentStatus>
</cp:coreProperties>
</file>