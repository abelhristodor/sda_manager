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1" r:id="rId3"/>
    <p:sldId id="272" r:id="rId4"/>
    <p:sldId id="273" r:id="rId5"/>
    <p:sldId id="274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Îţi închinăm locaşul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662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închinăm locaşul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l-am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zidit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Părinte-al veşniciei şi Tată preaiubit!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fie casa păcii şi-a mântuirii stea,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plin de îndurare să locuieşti în 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Primeşte Tu locaşul,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Isuse,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ai creat Edenul şi dorul de senin,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Tu, Rege al iubirii, spre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apleci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inimile noastre să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locuieşti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veci!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Sfinţeşte Tu, locaşul,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Spirit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 divin,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Ţi-aducem mulţumire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dar,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primim;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noastră mângâiere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lume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eşti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Tu,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Ta să fie casa,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R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ămâi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ne condu!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Îţi consacrăm locaşul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 noi avem,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Dumnezeul nostru,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Ţie ne predăm;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calea către ceruri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vem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singur dor: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Să-Ţi pregătim mireasă,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U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credincios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popor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4440</TotalTime>
  <Words>144</Words>
  <Application>Microsoft PowerPoint</Application>
  <PresentationFormat>On-screen Show (4:3)</PresentationFormat>
  <Paragraphs>36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868</cp:revision>
  <dcterms:created xsi:type="dcterms:W3CDTF">2013-10-07T13:04:08Z</dcterms:created>
  <dcterms:modified xsi:type="dcterms:W3CDTF">2013-12-20T10:42:41Z</dcterms:modified>
  <cp:contentStatus>test</cp:contentStatus>
</cp:coreProperties>
</file>