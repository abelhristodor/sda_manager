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0" r:id="rId3"/>
    <p:sldId id="271" r:id="rId4"/>
    <p:sldId id="27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12/20/2013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12/20/2013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Clipe solemne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653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0"/>
            <a:ext cx="8534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Clipe solemne astăzi ne-amintesc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Jertfa divină dată pe Calvar,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Preţul plătit de Regele ceresc,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Golgota, culme şi-al iubirii far.</a:t>
            </a:r>
            <a:endParaRPr lang="pt-BR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653/920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0"/>
            <a:ext cx="8534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Clipe solemne astăzi ne vorbesc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Firea cea veche să ne-o răstignim,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Răul din inimi, tot ce-i pământesc,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Piară pe veci şi-n pace să trăim!</a:t>
            </a:r>
            <a:endParaRPr lang="pt-BR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653/920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0"/>
            <a:ext cx="8534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Haina dreptăţii dată de Isus,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Albă ca neaua, s-o păstrez mereu;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Legii divine vreau să-i fiu supus,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Vreau să rămân un fiu de Dumnezeu!</a:t>
            </a:r>
            <a:endParaRPr lang="pt-BR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653/920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4403</TotalTime>
  <Words>102</Words>
  <Application>Microsoft PowerPoint</Application>
  <PresentationFormat>On-screen Show (4:3)</PresentationFormat>
  <Paragraphs>20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858</cp:revision>
  <dcterms:created xsi:type="dcterms:W3CDTF">2013-10-07T13:04:08Z</dcterms:created>
  <dcterms:modified xsi:type="dcterms:W3CDTF">2013-12-20T10:24:05Z</dcterms:modified>
  <cp:contentStatus>test</cp:contentStatus>
</cp:coreProperties>
</file>