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Înc-o zi de har trecu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Înc-o zi de har trecu,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Ochii-nchide-mi Tu de-acu’!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ochiu-Ţi veghetor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Las’ să-mi fie păzitor!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ceva azi de-am greşit,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Cel ce m-ai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Iartă fapta mea cea 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mi-o şterge-n mila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pe toţi ai mei iubiţi,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Ţine-i de cel rău feriţi,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şi pe copilaşi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să-i aperi de vrăjmaş!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bolnavi să-i odihneşti,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săraci să Te-ngrijeşti,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Şterge lacrimile lor,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Mie dă-mi un somn uşor!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4599</TotalTime>
  <Words>119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886</cp:revision>
  <dcterms:created xsi:type="dcterms:W3CDTF">2013-10-07T13:04:08Z</dcterms:created>
  <dcterms:modified xsi:type="dcterms:W3CDTF">2013-12-24T10:32:44Z</dcterms:modified>
  <cp:contentStatus>test</cp:contentStatus>
</cp:coreProperties>
</file>