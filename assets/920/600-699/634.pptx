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 credinţă-n faţa Ta!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634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536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credinţă-n faţa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Astăzi vom îngenunchea;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la Tine vom primi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Multe, sfinte bucurii!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536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Mântuitor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divin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ce-avem şi ce primim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din îndurarea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ne umple inima!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536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Tu ne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eşti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Judecător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Drept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fr-FR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smtClean="0">
                <a:solidFill>
                  <a:schemeClr val="bg1"/>
                </a:solidFill>
                <a:latin typeface="Georgia" pitchFamily="18" charset="0"/>
              </a:rPr>
              <a:t>bun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iertător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;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Prin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neprihănirea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Ta,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Numai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Tu ne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poţi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salva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4124</TotalTime>
  <Words>84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819</cp:revision>
  <dcterms:created xsi:type="dcterms:W3CDTF">2013-10-07T13:04:08Z</dcterms:created>
  <dcterms:modified xsi:type="dcterms:W3CDTF">2013-12-20T09:54:38Z</dcterms:modified>
  <cp:contentStatus>test</cp:contentStatus>
</cp:coreProperties>
</file>