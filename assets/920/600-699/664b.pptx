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Ţi-aducem,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Doamne-aceşti copii!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664b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Ţi-aducem, Doamne-aceşti copii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binecuvântezi,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mâna Ta, un cer senin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Deasupra lor s-aşezi!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664b/920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Păstrează-i Tu, în grija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crească-n har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Curaţi, cu toată inima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Iubind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664b/920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Le-ndreaptă ochii către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Să-nvingă lumea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Să-nveţe-al dragostei mister,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Tine-a Te urma!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664b/920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Trimite, Doamne, îngeri buni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poarte,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cerul plin de mari minuni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al lor Păstor!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664b/920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binecuvântarea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Zideşte-ne deplin,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fim, când Tu ne vei chema,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Tine-n veci!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664b/920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4551</TotalTime>
  <Words>134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871</cp:revision>
  <dcterms:created xsi:type="dcterms:W3CDTF">2013-10-07T13:04:08Z</dcterms:created>
  <dcterms:modified xsi:type="dcterms:W3CDTF">2013-12-20T10:45:42Z</dcterms:modified>
  <cp:contentStatus>test</cp:contentStatus>
</cp:coreProperties>
</file>