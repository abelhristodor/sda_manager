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Sabat ceresc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Sabat ceresc, plin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liniştea lui, sunt aşa fericit!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Frumos se revarsă din cerul senin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Odihna cea dulce, sigiliu divin!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slavă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azi, îmi deschide întreg cerul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972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Tânjesc după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ceasul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                         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pot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să-ntâlnesc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Pe-Acela în care iubire găsesc,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’nalţ glasul meu în cântări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Sabat,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spun tuturor cum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salvat.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slavă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azi, îmi deschide întreg cerul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Odihna de Sabat m-ajută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mare e Domnul şi cât e de bun!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Privesc înainte spre-un nou început,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ştiu că m-aşteaptă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Edenul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pierdut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Slavă, slavă lui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azi, îmi deschide întreg cerul Său!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4050</TotalTime>
  <Words>168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786</cp:revision>
  <dcterms:created xsi:type="dcterms:W3CDTF">2013-10-07T13:04:08Z</dcterms:created>
  <dcterms:modified xsi:type="dcterms:W3CDTF">2013-12-16T11:31:39Z</dcterms:modified>
  <cp:contentStatus>test</cp:contentStatus>
</cp:coreProperties>
</file>