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Frate drag, întinde mâna!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Frate drag, întinde mâna,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Iartă-mă, căci ţi-am greşit!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Recunosc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mea purtare,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te-am nedreptăţit!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ştiu că m-ai 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din nou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fost plin de nerăbdare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gânduri rele, plin…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să-mi cer acum iertare,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Înaintea ta eu vin!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ştiu că m-ai 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din nou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Rog pe Domnul să mă ierte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tot ce am greşit,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scape din ispite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nu mai fiu orbit!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ştiu că m-ai 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din nou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4427</TotalTime>
  <Words>143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864</cp:revision>
  <dcterms:created xsi:type="dcterms:W3CDTF">2013-10-07T13:04:08Z</dcterms:created>
  <dcterms:modified xsi:type="dcterms:W3CDTF">2013-12-20T10:36:23Z</dcterms:modified>
  <cp:contentStatus>test</cp:contentStatus>
</cp:coreProperties>
</file>