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masă e totul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frumos aşezat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masă e totul frumos aşezat!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Gustaţi cu plăcere ce 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şi gustaţi cât de bun 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tot ce e bun se coboară de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fel Se-ngrijeşte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flori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furnici;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Izvorul adapă pe mari şi pe mici.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şi gustaţi cât de bun 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tot ce e bun se coboară de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4554</TotalTime>
  <Words>91</Words>
  <Application>Microsoft PowerPoint</Application>
  <PresentationFormat>On-screen Show (4:3)</PresentationFormat>
  <Paragraphs>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873</cp:revision>
  <dcterms:created xsi:type="dcterms:W3CDTF">2013-10-07T13:04:08Z</dcterms:created>
  <dcterms:modified xsi:type="dcterms:W3CDTF">2013-12-20T10:46:36Z</dcterms:modified>
  <cp:contentStatus>test</cp:contentStatus>
</cp:coreProperties>
</file>