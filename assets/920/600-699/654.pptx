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1" r:id="rId3"/>
    <p:sldId id="272" r:id="rId4"/>
    <p:sldId id="273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Câtă iubire, câtă jertfire!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654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Câtă iubire, câtă jertfire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revarsă pe 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Haruri divine, daruri depline,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 de la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reasfânt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Jertfa iubirii, jertfa Fiului,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N-avem cuvinte-a cânta slava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Slava jertfirii, slava Tatălui,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’nălţată slava Ta!</a:t>
            </a:r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Câtă-ndurare, câtă iertare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ne-a dat prin jertfa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Graiul iubirii, glasul jertfirii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Cheamă şi azi la Golgota.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Jertfa iubirii, jertfa Fiului,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N-avem cuvinte-a cânta slava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Slava jertfirii, slava Tatălui,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’nălţată slava Ta!</a:t>
            </a:r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Jertfă deplină, drum de lumină,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Spală-mă azi să fiu curat;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Haina dreptăţii, darul vieţii,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doresc să fiu salvat!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Jertfa iubirii, jertfa Fiului,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N-avem cuvinte-a cânta slava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Slava jertfirii, slava Tatălui,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’nălţată slava Ta!</a:t>
            </a:r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4416</TotalTime>
  <Words>174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860</cp:revision>
  <dcterms:created xsi:type="dcterms:W3CDTF">2013-10-07T13:04:08Z</dcterms:created>
  <dcterms:modified xsi:type="dcterms:W3CDTF">2013-12-20T10:29:35Z</dcterms:modified>
  <cp:contentStatus>test</cp:contentStatus>
</cp:coreProperties>
</file>