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Cunosc un loc frumos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Cunosc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frumos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care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gândul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mi-e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legat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Aici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aud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Cuvânt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sfinţit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sfânt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Şcoala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un loc în lume nu-i,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Şcoala sfântă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prin Cuvântul Domnului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fie sufletul ’nălţat.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Aici pe Domnul L-am găsit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în dar El mi S-a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 Cuvânt nepreţuit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E-aici, în Şcoala de Sabat.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bucurie simt în piept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Şcoala noastră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 cel bun şi drept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însoţeşte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când în pace vom intra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Pe-acel pământ din nou creat,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cu Domnul vom avea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nouă Şcoală de Sabat.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4071</TotalTime>
  <Words>150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793</cp:revision>
  <dcterms:created xsi:type="dcterms:W3CDTF">2013-10-07T13:04:08Z</dcterms:created>
  <dcterms:modified xsi:type="dcterms:W3CDTF">2013-12-16T12:22:15Z</dcterms:modified>
  <cp:contentStatus>test</cp:contentStatus>
</cp:coreProperties>
</file>