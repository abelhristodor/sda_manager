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72" r:id="rId3"/>
    <p:sldId id="273" r:id="rId4"/>
    <p:sldId id="274" r:id="rId5"/>
    <p:sldId id="275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12/24/2013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12/24/2013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O, cât e de tainic afară!</a:t>
            </a:r>
            <a:endParaRPr lang="vi-VN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681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0"/>
            <a:ext cx="8001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O, cât e de tainic afară!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Amurgul e surâzător,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pasărea imnul de seară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(:Şi-l cântă mângâietor…:)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681/920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0"/>
            <a:ext cx="8001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Nici florile nu pot să tacă,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Cuvintele lor sunt mister…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rugă petalele-şi pleacă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(:Şi ’nalţă parfum spre cer.:)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681/920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0"/>
            <a:ext cx="8001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Oriunde privirea se-opreşte,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Văd totul în rugă plecat,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ape măreţ se-oglindeşte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(:Tot cerul Său înstelat!:)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681/920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0"/>
            <a:ext cx="8001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Natura în rugă fierbinte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Cerându-şi odihnă de-acu’,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Aşa-mi zice: „Vezi, ţine minte,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(:Mereu să te rogi şi tu!”…:)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681/920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4614</TotalTime>
  <Words>124</Words>
  <Application>Microsoft PowerPoint</Application>
  <PresentationFormat>On-screen Show (4:3)</PresentationFormat>
  <Paragraphs>26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890</cp:revision>
  <dcterms:created xsi:type="dcterms:W3CDTF">2013-10-07T13:04:08Z</dcterms:created>
  <dcterms:modified xsi:type="dcterms:W3CDTF">2013-12-24T10:37:27Z</dcterms:modified>
  <cp:contentStatus>test</cp:contentStatus>
</cp:coreProperties>
</file>