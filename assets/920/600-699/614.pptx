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Frumos şi măreţ este-aici!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Frumos şi măreţ este-aici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toţi în Sabat ne-adunăm,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zel şi setoşi căutând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Scripturi mereu să-nvăţăm.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Aflăm cum am fost la-nceput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Domnul de Tatăl creaţi,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cum tot prin El,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suntem din nou curăţaţi!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inimi cântăm mulţumind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psalmi din Sion ne-ncetat,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Acelui ce-atât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dar mântuirea ne-a dat!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Gustăm astfel chiar de pe-acum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Domnu-a promis să ne 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El va veni, dacă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veac de El vom asculta!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6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Frumos şi măreţ este-aici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lui Dumnezeu ne-nchinăm,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daruri I-aducem sporit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cu iubire lucrăm!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inima plină de cânt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gata mereu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slujit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aştepta-vom grăbind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Sabat etern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4078</TotalTime>
  <Words>155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798</cp:revision>
  <dcterms:created xsi:type="dcterms:W3CDTF">2013-10-07T13:04:08Z</dcterms:created>
  <dcterms:modified xsi:type="dcterms:W3CDTF">2013-12-16T12:26:36Z</dcterms:modified>
  <cp:contentStatus>test</cp:contentStatus>
</cp:coreProperties>
</file>