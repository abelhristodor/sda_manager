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vorbeşte-mi Tu, Isuse!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638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536"/>
            <a:ext cx="8001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vorbeşte-mi Tu, Isuse,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aştept al Tău cuvânt…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Binecuvântări nespuse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 Tale şoapte sunt;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vorbeşte, Domnul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Te-ascultă robul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536"/>
            <a:ext cx="8001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vorbeşte-mi Tu, pe nume,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Te pot urma oricând,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Peregrin în astă lume,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condu cu glasu-Ţi blând,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 Tu, Păstor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paşti turma între crini…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536"/>
            <a:ext cx="8001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vorbeşte-mi cu iubire,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doar Tu, Isuse, ştii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Pasul meu, de rătăcire,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fereşti prin văi pustii!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Peste-al inimii frământ,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Lasă Duhul Tău cel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536"/>
            <a:ext cx="8001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Să-mi vorbeşti de-a Ta venire,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gata-n orice ceas,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Toarnă Tu a Ta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al sufletului vas;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vorbeşte, Domnul meu,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Te-ascultă robul Tău!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638/920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4132</TotalTime>
  <Words>169</Words>
  <Application>Microsoft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822</cp:revision>
  <dcterms:created xsi:type="dcterms:W3CDTF">2013-10-07T13:04:08Z</dcterms:created>
  <dcterms:modified xsi:type="dcterms:W3CDTF">2013-12-20T09:59:04Z</dcterms:modified>
  <cp:contentStatus>test</cp:contentStatus>
</cp:coreProperties>
</file>