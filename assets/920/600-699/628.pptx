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sfinte,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plin de milă!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sfinte plin de milă,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Umiliţi noi Te rugăm: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ierţi de orice vină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spre Tine ne-ndreptăm!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ne eşti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Părinte să ne cerţi,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în mila Ta, Preasfinte,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Cu-ndurare să ne ierţi.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Dă-ne-un spirit de jertfire,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trăim viaţa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Umple-ne cu-a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putem şi noi ierta.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Doamne-ajută-ne întruna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iubitori şi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dobândim cununa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Ce-ai promis-o din străbuni!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4122</TotalTime>
  <Words>114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812</cp:revision>
  <dcterms:created xsi:type="dcterms:W3CDTF">2013-10-07T13:04:08Z</dcterms:created>
  <dcterms:modified xsi:type="dcterms:W3CDTF">2013-12-16T13:01:25Z</dcterms:modified>
  <cp:contentStatus>test</cp:contentStatus>
</cp:coreProperties>
</file>