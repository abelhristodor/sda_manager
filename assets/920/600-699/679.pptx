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2" r:id="rId3"/>
    <p:sldId id="273" r:id="rId4"/>
    <p:sldId id="274" r:id="rId5"/>
    <p:sldId id="275" r:id="rId6"/>
    <p:sldId id="276" r:id="rId7"/>
    <p:sldId id="277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seara blând coboară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seara blând coboară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 altă zi s-a dus,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ne strângem iară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jurul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dulce e chemarea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Părintelui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vine înserarea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stele strălucesc!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Frumoasă e cântarea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Şi-al rugăciunii glas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Ce-nvinge depărtarea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Spre-al cerului popas!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cânt şi rugăciune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Primim atâta har!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soarele apune,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Speranţe noi răsar.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 Lui făgăduinţă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poartă ca în vis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S-ajungem, prin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Acasă-n Paradis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Ne-aşteaptă dimineaţa;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Privim mereu spre 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frumoasă-i viaţa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Alături de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4608</TotalTime>
  <Words>136</Words>
  <Application>Microsoft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888</cp:revision>
  <dcterms:created xsi:type="dcterms:W3CDTF">2013-10-07T13:04:08Z</dcterms:created>
  <dcterms:modified xsi:type="dcterms:W3CDTF">2013-12-24T10:35:05Z</dcterms:modified>
  <cp:contentStatus>test</cp:contentStatus>
</cp:coreProperties>
</file>