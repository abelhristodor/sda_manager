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fie Domnul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pavăza ta!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 Domnul pavăza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păzească în calea grea;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Săi cei buni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poarte prin minuni,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dea tot ce-ţi doreşte inima…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să-Ţi fie-aproape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oricând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dea credinţă şi Spirit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biruitor,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stâlp de foc sau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treci pustia spre un nou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te păzească Numele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 te scape de orice rău;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biruinţa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ta,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teagul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flutura,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mare este-al nostru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4275</TotalTime>
  <Words>113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844</cp:revision>
  <dcterms:created xsi:type="dcterms:W3CDTF">2013-10-07T13:04:08Z</dcterms:created>
  <dcterms:modified xsi:type="dcterms:W3CDTF">2013-12-20T10:22:37Z</dcterms:modified>
  <cp:contentStatus>test</cp:contentStatus>
</cp:coreProperties>
</file>