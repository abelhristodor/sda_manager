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Bun sosit, o, zori frumoase!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Bun sosit, o, zori frumoase!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’nălţat pe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Cu-a’ lui raze maiestuoase,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 viaţă şi puteri!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Vârful dealului se-aprinde,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Parcă arde-n vâlvătăi;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mai mare foc cuprinde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(:Dragostea lui-Isus pe-ai Săi!:)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Bun sosit, o, zori frumoase!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După-un timp întunecat,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Raze mult mai maiestuoase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Răspândeşte Cel Prea’nalt,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e-al nostru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har, de milă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Dragostea-I mântuitoare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(:Şterge lacrimi şi suspin!:)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 v-aţi teme 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Voi, urmaşi ai lui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Stingeţi griji chinuitoare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păcatul ce v-a ros!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îndreptăţirii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înalţă-n slavă,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ziua mântuirii,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(:Vine-al nostru Domn Isus!:)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4909</TotalTime>
  <Words>160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932</cp:revision>
  <dcterms:created xsi:type="dcterms:W3CDTF">2013-10-07T13:04:08Z</dcterms:created>
  <dcterms:modified xsi:type="dcterms:W3CDTF">2013-12-24T11:03:46Z</dcterms:modified>
  <cp:contentStatus>test</cp:contentStatus>
</cp:coreProperties>
</file>