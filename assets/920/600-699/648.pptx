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fii cu noi</a:t>
            </a:r>
          </a:p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veci de veci!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Sfatul Tău să ne susţină,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Turma Ta să se menţină,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vieţuim,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ceruri pregătiţi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aripa Ta ne ţine,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dă a vieţii pâine,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vieţuim,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ceruri pregătiţi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Norii grei de se ridică,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Stând cu Tine nu ni-e frică,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vieţuim,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ceruri pregătiţi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fii cu noi în veci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să nu se stingă,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Încercări să nu ne-nvingă,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fii cu noi în veci de veci!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’naintea Ta să vieţuim,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noi, fii cu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ceruri pregătiţi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4225</TotalTime>
  <Words>285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837</cp:revision>
  <dcterms:created xsi:type="dcterms:W3CDTF">2013-10-07T13:04:08Z</dcterms:created>
  <dcterms:modified xsi:type="dcterms:W3CDTF">2013-12-20T10:14:36Z</dcterms:modified>
  <cp:contentStatus>test</cp:contentStatus>
</cp:coreProperties>
</file>