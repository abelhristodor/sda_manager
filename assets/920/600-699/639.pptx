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Deschide-mi ochii!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639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170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Deschide-mi ochii,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ă-Ţi văd faţa sfântă,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deschide şi inima mea!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Astăzi Te caut cu inima frântă,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Pleacă-mi urechea s-aud vocea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536"/>
            <a:ext cx="8610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Deschide-mi gura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 mântuirea,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Pune iubire în cântecul meu!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preamărire să gust fericirea,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Deschide-mi calea să duc harul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536"/>
            <a:ext cx="8610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Deschide-mi mâna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mai largă,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Sămânţa bună s-ajungă-n ogor!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Deschide-mi pasul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lumea întreagă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Pâinea speranţei s-o duc tuturor!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536"/>
            <a:ext cx="8610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Deschide cerul şi ia-mă la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Scurtează-mi drumul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aspru şi lung!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Arată-mi, Doamne,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cu mine,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Deschide-mi cerul, acasă s-ajung!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4185</TotalTime>
  <Words>141</Words>
  <Application>Microsoft PowerPoint</Application>
  <PresentationFormat>On-screen Show (4:3)</PresentationFormat>
  <Paragraphs>32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826</cp:revision>
  <dcterms:created xsi:type="dcterms:W3CDTF">2013-10-07T13:04:08Z</dcterms:created>
  <dcterms:modified xsi:type="dcterms:W3CDTF">2013-12-20T10:02:33Z</dcterms:modified>
  <cp:contentStatus>test</cp:contentStatus>
</cp:coreProperties>
</file>