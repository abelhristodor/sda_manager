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handoutMasterIdLst>
    <p:handoutMasterId r:id="rId9"/>
  </p:handoutMasterIdLst>
  <p:sldIdLst>
    <p:sldId id="257" r:id="rId2"/>
    <p:sldId id="272" r:id="rId3"/>
    <p:sldId id="273" r:id="rId4"/>
    <p:sldId id="274" r:id="rId5"/>
    <p:sldId id="275" r:id="rId6"/>
    <p:sldId id="276" r:id="rId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12/24/2013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12/24/2013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Dimineaţa a sosit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6</a:t>
            </a:r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97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524000" y="0"/>
            <a:ext cx="7620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Dimineaţa a sosit,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Vrăbii cântă-n răsărit,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Toată casa ne-am trezit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Să-L slăvim pe Domnul.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524000" y="0"/>
            <a:ext cx="7620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Tu, Izvor de daruri vii,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Dă-ne pâine-n astă zi,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Viaţa noastră s-o susţii,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doar Tu eşti Domnul!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524000" y="0"/>
            <a:ext cx="7620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Ne păzeşte ne-ncetat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condu-ne cu-al Tău sfat!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ne ţii fără păcat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Lângă Tine, Doamne!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524000" y="0"/>
            <a:ext cx="7620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Să-nvăţăm, prin Duhul Sfânt,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Voia Ta-n al Tău Cuvânt,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Zi de zi în har umblând,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După Tine, Doamne!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524000" y="0"/>
            <a:ext cx="7620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5.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Cu tot cerul Te slăvim,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Tată, Fiu şi Duh divin,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Într-acelaşi gând, Amin,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Doar pe Tine, Doamne!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4912</TotalTime>
  <Words>153</Words>
  <Application>Microsoft PowerPoint</Application>
  <PresentationFormat>On-screen Show (4:3)</PresentationFormat>
  <Paragraphs>32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Imnuri noi</vt:lpstr>
      <vt:lpstr>Slide 1</vt:lpstr>
      <vt:lpstr>Slide 2</vt:lpstr>
      <vt:lpstr>Slide 3</vt:lpstr>
      <vt:lpstr>Slide 4</vt:lpstr>
      <vt:lpstr>Slide 5</vt:lpstr>
      <vt:lpstr>Slide 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934</cp:revision>
  <dcterms:created xsi:type="dcterms:W3CDTF">2013-10-07T13:04:08Z</dcterms:created>
  <dcterms:modified xsi:type="dcterms:W3CDTF">2013-12-24T11:05:30Z</dcterms:modified>
  <cp:contentStatus>test</cp:contentStatus>
</cp:coreProperties>
</file>