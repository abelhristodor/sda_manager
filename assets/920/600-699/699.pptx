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Tău sunt,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Tău sunt,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pentru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trăiesc şi voi muri!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Te-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ndură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Nu 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lăsa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condu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-ne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mântuirea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4917</TotalTime>
  <Words>58</Words>
  <Application>Microsoft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936</cp:revision>
  <dcterms:created xsi:type="dcterms:W3CDTF">2013-10-07T13:04:08Z</dcterms:created>
  <dcterms:modified xsi:type="dcterms:W3CDTF">2013-12-24T11:25:41Z</dcterms:modified>
  <cp:contentStatus>test</cp:contentStatus>
</cp:coreProperties>
</file>