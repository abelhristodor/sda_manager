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umilinţă ne-am plecat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umilinţă ne-am plecat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Tine, scump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picioare ne-am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Tu ne-ai spus!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Chemaţi prin Duhul Tău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Ta venim!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trupul Tău pe cruce frânt,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azi ne-mpărtăşim!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Sorbim iertarea ce ne-ai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sângele-Ţi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viaţă fără de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Ne-ajută să trăim!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Iubirea Ta o contemplăm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Aici, la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steagul păcii-l înălţăm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amintirea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jertfa Ta îndreptăţiţi,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vom cina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masa celor mântuiţi,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Slăvind iubirea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4425</TotalTime>
  <Words>131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863</cp:revision>
  <dcterms:created xsi:type="dcterms:W3CDTF">2013-10-07T13:04:08Z</dcterms:created>
  <dcterms:modified xsi:type="dcterms:W3CDTF">2013-12-20T10:34:37Z</dcterms:modified>
  <cp:contentStatus>test</cp:contentStatus>
</cp:coreProperties>
</file>