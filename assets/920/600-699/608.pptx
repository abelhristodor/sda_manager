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înserează peste zări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înserează peste zări,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tainic ceas de asfinţit,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ceruri astăzi am primit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Noian de binecuvântări,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Atâtea sfinte îndurări.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Adie lin al serii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Ne-atinge al veciei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Sabatul dat de Creator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fost popas frumos şi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Altar de rugă şi de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mulţumim, Părinte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dăruit Cuvântul viu,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pus o masă în pustiu,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pâinea vieţii Tu ne-ai frânt,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pus în inimă un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36"/>
            <a:ext cx="7696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Rămâi, rămâi cu-ai Tăi copii,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Te rugăm 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cu noi pe-al vieţii drum!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stâlp de nor şi foc ne fii,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condu spre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4106</TotalTime>
  <Words>151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791</cp:revision>
  <dcterms:created xsi:type="dcterms:W3CDTF">2013-10-07T13:04:08Z</dcterms:created>
  <dcterms:modified xsi:type="dcterms:W3CDTF">2013-12-16T12:19:39Z</dcterms:modified>
  <cp:contentStatus>test</cp:contentStatus>
</cp:coreProperties>
</file>