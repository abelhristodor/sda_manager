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aş vrea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să-Ţi mulţumesc!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aş vrea să-Ţi mulţumesc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Pacea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Cuvinte n-am şi nu găsesc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a-Ţi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nări mi-ai pus suflarea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 şi braţe tari,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ai fost la dreapta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 şi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De-ar fi, Isuse, darul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mic ca să-l primeşti,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Ta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poţi să-l înmulţeşti…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mulţumesc că m-ai chemat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pot să Te slujesc;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Smerit, Te laud ne-ncetat: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Te iubesc!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4224</TotalTime>
  <Words>123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836</cp:revision>
  <dcterms:created xsi:type="dcterms:W3CDTF">2013-10-07T13:04:08Z</dcterms:created>
  <dcterms:modified xsi:type="dcterms:W3CDTF">2013-12-20T10:13:45Z</dcterms:modified>
  <cp:contentStatus>test</cp:contentStatus>
</cp:coreProperties>
</file>