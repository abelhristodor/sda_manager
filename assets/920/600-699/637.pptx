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Vorbeşte-mi, Tu, Isuse!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Vorbeşte-mi, Tu, Isuse,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Vorbeşte-mi c-un blând glas,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Şopteşte-mi în iubire: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singur nu te las”,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inima-mi deschide,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S-aud eu vocea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laudă mă umple-n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Tine-a mă bucura…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Vorbeşte-n şoapte blânde,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Şopteşte-mi iubitor: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„Mereu tu vei fi liber,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învingător!”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Vorbeşte-mi zilnic,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c-un dulce glas,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S-aud a Ta şoptire: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singur nu te las!”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Copiilor Tăi vorbeşte,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Condu-i pe drumul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dă Tu bucurie,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Ţine-i treji pe pământ;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ca, în consacrare,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dea toţi viaţa lor;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Grăbeşte-a Ta venire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Te-aşteptăm cu dor!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Vorbeşte-n şoapte blânde,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Şopteşte-mi iubitor: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„Mereu tu vei fi liber,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învingător!”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Vorbeşte-mi zilnic,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c-un dulce glas,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S-aud a Ta şoptire: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singur nu te las!”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Vorbeşte Tu ca-n timpuri,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Arată-Ţi voia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Arată-mi datoria,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toată Legea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 să-Ţi dau Ţie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gloria să-Ţi vestesc,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împlinesc porunca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Te preamăresc!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Vorbeşte-n şoapte blânde,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Şopteşte-mi iubitor: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„Mereu tu vei fi liber,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învingător!”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Vorbeşte-mi zilnic,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c-un dulce glas,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S-aud a Ta şoptire: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singur nu te las!”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4130</TotalTime>
  <Words>274</Words>
  <Application>Microsoft PowerPoint</Application>
  <PresentationFormat>On-screen Show (4:3)</PresentationFormat>
  <Paragraphs>62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821</cp:revision>
  <dcterms:created xsi:type="dcterms:W3CDTF">2013-10-07T13:04:08Z</dcterms:created>
  <dcterms:modified xsi:type="dcterms:W3CDTF">2013-12-20T09:58:09Z</dcterms:modified>
  <cp:contentStatus>test</cp:contentStatus>
</cp:coreProperties>
</file>