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se lasă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umbra serii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se lasă umbra serii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dealuri şi câmpii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stelele se-arată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Luminând în raze vii,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Gândul meu e-atunci la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Depărtat de tot ce-i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înalţ o rugăciune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bunul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Depărtat de ale lumii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Seara Domnului servesc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simt pace-n al meu suflet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El mereu gândesc.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mă simt atuncea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uitând cele de jos,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îndrept a mea gândire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Legea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când merg pe calea 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După-al Domnului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 sunt în al meu suflet,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imnuri vreau să-I cânt.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nimic nu mă-ntristează,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duşmanii nu-i urăsc,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eu nu mai sunt din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al Tatălui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4612</TotalTime>
  <Words>146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889</cp:revision>
  <dcterms:created xsi:type="dcterms:W3CDTF">2013-10-07T13:04:08Z</dcterms:created>
  <dcterms:modified xsi:type="dcterms:W3CDTF">2013-12-24T10:36:03Z</dcterms:modified>
  <cp:contentStatus>test</cp:contentStatus>
</cp:coreProperties>
</file>