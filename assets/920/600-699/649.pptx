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Dumnezeu cu voi </a:t>
            </a:r>
            <a:br>
              <a:rPr lang="fi-FI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fi-FI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pân’ ne vedem!</a:t>
            </a:r>
            <a:endParaRPr lang="it-IT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649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Dumnezeu cu voi pân’ ne vedem,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Cu-al Său har să vă conducă,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După sfânta Lui poruncă,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 cu voi pân’ ne vedem!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Ne vedem, ne vedem,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noul Ierusalim,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vedem, ne vedem,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 cu voi pân’ ne vedem!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Dumnezeu cu voi pân’ ne vedem,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Îngerii să vă păzească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Până-n patria cerească,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 cu voi pân’ ne vedem!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Ne vedem, ne vedem,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noul Ierusalim,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vedem, ne vedem,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 cu voi pân’ ne vedem!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Dumnezeu cu voi pân’ ne vedem!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primejdii stau să vină,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Braţul Lui să vă susţină,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 cu voi pân’ ne vedem!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Ne vedem, ne vedem,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noul Ierusalim,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vedem, ne vedem,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 cu voi pân’ ne vedem!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Dumnezeu cu voi pân’ ne vedem!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Orişiunde-am fi pe lume,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va pune să ne-adune,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 cu voi pân’ ne vedem!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Ne vedem, ne vedem,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noul Ierusalim,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vedem, ne vedem,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 cu voi pân’ ne vedem!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4233</TotalTime>
  <Words>240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838</cp:revision>
  <dcterms:created xsi:type="dcterms:W3CDTF">2013-10-07T13:04:08Z</dcterms:created>
  <dcterms:modified xsi:type="dcterms:W3CDTF">2013-12-20T10:21:27Z</dcterms:modified>
  <cp:contentStatus>test</cp:contentStatus>
</cp:coreProperties>
</file>