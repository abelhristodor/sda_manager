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57" r:id="rId2"/>
    <p:sldId id="270" r:id="rId3"/>
    <p:sldId id="271" r:id="rId4"/>
    <p:sldId id="272" r:id="rId5"/>
    <p:sldId id="273" r:id="rId6"/>
    <p:sldId id="274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12/16/2013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12/16/2013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Stăm lângă apa de viaţă</a:t>
            </a:r>
            <a:endParaRPr lang="vi-VN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631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536"/>
            <a:ext cx="83058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Stăm lângă apa de viaţă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 curge liniştit…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Hristos din inimă ne cheamă,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 zice: „Bun venit!”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Stăm lângă apa de viaţă,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Lângă apa de viaţă,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Lângă apa de viaţă,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Da, suntem chiar la izvor!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631/920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536"/>
            <a:ext cx="8382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Zdrobiţi de greaua noastră cale,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Aici e de-odihnit,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limpede ca şi cristalul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apa ce-am găsit!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Stăm lângă apa de viaţă,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Lângă apa de viaţă,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Lângă apa de viaţă,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Da, suntem chiar la izvor!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631/920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536"/>
            <a:ext cx="8382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gustă din această apă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Ce-i dată de Isus!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Ea e puterea mântuirii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Şi-a naşterii de sus!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Stăm lângă apa de viaţă,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Lângă apa de viaţă,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Lângă apa de viaţă,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Da, suntem chiar la izvor!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631/920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536"/>
            <a:ext cx="8382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Poţi bea şi tu cu-ndestulare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ăst curat izvor,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 pe pământul nou va curge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veac şi tuturor.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Stăm lângă apa de viaţă,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Lângă apa de viaţă,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Lângă apa de viaţă,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Da, suntem chiar la izvor!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631/920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536"/>
            <a:ext cx="8382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5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La apa vieţii ne conduce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Mântuitorul chiar,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fim umpluţi de fericire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mântuiţi prin har!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Stăm lângă apa de viaţă,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Lângă apa de viaţă,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Lângă apa de viaţă,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Da, suntem chiar la izvor!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631/920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4124</TotalTime>
  <Words>263</Words>
  <Application>Microsoft PowerPoint</Application>
  <PresentationFormat>On-screen Show (4:3)</PresentationFormat>
  <Paragraphs>57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Imnuri noi</vt:lpstr>
      <vt:lpstr>Slide 1</vt:lpstr>
      <vt:lpstr>Slide 2</vt:lpstr>
      <vt:lpstr>Slide 3</vt:lpstr>
      <vt:lpstr>Slide 4</vt:lpstr>
      <vt:lpstr>Slide 5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815</cp:revision>
  <dcterms:created xsi:type="dcterms:W3CDTF">2013-10-07T13:04:08Z</dcterms:created>
  <dcterms:modified xsi:type="dcterms:W3CDTF">2013-12-16T13:08:36Z</dcterms:modified>
  <cp:contentStatus>test</cp:contentStatus>
</cp:coreProperties>
</file>