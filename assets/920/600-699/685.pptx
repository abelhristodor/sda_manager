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Doamne, noaptea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 venit!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Doamne, noaptea a venit,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 ruga mea: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sufletu-mi neodihnit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(:Coboară pacea Ta!:)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mine pe-nserat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 mai pot vedea…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totu-n jur e-ntunecat,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(:Tu eşti Lumina mea!:)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întuneric de păcat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poţi să faci minuni,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mereu înconjurat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 îngerii cei buni!:)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psalmi închide ochii mei,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Fereşte-mă de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Tine-aproape să mă iei,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(:S-adorm pe braţul Tău!:)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când va trece noaptea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zori mă voi trezi,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văd Împărăţia 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(:Pe plai de veşnicii!:)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4627</TotalTime>
  <Words>142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894</cp:revision>
  <dcterms:created xsi:type="dcterms:W3CDTF">2013-10-07T13:04:08Z</dcterms:created>
  <dcterms:modified xsi:type="dcterms:W3CDTF">2013-12-24T10:43:20Z</dcterms:modified>
  <cp:contentStatus>test</cp:contentStatus>
</cp:coreProperties>
</file>