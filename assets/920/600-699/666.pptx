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2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Bate ceasul vremii</a:t>
            </a:r>
          </a:p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04800"/>
            <a:ext cx="8153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Bate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ceasul vremii: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bang,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bing, bang!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grăbeşte: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Tic-tac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tic-tac,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tic-tac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tic-tac,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ziua judecăţii!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vino şi te-ascunde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Hristos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4556</TotalTime>
  <Words>22</Words>
  <Application>Microsoft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874</cp:revision>
  <dcterms:created xsi:type="dcterms:W3CDTF">2013-10-07T13:04:08Z</dcterms:created>
  <dcterms:modified xsi:type="dcterms:W3CDTF">2013-12-20T10:48:04Z</dcterms:modified>
  <cp:contentStatus>test</cp:contentStatus>
</cp:coreProperties>
</file>