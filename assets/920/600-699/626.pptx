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Laolaltă ne-am strâns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536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Laolaltă ne-am strâns să ne rugăm,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în Sabat pe Tine Te-aşteptăm,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primeşte iar jertfa pe altar,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 taină doar Ţie ne rugăm.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448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Laolaltă ne-am strâns să ascultăm,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Adevărul în suflet s-adunăm,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uneşte-n gând prin 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Tău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 taină Cuvântul Ţi-aşteptăm.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536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Laolaltă ne-am strâns să înălţăm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Tău Nume, Isuse, să cântăm,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sfinţeşte, Tu, inimile-acum,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 taină pe Tine Te-adorăm!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4108</TotalTime>
  <Words>106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810</cp:revision>
  <dcterms:created xsi:type="dcterms:W3CDTF">2013-10-07T13:04:08Z</dcterms:created>
  <dcterms:modified xsi:type="dcterms:W3CDTF">2013-12-16T12:45:38Z</dcterms:modified>
  <cp:contentStatus>test</cp:contentStatus>
</cp:coreProperties>
</file>