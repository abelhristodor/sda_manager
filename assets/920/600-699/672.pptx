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2" r:id="rId3"/>
    <p:sldId id="273" r:id="rId4"/>
    <p:sldId id="274" r:id="rId5"/>
    <p:sldId id="275" r:id="rId6"/>
    <p:sldId id="276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Fiul meu,* niciodată nu uita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672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Fiul meu,* niciodată nu uita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fatul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(:Chibzuinţa să-ţi placă: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te-atinge de rău!:)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Fiul meu,* ia povaţă,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crie-o-n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ta!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(:Dumnezeu îţi dă viaţă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iubeşti Legea Sa!:)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Fiul meu,* în credinţă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gândul curat!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(:Vei avea biruinţă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ancorat!:)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Fiul meu,* în slujire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une-ţi 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dragostea ta!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(:Doar aşa, fericire-ţi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găsi inima!:)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Fiul meu,* pân’ la moarte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fie-ţi model!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(:Recunoaşte-L în toate,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nădejdea-i în El!:)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4569</TotalTime>
  <Words>124</Words>
  <Application>Microsoft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880</cp:revision>
  <dcterms:created xsi:type="dcterms:W3CDTF">2013-10-07T13:04:08Z</dcterms:created>
  <dcterms:modified xsi:type="dcterms:W3CDTF">2013-12-20T10:56:14Z</dcterms:modified>
  <cp:contentStatus>test</cp:contentStatus>
</cp:coreProperties>
</file>