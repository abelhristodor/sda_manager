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Varsă-Ţi marea bunătate!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536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Varsă-Ţi marea bunătate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toţi cei adunaţi,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Spală-ne de răutate,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Fă-ne, Doamne, buni, curaţi!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Doamne-ajută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predicarea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rodească însutit,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Dă-ne binecuvântarea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Tu ne-ai făgăduit!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536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Fii cu noi, o, scump Isuse,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al Tău Mângâietor,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inimi abătute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Toarnă leac alinător!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Doamne-ajută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predicarea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rodească însutit,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Dă-ne binecuvântarea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Tu ne-ai făgăduit!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536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Păstoreşte-ne Tu, Doamne,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 din noi un templu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 du pe căi curate,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 veşnicu-Ţi Cuvânt!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Doamne-ajută, predicarea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rodească însutit,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Dă-ne binecuvântarea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Tu ne-ai făgăduit!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4105</TotalTime>
  <Words>136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809</cp:revision>
  <dcterms:created xsi:type="dcterms:W3CDTF">2013-10-07T13:04:08Z</dcterms:created>
  <dcterms:modified xsi:type="dcterms:W3CDTF">2013-12-16T12:44:10Z</dcterms:modified>
  <cp:contentStatus>test</cp:contentStatus>
</cp:coreProperties>
</file>