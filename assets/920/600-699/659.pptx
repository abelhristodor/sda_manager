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1" r:id="rId3"/>
    <p:sldId id="272" r:id="rId4"/>
    <p:sldId id="273" r:id="rId5"/>
    <p:sldId id="274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 ne-a adunat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jurul mesei 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 ne-a adunat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jurul mesei 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ne-amintim, cu gând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jertfa Domnului…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moartea Celui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Avem viaţa Sa;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pâinea ni s-a frânt,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hrănim cu 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moartea Lui trăim,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sângele-I vărsat,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ne împărtăşim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vinul nou,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Curând va reveni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toată slava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nunta Mielului vom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vom cina!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4429</TotalTime>
  <Words>108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864</cp:revision>
  <dcterms:created xsi:type="dcterms:W3CDTF">2013-10-07T13:04:08Z</dcterms:created>
  <dcterms:modified xsi:type="dcterms:W3CDTF">2013-12-20T10:36:52Z</dcterms:modified>
  <cp:contentStatus>test</cp:contentStatus>
</cp:coreProperties>
</file>