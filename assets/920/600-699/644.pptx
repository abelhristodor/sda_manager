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Şalom, şalom!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644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Şalom, şalom, Isus, pacea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Şalom, şalom, fie pavăza 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meargă înaintea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calea-ngustă să poţi sta,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când vrăjmaşul va lovi,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te va păzi!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Şalom, şalom, Isus, pacea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Şalom, şalom, fie pavăza 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dreapta ta să-L ai mereu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braţ ocrotitor la greu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stânga cu nuiaua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 te va-ndruma!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Şalom, şalom, Isus, pacea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Şalom, şalom, fie pavăza 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binecuvântarea Sa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 şi deasupra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Stâncă sub piciorul tău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 El 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Şalom, şalom, Isus, pacea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Şalom, şalom, fie pavăza 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fie înăuntrul tău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dragostea şi harul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te-nconjoare peste tot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El, Domnul Savaot!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Şalom, şalom, Isus, pacea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Şalom, şalom, fie pavăza 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4211</TotalTime>
  <Words>205</Words>
  <Application>Microsoft PowerPoint</Application>
  <PresentationFormat>On-screen Show (4:3)</PresentationFormat>
  <Paragraphs>41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832</cp:revision>
  <dcterms:created xsi:type="dcterms:W3CDTF">2013-10-07T13:04:08Z</dcterms:created>
  <dcterms:modified xsi:type="dcterms:W3CDTF">2013-12-20T10:08:53Z</dcterms:modified>
  <cp:contentStatus>test</cp:contentStatus>
</cp:coreProperties>
</file>