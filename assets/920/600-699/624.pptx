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Iar, Isuse, ne-adunaşi!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ne-adunaşi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dai învăţăminte;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să ne simţim atraşi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cereştile-Ţi cuvinte,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’narmaţi cu-a Ta putere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Să-mplinim ce ne vei cere.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Mintea noastră-al nostru gând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Rătăceşte fără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Spiritul cel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ni-L dai să ne lumine.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cugete curate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Şi-mplineşte-n noi, Tu, toate!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Tu, născut din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lumină din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Fă-ne după chipul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Spală-ne de-orice ne-ntină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du spre-ndreptăţire,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mărire la mărire!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4102</TotalTime>
  <Words>114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808</cp:revision>
  <dcterms:created xsi:type="dcterms:W3CDTF">2013-10-07T13:04:08Z</dcterms:created>
  <dcterms:modified xsi:type="dcterms:W3CDTF">2013-12-16T12:41:09Z</dcterms:modified>
  <cp:contentStatus>test</cp:contentStatus>
</cp:coreProperties>
</file>