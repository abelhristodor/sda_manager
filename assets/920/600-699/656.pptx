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1" r:id="rId3"/>
    <p:sldId id="272" r:id="rId4"/>
    <p:sldId id="273" r:id="rId5"/>
    <p:sldId id="274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 ucenicii-n odaia de 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525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ucenicii-n odaia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să fim una, cum 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Nimeni „întâiul” şi nimeni „apoi”,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Sfânta frăţie fie-ntre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Dă-mi mâna,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frate,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ia-o pe-a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trecem lesne-ncercarea cea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biruim strâmtorarea de foc,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Unii cu alţii, stăm la un loc!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372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ţi-am greşit, este ceas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ne-am urât, să grăbim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spre-mpăcat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împreună formăm un popor,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laolaltă, învingător!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Plânsul unirii ne face mai buni,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Punem în lacrimi adânci rugăciuni!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ucenicii-n odaia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să fim una,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4424</TotalTime>
  <Words>148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862</cp:revision>
  <dcterms:created xsi:type="dcterms:W3CDTF">2013-10-07T13:04:08Z</dcterms:created>
  <dcterms:modified xsi:type="dcterms:W3CDTF">2013-12-20T10:33:46Z</dcterms:modified>
  <cp:contentStatus>test</cp:contentStatus>
</cp:coreProperties>
</file>