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0" r:id="rId3"/>
    <p:sldId id="271" r:id="rId4"/>
    <p:sldId id="272" r:id="rId5"/>
    <p:sldId id="273" r:id="rId6"/>
    <p:sldId id="274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Rămâi cu a Ta milă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642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536"/>
            <a:ext cx="7162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Rămâi cu a Ta milă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noi, Isus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nu ne ispitească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Vrăjmaşul mânios!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536"/>
            <a:ext cx="7162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Rămâi cu-a Ta lumină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scump Mântuitor,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pururi adevărul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vie-n ajutor!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536"/>
            <a:ext cx="7467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Rămâi, Isus, Preasfinte,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noi cu-al Tău cuvânt,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în credinţă tare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trecem pe pământ.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536"/>
            <a:ext cx="7467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Rămâi cu-a Ta iubire,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Hristos, la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avem răbdare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păsuri şi-n nevoi.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536"/>
            <a:ext cx="7467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binecuvântarea-Ţi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Deasupră-ne să treci,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s-aşteptăm în pace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cea de veci!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4205</TotalTime>
  <Words>127</Words>
  <Application>Microsoft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829</cp:revision>
  <dcterms:created xsi:type="dcterms:W3CDTF">2013-10-07T13:04:08Z</dcterms:created>
  <dcterms:modified xsi:type="dcterms:W3CDTF">2013-12-20T10:07:14Z</dcterms:modified>
  <cp:contentStatus>test</cp:contentStatus>
</cp:coreProperties>
</file>