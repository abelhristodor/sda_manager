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Tatăl nostru cel puternic!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Tatăl nostru cel puternic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’nălţimile cereşti,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e pregătită,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Vino-n ea să locuieşti!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Ruga noastră s-o primeşti,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slab să-l întăreşti!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eşti Tu tăria noastră,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Vântul nu ne va izbi,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aceea, fără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Nicăieri nu vom porni!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în lumina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 pe cale a umbla!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Duhul Tău cel Sfânt revarsă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 ploaie pe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Şi-ntr-al lumii miez de noapte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Împlineşte-al Tău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zelul de-a lucra,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grăbim venirea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4113</TotalTime>
  <Words>115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813</cp:revision>
  <dcterms:created xsi:type="dcterms:W3CDTF">2013-10-07T13:04:08Z</dcterms:created>
  <dcterms:modified xsi:type="dcterms:W3CDTF">2013-12-16T13:02:10Z</dcterms:modified>
  <cp:contentStatus>test</cp:contentStatus>
</cp:coreProperties>
</file>