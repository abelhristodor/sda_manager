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2" r:id="rId3"/>
    <p:sldId id="273" r:id="rId4"/>
    <p:sldId id="274" r:id="rId5"/>
    <p:sldId id="275" r:id="rId6"/>
    <p:sldId id="276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 ceas de asfinţit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678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ceas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asfinţit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ne-am unit: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cu noi, Isuse, Tu,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pace ne condu!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tronul Tău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umbre nu-s;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cântă mii de heruvimi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ţara de lumini!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slab e-al nostru cânt,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fum purtat de vânt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totuşi poartă-al nostru dor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Deasupra stelelor…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jur e-atâta calm,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E-o linişte de psalm…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umele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„Isus” rostim,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pace ne-odihnim!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Visăm un răsărit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viaţă, nesfârşit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până-n zorii lumii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fii cu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4602</TotalTime>
  <Words>139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888</cp:revision>
  <dcterms:created xsi:type="dcterms:W3CDTF">2013-10-07T13:04:08Z</dcterms:created>
  <dcterms:modified xsi:type="dcterms:W3CDTF">2013-12-24T10:34:04Z</dcterms:modified>
  <cp:contentStatus>test</cp:contentStatus>
</cp:coreProperties>
</file>