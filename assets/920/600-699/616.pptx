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Cum strigă-un cerb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616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Cum strigă-un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cerb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setos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apă rece,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Aşa 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setos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strig eu: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lasă-Ţi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haru-asupră-mi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 plece,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apa vieţii dă-mi să beau </a:t>
            </a: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448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Îndurător mă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ţii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pe-a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’ Tale braţe,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îmi dau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seama,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prind curaj: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spre Tine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glasu-mi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 ’nalţe,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Ştiu că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mă-ncerci,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ştiu că nu mă laşi!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Cum poţi, atunci,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plăpândă,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te mai temi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şi-ades’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plângi 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dor</a:t>
            </a: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?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Tresaltă deci, fii veselă şi cântă,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ai în cer un Tată iubitor!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616/920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4082</TotalTime>
  <Words>127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800</cp:revision>
  <dcterms:created xsi:type="dcterms:W3CDTF">2013-10-07T13:04:08Z</dcterms:created>
  <dcterms:modified xsi:type="dcterms:W3CDTF">2013-12-16T12:29:26Z</dcterms:modified>
  <cp:contentStatus>test</cp:contentStatus>
</cp:coreProperties>
</file>