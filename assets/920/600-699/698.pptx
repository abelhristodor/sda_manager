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fiecare zori de 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 zori de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ne va trezi,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învinge noaptea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din nou viaţa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rugăciunii glas şoptit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 cerul infinit,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Comori de pace şi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Primim de sus, din sanctuar…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Pe-al crucii drum însângerat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birui cu-adevărat;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ale frunţii Lui sudori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Răsar, ’naintea noastră, flori…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cheamă Domnul către zări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n-avem frică de-ncercări;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le trecem rând pe rând,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 venire aşteptând.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4933</TotalTime>
  <Words>127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935</cp:revision>
  <dcterms:created xsi:type="dcterms:W3CDTF">2013-10-07T13:04:08Z</dcterms:created>
  <dcterms:modified xsi:type="dcterms:W3CDTF">2013-12-24T11:25:03Z</dcterms:modified>
  <cp:contentStatus>test</cp:contentStatus>
</cp:coreProperties>
</file>