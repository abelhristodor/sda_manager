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Ferice casa!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casa unde Tu,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Musafirul cel mai bun venit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vii cu binecuvântări nespuse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viaţa celor care Te-au primit!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 casa unde toţi aşteaptă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Porunca Ta sau blândul Tău îndemn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tot pasul către Tine-ndreaptă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ochiul, aşteptând un semn.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744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casa unde soţ, soţie,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Tine, Doamne-un spirit sunt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şi-un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Şi-având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drept chezăşie,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Deplin uniţi în noua viaţă sunt,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unde amândoi mereu cu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greu şi-n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dornici se unesc,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le eşti nădejdea de mai 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Tine tot mai mult ei se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casa unde copilaşul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rugăciune zilnic Ţi-e adus,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Tu să-l aperi,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pasul,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 bun al celor mici,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unde toţi cu dragoste aleargă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asculte sfatul Tău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mici să-nveţe-n adevăr să meargă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jugul Tău cel lesne de purtat!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 casa unde bucuria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toţi o-mpart întâi şi-ntâi,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în dureri tot Tu eşti doctoria,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pe toţi îi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vindeci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Ferice-apoi când la sfârşit de cale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pregătiţi privesc cu dor nespus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marea zi a revenirii Tale,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Tu să-i iei la Tine, scump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4560</TotalTime>
  <Words>253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875</cp:revision>
  <dcterms:created xsi:type="dcterms:W3CDTF">2013-10-07T13:04:08Z</dcterms:created>
  <dcterms:modified xsi:type="dcterms:W3CDTF">2013-12-20T10:50:59Z</dcterms:modified>
  <cp:contentStatus>test</cp:contentStatus>
</cp:coreProperties>
</file>