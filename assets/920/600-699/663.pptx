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1" r:id="rId3"/>
    <p:sldId id="272" r:id="rId4"/>
    <p:sldId id="273" r:id="rId5"/>
    <p:sldId id="274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Sfinţeşte, Doamne,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casa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Sfinţeşte, Doamne, casa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să fie peste 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Prinos al veşnicei iubiri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Ţi-aducem jertfă mulţumiri!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eşti de îngeri mai presus,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întreg nu Ţi-e de-ajuns,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Tu aşa făgăduieşti: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casa Ta să locuieşti!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Aici să afle pacea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ce pe Tine Te-or chema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cei cu inima curaţi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binecuvântaţi!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fie-aici un colţ de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viaţă pentru cei ce pier,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guste orişicine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şi dreptatea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4533</TotalTime>
  <Words>118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868</cp:revision>
  <dcterms:created xsi:type="dcterms:W3CDTF">2013-10-07T13:04:08Z</dcterms:created>
  <dcterms:modified xsi:type="dcterms:W3CDTF">2013-12-20T10:43:28Z</dcterms:modified>
  <cp:contentStatus>test</cp:contentStatus>
</cp:coreProperties>
</file>