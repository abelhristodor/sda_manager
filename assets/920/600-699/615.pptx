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ziua sfântă de Sabat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ziua sfântă de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Atrage-mă la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drumul drept să nu m-abat,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Porunca s-o pot ţine!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udă-al inimii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ploaia Duhului Tău Sfânt;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setea să-mi aline…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pâinea ce se frânge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slova Cărţii sfinte,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 Ta iubire, cu-al Tău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satură, Părinte!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pacea şi-al iubirii foc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inimi să-şi găsească 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fapte şi-n cuvinte.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ziua sfântă de Sabat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Îmbracă-mă-n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Cărarea vieţii s-o străbat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Făcând doar sfânta-Ţi vrere!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S-ajung cu Tine la liman,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văd cerescul Canaan,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Suprema mângâiere.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4078</TotalTime>
  <Words>133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798</cp:revision>
  <dcterms:created xsi:type="dcterms:W3CDTF">2013-10-07T13:04:08Z</dcterms:created>
  <dcterms:modified xsi:type="dcterms:W3CDTF">2013-12-16T12:27:32Z</dcterms:modified>
  <cp:contentStatus>test</cp:contentStatus>
</cp:coreProperties>
</file>