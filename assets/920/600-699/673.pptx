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printr-o mamă,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viaţă ne-a chemat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Dumnezeu, printr-o mamă,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viaţă ne-a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Să-nţelegem iubirea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care ne-a creat.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semn ceresc,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lung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mamei suflet ne-a vegheat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Şi-ntr-un cântec de leagăn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Odihnă am aflat.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câte-o mamă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dragoste ne-a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fie aproape,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har îmbelşugat;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sol divin, de-a lung de drum,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mamei suflet ne-a-ndemnat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creştem spre soare,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nufărul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Dumnezeu, ca o mamă,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Lui ne-a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strângă sub aripi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lumea de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un veşnic dor, de-a lung de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mamei suflet ne-a-ndrumat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ajungem acasă,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adorat.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4573</TotalTime>
  <Words>145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881</cp:revision>
  <dcterms:created xsi:type="dcterms:W3CDTF">2013-10-07T13:04:08Z</dcterms:created>
  <dcterms:modified xsi:type="dcterms:W3CDTF">2013-12-20T10:57:48Z</dcterms:modified>
  <cp:contentStatus>test</cp:contentStatus>
</cp:coreProperties>
</file>