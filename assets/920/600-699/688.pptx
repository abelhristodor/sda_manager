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Rămâi cu pacea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Părinte, Te rugăm,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Duhul Sfânt a Te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Ţie ne-ncredinţăm!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harul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ziua-i spre apus,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fereşti de orice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dragostea Ta,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pe veci în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Tată, Te rugăm,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fii speranţă în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Te aşteptăm!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4899</TotalTime>
  <Words>100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925</cp:revision>
  <dcterms:created xsi:type="dcterms:W3CDTF">2013-10-07T13:04:08Z</dcterms:created>
  <dcterms:modified xsi:type="dcterms:W3CDTF">2013-12-24T10:51:48Z</dcterms:modified>
  <cp:contentStatus>test</cp:contentStatus>
</cp:coreProperties>
</file>