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12/16/2013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Veniţi cu toţi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să ne-nchinăm!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621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6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Veniţi cu toţi să ne-nchinăm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tronul sfânt de milă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de la Domnul să aflăm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 şi lumină.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6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Veniţi cu toţi să ascultăm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Domnului solie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toţi aminte să luăm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glasul ce ne-mbie.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6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Veniţi cu toţi să ne smerim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Sub mâna Celui Tare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de la Domnul să primim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binecuvântare.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6"/>
            <a:ext cx="7848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Veniţi la tronul plin de har,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Veniţi, cât El vă-mbie,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Gustaţi din Pâinea vieţii-n dar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Şi beţi din Apa vie.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621/920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4093</TotalTime>
  <Words>110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804</cp:revision>
  <dcterms:created xsi:type="dcterms:W3CDTF">2013-10-07T13:04:08Z</dcterms:created>
  <dcterms:modified xsi:type="dcterms:W3CDTF">2013-12-16T12:35:50Z</dcterms:modified>
  <cp:contentStatus>test</cp:contentStatus>
</cp:coreProperties>
</file>