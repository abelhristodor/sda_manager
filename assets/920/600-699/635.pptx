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Bun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590800" y="536"/>
            <a:ext cx="6553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Bun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590800" y="536"/>
            <a:ext cx="6553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Spirit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Ne-arată voia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sfântul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590800" y="536"/>
            <a:ext cx="6553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Stai lângă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pui pecetea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inimi şi-n gând!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4125</TotalTime>
  <Words>70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820</cp:revision>
  <dcterms:created xsi:type="dcterms:W3CDTF">2013-10-07T13:04:08Z</dcterms:created>
  <dcterms:modified xsi:type="dcterms:W3CDTF">2013-12-20T09:55:14Z</dcterms:modified>
  <cp:contentStatus>test</cp:contentStatus>
</cp:coreProperties>
</file>