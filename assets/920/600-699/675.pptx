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Din amurg de zare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675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/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amurg de zare,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 marL="742950" indent="-742950"/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ătre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plin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dor,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Zilnic ne-a condus mama,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nger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păzitor.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Stropi de cer, ploi de har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umai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poţi revărsa,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După voia Ta, Doamne,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entru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mama mea!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675/920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Spre mai sus de stele,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zbor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păsări lin,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Zilnic şi-a ’nălţat mama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G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las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rugă plin.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Stropi de cer, ploi de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har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umai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poţi revărsa,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După voia Ta, Doamne,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entru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mama mea!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675/920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Din adânc de vreme,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umbră-a Celui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Zilnic ne-a vegheat mama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acest pământ.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 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Stropi de cer, ploi de har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umai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poţi revărsa,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După voia Ta, Doamne,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entru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mama mea!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675/920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4595</TotalTime>
  <Words>143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885</cp:revision>
  <dcterms:created xsi:type="dcterms:W3CDTF">2013-10-07T13:04:08Z</dcterms:created>
  <dcterms:modified xsi:type="dcterms:W3CDTF">2013-12-20T11:01:46Z</dcterms:modified>
  <cp:contentStatus>test</cp:contentStatus>
</cp:coreProperties>
</file>