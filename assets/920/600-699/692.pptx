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12/24/2013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Iar o noapte-am odihnit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o noapte-am odihnit,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De-orice rău am fost păzit…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Tată, cum mereu mi-ai fost,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Fi-mi şi astăzi adăpost.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Spirit Sfânt, să-mi dai şi sfat,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aperi de păcat!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al vieţii drum spinos,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 să merg victorios!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Binele să-l săvârşesc,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 rău să ocolesc,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Legea Ta mereu s-o ţin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Tine demn să fiu!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4911</TotalTime>
  <Words>100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929</cp:revision>
  <dcterms:created xsi:type="dcterms:W3CDTF">2013-10-07T13:04:08Z</dcterms:created>
  <dcterms:modified xsi:type="dcterms:W3CDTF">2013-12-24T11:00:19Z</dcterms:modified>
  <cp:contentStatus>test</cp:contentStatus>
</cp:coreProperties>
</file>