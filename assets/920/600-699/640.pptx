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handoutMasterIdLst>
    <p:handoutMasterId r:id="rId7"/>
  </p:handoutMasterIdLst>
  <p:sldIdLst>
    <p:sldId id="257" r:id="rId2"/>
    <p:sldId id="270" r:id="rId3"/>
    <p:sldId id="271" r:id="rId4"/>
    <p:sldId id="272" r:id="rId5"/>
  </p:sldIdLst>
  <p:sldSz cx="9144000" cy="6858000" type="screen4x3"/>
  <p:notesSz cx="6858000" cy="91440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DD4B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6019" autoAdjust="0"/>
    <p:restoredTop sz="94595" autoAdjust="0"/>
  </p:normalViewPr>
  <p:slideViewPr>
    <p:cSldViewPr>
      <p:cViewPr>
        <p:scale>
          <a:sx n="50" d="100"/>
          <a:sy n="50" d="100"/>
        </p:scale>
        <p:origin x="-1722" y="-106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BFE3429-872E-4523-809B-7A0BAA095DAB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D754CC-FE53-4598-8192-1A208EF3D0F6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o-RO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B81B913-81F6-4B4E-9B50-70EEE9F43977}" type="datetimeFigureOut">
              <a:rPr lang="en-US" smtClean="0"/>
              <a:pPr/>
              <a:t>12/20/2013</a:t>
            </a:fld>
            <a:endParaRPr lang="ro-RO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o-RO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ro-RO" smtClean="0"/>
              <a:t>131/920</a:t>
            </a:r>
            <a:endParaRPr lang="ro-R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B670031-C710-4790-BDCF-54A0A1FF89E4}" type="slidenum">
              <a:rPr lang="ro-RO" smtClean="0"/>
              <a:pPr/>
              <a:t>‹#›</a:t>
            </a:fld>
            <a:endParaRPr 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  <p:sp>
        <p:nvSpPr>
          <p:cNvPr id="6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11" name="TextBox 10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2008946-02E7-4AE2-A518-9FE65EEDFBF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687DC62-F92A-47AE-AAAA-9175E3D912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4E920E-5561-434B-ACD9-8CF66811B26A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A6DBFE-D726-44E2-8911-6170F3F3978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C215ACD-4C89-452A-A4B5-B97511FB886E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DF3C472-BEBC-4182-B538-C9C8FEFD7C03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2C5F5-FB8F-43D7-A379-4646155905D9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en-US" noProof="0" smtClean="0"/>
              <a:t>Click icon to add picture</a:t>
            </a:r>
            <a:endParaRPr lang="ro-RO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E785C2-62BC-4756-9448-4E83597DF724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3191802-2CD6-4E5E-953D-9773291BB8A5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ro-RO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ro-RO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7A5A0B3-B01E-4A32-9C4A-56431404B5AB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1"/>
          <p:cNvSpPr txBox="1">
            <a:spLocks noChangeArrowheads="1"/>
          </p:cNvSpPr>
          <p:nvPr userDrawn="1"/>
        </p:nvSpPr>
        <p:spPr bwMode="auto">
          <a:xfrm>
            <a:off x="1219200" y="990600"/>
            <a:ext cx="7924800" cy="50165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Cerul </a:t>
            </a: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ne tot cheamă,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N-avem nici o teamă,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Drumul, oricât ar fi de greu!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Valea morţii părăsim,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Printre stânci mereu suim,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Drumul aspru, drumul aspru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  <a:t>	toţi îl ştim! </a:t>
            </a:r>
            <a:br>
              <a:rPr lang="ro-RO" altLang="ro-RO" sz="4000" dirty="0">
                <a:solidFill>
                  <a:schemeClr val="bg1"/>
                </a:solidFill>
                <a:latin typeface="Georgia" pitchFamily="18" charset="0"/>
              </a:rPr>
            </a:br>
            <a:endParaRPr lang="ro-RO" sz="4000" dirty="0"/>
          </a:p>
        </p:txBody>
      </p:sp>
      <p:sp>
        <p:nvSpPr>
          <p:cNvPr id="8" name="TextBox 7"/>
          <p:cNvSpPr txBox="1"/>
          <p:nvPr userDrawn="1"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9" name="TextBox 8"/>
          <p:cNvSpPr txBox="1"/>
          <p:nvPr userDrawn="1"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ro-RO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1/300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1295400" y="990600"/>
            <a:ext cx="60465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1.</a:t>
            </a:r>
            <a:endParaRPr lang="ro-RO" sz="400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ro-RO" smtClean="0"/>
              <a:t>Click to edit Master text styles</a:t>
            </a:r>
          </a:p>
          <a:p>
            <a:pPr lvl="1"/>
            <a:r>
              <a:rPr lang="en-US" altLang="ro-RO" smtClean="0"/>
              <a:t>Second level</a:t>
            </a:r>
          </a:p>
          <a:p>
            <a:pPr lvl="2"/>
            <a:r>
              <a:rPr lang="en-US" altLang="ro-RO" smtClean="0"/>
              <a:t>Third level</a:t>
            </a:r>
          </a:p>
          <a:p>
            <a:pPr lvl="3"/>
            <a:r>
              <a:rPr lang="en-US" altLang="ro-RO" smtClean="0"/>
              <a:t>Fourth level</a:t>
            </a:r>
          </a:p>
          <a:p>
            <a:pPr lvl="4"/>
            <a:r>
              <a:rPr lang="en-US" altLang="ro-RO" smtClean="0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smtClean="0"/>
            </a:lvl1pPr>
          </a:lstStyle>
          <a:p>
            <a:pPr>
              <a:defRPr/>
            </a:pPr>
            <a:endParaRPr lang="en-US" altLang="ro-RO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smtClean="0"/>
            </a:lvl1pPr>
          </a:lstStyle>
          <a:p>
            <a:pPr>
              <a:defRPr/>
            </a:pPr>
            <a:r>
              <a:rPr lang="en-US" altLang="ro-RO" smtClean="0"/>
              <a:t>131/920</a:t>
            </a:r>
            <a:endParaRPr lang="en-US" altLang="ro-RO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=""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=""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=""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smtClean="0"/>
            </a:lvl1pPr>
          </a:lstStyle>
          <a:p>
            <a:pPr>
              <a:defRPr/>
            </a:pPr>
            <a:fld id="{7C9D3C46-9D38-4088-92A6-9CF3BEF27B41}" type="slidenum">
              <a:rPr lang="en-US" altLang="ro-RO" smtClean="0"/>
              <a:pPr>
                <a:defRPr/>
              </a:pPr>
              <a:t>‹#›</a:t>
            </a:fld>
            <a:endParaRPr lang="en-US" altLang="ro-RO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49" r:id="rId12"/>
  </p:sldLayoutIdLst>
  <p:hf sldNum="0" hdr="0" dt="0"/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itchFamily="18" charset="0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Char char="•"/>
        <a:defRPr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Char char="–"/>
        <a:defRPr sz="2800">
          <a:solidFill>
            <a:schemeClr val="tx1"/>
          </a:solidFill>
          <a:latin typeface="+mn-lt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Char char="•"/>
        <a:defRPr sz="2400">
          <a:solidFill>
            <a:schemeClr val="tx1"/>
          </a:solidFill>
          <a:latin typeface="+mn-lt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5146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9718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34290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886200" indent="-228600" algn="l" rtl="0" eaLnBrk="1" fontAlgn="base" hangingPunct="1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ro-RO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0" y="2971800"/>
            <a:ext cx="9144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vi-VN" altLang="ro-RO" sz="4800" b="1" dirty="0" smtClean="0">
                <a:solidFill>
                  <a:schemeClr val="bg1"/>
                </a:solidFill>
                <a:latin typeface="Georgia" pitchFamily="18" charset="0"/>
              </a:rPr>
              <a:t>’Nălţată spre unire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194137"/>
            <a:ext cx="914399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altLang="ro-RO" sz="6000" b="1" dirty="0" smtClean="0">
                <a:solidFill>
                  <a:srgbClr val="FFDD4B"/>
                </a:solidFill>
                <a:latin typeface="Georgia" pitchFamily="18" charset="0"/>
              </a:rPr>
              <a:t>Imnul 640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1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’Nălţată spre unire,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o boltă-n zidire,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Veşnic să fie stăpână,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noi, a Ta mână…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2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De-i nor sau zi senină,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cerc de lumină,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Pune, cu pace deplină,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noi, a Ta mână…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1"/>
          <p:cNvSpPr txBox="1">
            <a:spLocks noChangeArrowheads="1"/>
          </p:cNvSpPr>
          <p:nvPr/>
        </p:nvSpPr>
        <p:spPr bwMode="auto">
          <a:xfrm>
            <a:off x="1981200" y="536"/>
            <a:ext cx="7162800" cy="255454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anchor="ctr">
            <a:spAutoFit/>
          </a:bodyPr>
          <a:lstStyle/>
          <a:p>
            <a:r>
              <a:rPr lang="en-US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3</a:t>
            </a:r>
            <a:r>
              <a:rPr lang="ro-RO" altLang="ro-RO" sz="4000" b="1" dirty="0" smtClean="0">
                <a:solidFill>
                  <a:srgbClr val="FFDD4B"/>
                </a:solidFill>
                <a:latin typeface="Georgia" pitchFamily="18" charset="0"/>
              </a:rPr>
              <a:t>.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Prin mare sau pustie,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Ca un 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stâlp sau făclie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  <a:endParaRPr lang="vi-VN" altLang="ro-RO" sz="4000" dirty="0" smtClean="0">
              <a:solidFill>
                <a:schemeClr val="bg1"/>
              </a:solidFill>
              <a:latin typeface="Georgia" pitchFamily="18" charset="0"/>
            </a:endParaRP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</a:t>
            </a:r>
            <a:r>
              <a:rPr lang="ro-RO" altLang="ro-RO" sz="4000" dirty="0" smtClean="0">
                <a:solidFill>
                  <a:schemeClr val="bg1"/>
                </a:solidFill>
                <a:latin typeface="Georgia" pitchFamily="18" charset="0"/>
              </a:rPr>
              <a:t>ână la cer să rămâ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nă</a:t>
            </a:r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,</a:t>
            </a:r>
          </a:p>
          <a:p>
            <a:r>
              <a:rPr lang="vi-VN" altLang="ro-RO" sz="4000" dirty="0" smtClean="0">
                <a:solidFill>
                  <a:schemeClr val="bg1"/>
                </a:solidFill>
                <a:latin typeface="Georgia" pitchFamily="18" charset="0"/>
              </a:rPr>
              <a:t>Peste noi, a Ta mână…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200" y="6400800"/>
            <a:ext cx="5181600" cy="36988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ro-RO" sz="1800" dirty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IMNURI CREȘTINE 2013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86200" y="6324600"/>
            <a:ext cx="5181600" cy="461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algn="r">
              <a:defRPr/>
            </a:pPr>
            <a:r>
              <a:rPr lang="en-US" dirty="0" smtClean="0">
                <a:solidFill>
                  <a:schemeClr val="bg1">
                    <a:lumMod val="50000"/>
                  </a:schemeClr>
                </a:solidFill>
                <a:latin typeface="Georgia" panose="02040502050405020303" pitchFamily="18" charset="0"/>
              </a:rPr>
              <a:t>640/920</a:t>
            </a:r>
            <a:endParaRPr lang="ro-RO" dirty="0">
              <a:solidFill>
                <a:schemeClr val="bg1">
                  <a:lumMod val="50000"/>
                </a:schemeClr>
              </a:solidFill>
              <a:latin typeface="Georgia" panose="02040502050405020303" pitchFamily="18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Imnuri noi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Imnuri noi</Template>
  <TotalTime>4197</TotalTime>
  <Words>95</Words>
  <Application>Microsoft PowerPoint</Application>
  <PresentationFormat>On-screen Show (4:3)</PresentationFormat>
  <Paragraphs>20</Paragraphs>
  <Slides>4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Imnuri noi</vt:lpstr>
      <vt:lpstr>Slide 1</vt:lpstr>
      <vt:lpstr>Slide 2</vt:lpstr>
      <vt:lpstr>Slide 3</vt:lpstr>
      <vt:lpstr>Slide 4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131</dc:title>
  <dc:subject>aaaaa</dc:subject>
  <dc:creator>Ionut I</dc:creator>
  <cp:lastModifiedBy>Luminita</cp:lastModifiedBy>
  <cp:revision>828</cp:revision>
  <dcterms:created xsi:type="dcterms:W3CDTF">2013-10-07T13:04:08Z</dcterms:created>
  <dcterms:modified xsi:type="dcterms:W3CDTF">2013-12-20T10:06:06Z</dcterms:modified>
  <cp:contentStatus>test</cp:contentStatus>
</cp:coreProperties>
</file>