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Doamne, Tu mi-ai dat!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Doamne, Tu mi-ai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cumpă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mă ştii salvat din căderea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bucurie-aş vrea să-Ţi dau şi eu ceva!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darul meu: toată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E, poate, prea puţin ce Îţi dăruiesc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Dar, chiar de sunt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sărac,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de mult aş vrea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puţin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Ţi-aş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darul meu: toată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Mi-arată, Doamne, Tu,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lucrez,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dragostea dintâi paşii să-Ţi urmez…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pentru Tine-aş vrea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 şi eu ceva;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darul meu: toată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Mereu mai mult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spun,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C-un dor aprins în piept,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fost de bun!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eu voi sta întreagă viaţa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darul meu: toată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4225</TotalTime>
  <Words>189</Words>
  <Application>Microsoft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836</cp:revision>
  <dcterms:created xsi:type="dcterms:W3CDTF">2013-10-07T13:04:08Z</dcterms:created>
  <dcterms:modified xsi:type="dcterms:W3CDTF">2013-12-20T10:12:25Z</dcterms:modified>
  <cp:contentStatus>test</cp:contentStatus>
</cp:coreProperties>
</file>