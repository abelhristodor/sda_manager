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Voi, care locuiţi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sub soare!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care locuiţi sub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în sfântă adorare!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Iubirii fără de hotare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Celui Sfânt şi bun, şi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credinţă-n umilinţă,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Jertfă sfântă să aducă fiecare!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Veniţi, la ceasul închinării,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rodul binecuvântării!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Răsară azi recunoştinţă,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dragoste şi umilinţă,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Domnul, Dătătorul,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 ’nalţe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consacrarea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care locuiţi sub soare,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zi de sfântă sărbătoare!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cu mâini nevinovate,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inimi şi simţiri curate,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Soli ai păcii, fiecare,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lume duceţi vestea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salvatoare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4092</TotalTime>
  <Words>138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804</cp:revision>
  <dcterms:created xsi:type="dcterms:W3CDTF">2013-10-07T13:04:08Z</dcterms:created>
  <dcterms:modified xsi:type="dcterms:W3CDTF">2013-12-16T12:35:08Z</dcterms:modified>
  <cp:contentStatus>test</cp:contentStatus>
</cp:coreProperties>
</file>