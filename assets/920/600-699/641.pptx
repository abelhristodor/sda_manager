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0" r:id="rId3"/>
    <p:sldId id="271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Harul lui Isus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536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Harul lui Isus cel 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iubirea Tatălui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binecuvântare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noi, copiii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536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rămânem în unire,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Fraţi ai Mielului cel blând,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Plini de pace şi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Întăriţi prin Spirit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4201</TotalTime>
  <Words>55</Words>
  <Application>Microsoft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828</cp:revision>
  <dcterms:created xsi:type="dcterms:W3CDTF">2013-10-07T13:04:08Z</dcterms:created>
  <dcterms:modified xsi:type="dcterms:W3CDTF">2013-12-20T10:06:29Z</dcterms:modified>
  <cp:contentStatus>test</cp:contentStatus>
</cp:coreProperties>
</file>