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0" r:id="rId3"/>
    <p:sldId id="271" r:id="rId4"/>
    <p:sldId id="272" r:id="rId5"/>
    <p:sldId id="273" r:id="rId6"/>
    <p:sldId id="274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seara s-a lăsat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603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seara s-a lăsat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cerul înstelat,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Soarele blând când a apus,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Aproape eşti, Isus…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Ne-ai dat Sabatul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Veşnicul legământ,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clipe dulci, din pacea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umpli inima.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Cerul e pe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suflet şi în gând,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dai şi harul Tău bogat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ne-ai răscumpărat.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Sigiliul Tău l-ai pus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Pe-această zi,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semn divin, de neschimbat,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ziua de Sabat.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Tu ne vei lua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strălucirea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Sabat veşnic vom serba,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Mărire, Osana!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4050</TotalTime>
  <Words>136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786</cp:revision>
  <dcterms:created xsi:type="dcterms:W3CDTF">2013-10-07T13:04:08Z</dcterms:created>
  <dcterms:modified xsi:type="dcterms:W3CDTF">2013-12-16T11:32:53Z</dcterms:modified>
  <cp:contentStatus>test</cp:contentStatus>
</cp:coreProperties>
</file>