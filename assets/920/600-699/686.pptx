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2" r:id="rId3"/>
    <p:sldId id="273" r:id="rId4"/>
    <p:sldId id="274" r:id="rId5"/>
    <p:sldId id="275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Doamne, noaptea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s-a lăsat!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686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noaptea s-a lăsat,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mă simt împovărat…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eşti Astru preacurat,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cu mine ne-ncetat!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Munca zilei s-a sfârşit,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Fii, Isuse, preamărit!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Ştiu că Tu mi-ai dăruit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Noaptea pentru odihnit.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Iată, stele-acum zăresc,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cât de frumos lucesc,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Parcă-aud cum povestesc: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„Cât de mult Eu te iubesc!”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Amândouă mâini le-adun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Rugăciunea să mi-o spun: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Odihneşte-mă acum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Dumnezeule preabun!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4629</TotalTime>
  <Words>107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895</cp:revision>
  <dcterms:created xsi:type="dcterms:W3CDTF">2013-10-07T13:04:08Z</dcterms:created>
  <dcterms:modified xsi:type="dcterms:W3CDTF">2013-12-24T10:44:17Z</dcterms:modified>
  <cp:contentStatus>test</cp:contentStatus>
</cp:coreProperties>
</file>