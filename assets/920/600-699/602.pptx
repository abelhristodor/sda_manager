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Bine-ai venit,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Sabat divin!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Bine-ai venit, Sabat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stindardul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trup şi suflet mă închin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Pe-al lumii drum întunecos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Zilnic eu pot umbla,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iubirii lui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lumina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de mă vei căuta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zori şi-n asfinţit,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eu sunt şi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caut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4048</TotalTime>
  <Words>82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785</cp:revision>
  <dcterms:created xsi:type="dcterms:W3CDTF">2013-10-07T13:04:08Z</dcterms:created>
  <dcterms:modified xsi:type="dcterms:W3CDTF">2013-12-16T11:32:17Z</dcterms:modified>
  <cp:contentStatus>test</cp:contentStatus>
</cp:coreProperties>
</file>