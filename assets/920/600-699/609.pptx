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scumpă Şcoală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Sabat!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609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6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O,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scumpă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Şcoală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Sabat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Cu drag te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regăsesc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-s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tot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mai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dornic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de-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nvăţat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Mai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dornic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mplinesc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6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tine-ntâi am cunoscut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Solia ce-a sosit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Betleem când S-a născut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păcii Prinţ iubit.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6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tot în tine am aflat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sunt de păcătos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că speranţa de scăpat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numai în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6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De-aceea noi te preţuim,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Comoară de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ne-nveţi curaţi să fim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fapte şi în gând.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4070</TotalTime>
  <Words>110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792</cp:revision>
  <dcterms:created xsi:type="dcterms:W3CDTF">2013-10-07T13:04:08Z</dcterms:created>
  <dcterms:modified xsi:type="dcterms:W3CDTF">2013-12-16T12:22:27Z</dcterms:modified>
  <cp:contentStatus>test</cp:contentStatus>
</cp:coreProperties>
</file>