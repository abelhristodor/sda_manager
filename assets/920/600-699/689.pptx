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mireasma rugii sfinte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mireasma rugii 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Spuse-n ceas de asfinţit,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mi-e iarăşi plină,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 mi-e liniştit…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Într-o clipă, ca o taină,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Zborul cântecului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Trece negurile lumii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sus, la Dumnezeu…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mă simt din nou acasă,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preţ răscumpărat,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mai mult decât vreodată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crezut şi am sperat…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din nou, în şoapta rugii,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revărs tot dorul meu.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iubirea-Ţi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ia-mă-n cerul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4901</TotalTime>
  <Words>123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926</cp:revision>
  <dcterms:created xsi:type="dcterms:W3CDTF">2013-10-07T13:04:08Z</dcterms:created>
  <dcterms:modified xsi:type="dcterms:W3CDTF">2013-12-24T10:52:39Z</dcterms:modified>
  <cp:contentStatus>test</cp:contentStatus>
</cp:coreProperties>
</file>