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ce frumos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 să-nvăţăm!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frumos e să-nvăţăm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Şcoala de Sabat!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Ne-aşteaptă Domnul s-adunăm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pâinea ce ne-a dat…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Său Cuvânt ne va-ndruma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 vieţii cale grea…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Primim cu toată inima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Învăţătura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lumină am aflat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şcoala lui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drumul bun ne-a arătat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cerul luminos!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Privind şi azi la chipul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Urmăm pe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lumină am aflat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Şcoala de Sabat!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Părtaşi la tot ce ne-a promis,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Domnul Îl slăvim!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cer avem un drum deschis,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ne-ntâlnim!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biruim orice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am învăţat!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putere am aflat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Şcoala de Sabat!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4075</TotalTime>
  <Words>142</Words>
  <Application>Microsoft PowerPoint</Application>
  <PresentationFormat>On-screen Show (4:3)</PresentationFormat>
  <Paragraphs>31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795</cp:revision>
  <dcterms:created xsi:type="dcterms:W3CDTF">2013-10-07T13:04:08Z</dcterms:created>
  <dcterms:modified xsi:type="dcterms:W3CDTF">2013-12-16T12:24:14Z</dcterms:modified>
  <cp:contentStatus>test</cp:contentStatus>
</cp:coreProperties>
</file>