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70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Lasă, Doamne, binecuvântări!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633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536"/>
            <a:ext cx="8153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Lasă, Doamne, binecuvântări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ruga sfintei adunări!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din minunatul Tău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coboare cerul pe pământ…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Dă-ne astăzi, Te rugăm,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Lumina Ta şi pacea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4122</TotalTime>
  <Words>49</Words>
  <Application>Microsoft PowerPoint</Application>
  <PresentationFormat>On-screen Show (4:3)</PresentationFormat>
  <Paragraphs>10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817</cp:revision>
  <dcterms:created xsi:type="dcterms:W3CDTF">2013-10-07T13:04:08Z</dcterms:created>
  <dcterms:modified xsi:type="dcterms:W3CDTF">2013-12-20T09:53:56Z</dcterms:modified>
  <cp:contentStatus>test</cp:contentStatus>
</cp:coreProperties>
</file>