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1" r:id="rId3"/>
    <p:sldId id="272" r:id="rId4"/>
    <p:sldId id="273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O, cât de plăcut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este locul!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660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0"/>
            <a:ext cx="8839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cât de plăcut este locul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care cu toţi ne-adunăm,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Noi toţi, credincioşi fraţi în Domnul,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Frumos este când ne rugăm!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 frumos, ce frumos,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locul în care cântăm!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frumos, ce frumos,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Domnului ne consacrăm!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660/920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0"/>
            <a:ext cx="8839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cât de sfinţit este locul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care, cu imnuri cereşti,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Se-adună să laude pe Domnul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Atâtea oştiri îngereşti!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 frumos, ce frumos,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locul în care cântăm!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frumos, ce frumos,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Domnului ne consacrăm!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660/920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0"/>
            <a:ext cx="8839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cât de măreţ este locul,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Acolo în inima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Rege în ea este Domnul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pace te poţi închina!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 frumos, ce frumos,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locul în care cântăm!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frumos, ce frumos,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Domnului ne consacrăm!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660/920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4430</TotalTime>
  <Words>175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865</cp:revision>
  <dcterms:created xsi:type="dcterms:W3CDTF">2013-10-07T13:04:08Z</dcterms:created>
  <dcterms:modified xsi:type="dcterms:W3CDTF">2013-12-20T10:37:43Z</dcterms:modified>
  <cp:contentStatus>test</cp:contentStatus>
</cp:coreProperties>
</file>