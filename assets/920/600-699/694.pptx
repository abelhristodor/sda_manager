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Isuse blând,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lumina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 blând, lumina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noaptea-aceasta m-ai păzit…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cum mă scol, eu, faţa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vreau, că-i dulce la privit!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M-am odihnit sub ochiul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capul meu ai privegheat;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m-ai ferit de orice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sănătos m-ai deşteptat.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Acum din nou viaţă-mi dai,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 tot Ţie Ţi-o închin!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preajma mea Te rog să stai,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veac de Tine să mă ţin…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mâna Ta mă ţine Tu,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mai cad pe drumul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 Ta iubire mă condu,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rămân pe veci al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4908</TotalTime>
  <Words>147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931</cp:revision>
  <dcterms:created xsi:type="dcterms:W3CDTF">2013-10-07T13:04:08Z</dcterms:created>
  <dcterms:modified xsi:type="dcterms:W3CDTF">2013-12-24T11:02:53Z</dcterms:modified>
  <cp:contentStatus>test</cp:contentStatus>
</cp:coreProperties>
</file>