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fericit e-acel cămin!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fericit e-acel cămin,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e domn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e nimic de har mai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 mai preţios!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fericit e-acel cămin,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sunt rugăciuni!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ca un colţ de cer senin,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Păzit de îngeri buni!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fericit e-acel cămin,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toţi doresc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Cuvântului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care ei clădesc!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rămâi cu pacea 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al meu cămin,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Ta s-o pot cânta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şi-n veci,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4559</TotalTime>
  <Words>117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875</cp:revision>
  <dcterms:created xsi:type="dcterms:W3CDTF">2013-10-07T13:04:08Z</dcterms:created>
  <dcterms:modified xsi:type="dcterms:W3CDTF">2013-12-20T10:51:30Z</dcterms:modified>
  <cp:contentStatus>test</cp:contentStatus>
</cp:coreProperties>
</file>