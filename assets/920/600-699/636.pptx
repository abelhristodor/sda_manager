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paşi de rugă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paşi de rugă, mă îndrept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caut faţa Ta.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dai, din harul ce-l aştept,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e partea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Apoi, din pagini de Scripturi,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cum îmi vorbeşti.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ştiu că-n planul Tău ceresc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încă mă iubeşti!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Povara luptei e prea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am har de-ajuns!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port nu pot, dar voi putea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Tine, scump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Ţie-Ţi dau tot dorul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fi curat şi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vreau să fiu al Tău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un nou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4127</TotalTime>
  <Words>129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820</cp:revision>
  <dcterms:created xsi:type="dcterms:W3CDTF">2013-10-07T13:04:08Z</dcterms:created>
  <dcterms:modified xsi:type="dcterms:W3CDTF">2013-12-20T09:56:04Z</dcterms:modified>
  <cp:contentStatus>test</cp:contentStatus>
</cp:coreProperties>
</file>