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Rămâi cu noi,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ziua pe sfârşite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noi, e ziua pe sfârşite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noaptea grea curând se va lăsa…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fi dureri pe drumuri pustiite,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Isuse, nu pleca!…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Rămâi, rămâi, doar Tu ne însenini!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plânsul greu să fii cu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Tine ne-om simţi străini!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rămâi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noi, ne-a fost aşa de bine!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glasul Tău pe toţi ne-ai alinat…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fost izvor şi frângere de pâine,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Ne-ai fost balsam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însângerat…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Rămâi, rămâi, doar Tu ne însenini!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plânsul greu să fii cu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Tine ne-om simţi străini!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rămâi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 cu noi, atât mai ştim a spune;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Cuvinte nu-s mai mult să Te rugăm!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Nădejdi se-aprind la stingere de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vii la noi, cu Tine să plecăm…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Rămâi, rămâi, doar Tu ne însenini!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plânsul greu să fii cu noi!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de Tine ne-om simţi străini!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noi, rămâi cu noi!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4060</TotalTime>
  <Words>226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789</cp:revision>
  <dcterms:created xsi:type="dcterms:W3CDTF">2013-10-07T13:04:08Z</dcterms:created>
  <dcterms:modified xsi:type="dcterms:W3CDTF">2013-12-16T11:39:18Z</dcterms:modified>
  <cp:contentStatus>test</cp:contentStatus>
</cp:coreProperties>
</file>