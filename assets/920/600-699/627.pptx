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 sfinte,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prea’ndurate!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627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536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 sfinte, prea’ndurate,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Vino, fii şi azi cu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Astăzi şi întotdeauna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Protejează-ne-n nevoi!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Întăreşte paşii noştri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al vieţii drum spinos,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ispită ne fereşte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de tot ce-i stricăcios.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536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Dă-ne azi din apa vieţii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pahar curat şi plin,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Dă-ne pâinea Ta cerească,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Mană sfântă, dar divin!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Lasă soarele dreptăţii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Să-şi reverse peste noi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Razele vindecătoare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creează inimi noi.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536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Te rugăm să vii, Părinte,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 din noi un templu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în noi şi noi în Tine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vom fi pe-acest pământ.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făpturi din nou născute,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Facle pururi vii să fim,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purtări şi fapte sfinte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Numele să-Ţi proslăvim!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4113</TotalTime>
  <Words>145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810</cp:revision>
  <dcterms:created xsi:type="dcterms:W3CDTF">2013-10-07T13:04:08Z</dcterms:created>
  <dcterms:modified xsi:type="dcterms:W3CDTF">2013-12-16T12:50:10Z</dcterms:modified>
  <cp:contentStatus>test</cp:contentStatus>
</cp:coreProperties>
</file>