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handoutMasterIdLst>
    <p:handoutMasterId r:id="rId6"/>
  </p:handoutMasterIdLst>
  <p:sldIdLst>
    <p:sldId id="257" r:id="rId2"/>
    <p:sldId id="272" r:id="rId3"/>
    <p:sldId id="273" r:id="rId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12/24/2013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12/24/2013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Cu şoapte de-amurg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687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6012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742950" indent="-742950"/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Î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mpletesc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ruga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stele, sclipind, răsar,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Durerea mi-ascund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Î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ntr-un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cântec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străvechi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pacea coboară iar…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Zăresc prin albastru, ca-n vis,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Căminul de Domnul promis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Şi-adorm liniştit că Isus m-a iubit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Şi-n cer loc mi-a pregătit…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68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10058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742950" indent="-742950"/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ât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mult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m-a durut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</a:p>
          <a:p>
            <a:pPr marL="742950" indent="-742950"/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ăcatul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orice pas;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porţi de măriri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m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aşteaptă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să mă ia acas’.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slavă cerescul palat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doruri îl port ne-ncetat,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şoapte de-amurg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î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mpletesc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ruga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Şi-n suflet am pacea Sa.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</a:t>
            </a:r>
            <a:r>
              <a:rPr lang="ro-RO" sz="1800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EȘTINE </a:t>
            </a: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68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4904</TotalTime>
  <Words>116</Words>
  <Application>Microsoft PowerPoint</Application>
  <PresentationFormat>On-screen Show (4:3)</PresentationFormat>
  <Paragraphs>23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Imnuri noi</vt:lpstr>
      <vt:lpstr>Slide 1</vt:lpstr>
      <vt:lpstr>Slide 2</vt:lpstr>
      <vt:lpstr>Slide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925</cp:revision>
  <dcterms:created xsi:type="dcterms:W3CDTF">2013-10-07T13:04:08Z</dcterms:created>
  <dcterms:modified xsi:type="dcterms:W3CDTF">2013-12-24T10:51:11Z</dcterms:modified>
  <cp:contentStatus>test</cp:contentStatus>
</cp:coreProperties>
</file>