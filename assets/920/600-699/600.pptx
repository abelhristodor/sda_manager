
<file path=[Content_Types].xml><?xml version="1.0" encoding="utf-8"?>
<Types xmlns="http://schemas.openxmlformats.org/package/2006/content-types"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presProps.xml" ContentType="application/vnd.openxmlformats-officedocument.presentationml.presProps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theme/theme1.xml" ContentType="application/vnd.openxmlformats-officedocument.theme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Layouts/slideLayout1.xml" ContentType="application/vnd.openxmlformats-officedocument.presentationml.slideLayout+xml"/>
  <Override PartName="/docProps/app.xml" ContentType="application/vnd.openxmlformats-officedocument.extended-properties+xml"/>
  <Override PartName="/ppt/tableStyles.xml" ContentType="application/vnd.openxmlformats-officedocument.presentationml.tableStyles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0.xml" ContentType="application/vnd.openxmlformats-officedocument.presentationml.slideLayout+xml"/>
  <Override PartName="/ppt/handoutMasters/handoutMaster1.xml" ContentType="application/vnd.openxmlformats-officedocument.presentationml.handoutMaster+xml"/>
  <Override PartName="/ppt/viewProps.xml" ContentType="application/vnd.openxmlformats-officedocument.presentationml.viewProps+xml"/>
  <Override PartName="/ppt/slideLayouts/slideLayout9.xml" ContentType="application/vnd.openxmlformats-officedocument.presentationml.slideLayout+xml"/>
  <Override PartName="/docProps/core.xml" ContentType="application/vnd.openxmlformats-package.core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0" r:id="rId1"/>
  </p:sldMasterIdLst>
  <p:notesMasterIdLst>
    <p:notesMasterId r:id="rId6"/>
  </p:notesMasterIdLst>
  <p:handoutMasterIdLst>
    <p:handoutMasterId r:id="rId7"/>
  </p:handoutMasterIdLst>
  <p:sldIdLst>
    <p:sldId id="257" r:id="rId2"/>
    <p:sldId id="270" r:id="rId3"/>
    <p:sldId id="271" r:id="rId4"/>
    <p:sldId id="272" r:id="rId5"/>
  </p:sldIdLst>
  <p:sldSz cx="9144000" cy="6858000" type="screen4x3"/>
  <p:notesSz cx="6858000" cy="9144000"/>
  <p:defaultTextStyle>
    <a:defPPr>
      <a:defRPr lang="en-US"/>
    </a:defPPr>
    <a:lvl1pPr algn="l" rtl="0" fontAlgn="base">
      <a:spcBef>
        <a:spcPct val="0"/>
      </a:spcBef>
      <a:spcAft>
        <a:spcPct val="0"/>
      </a:spcAft>
      <a:defRPr sz="2400" kern="1200">
        <a:solidFill>
          <a:schemeClr val="tx1"/>
        </a:solidFill>
        <a:latin typeface="Times New Roman" pitchFamily="18" charset="0"/>
        <a:ea typeface="+mn-ea"/>
        <a:cs typeface="+mn-cs"/>
      </a:defRPr>
    </a:lvl1pPr>
    <a:lvl2pPr marL="457200" algn="l" rtl="0" fontAlgn="base">
      <a:spcBef>
        <a:spcPct val="0"/>
      </a:spcBef>
      <a:spcAft>
        <a:spcPct val="0"/>
      </a:spcAft>
      <a:defRPr sz="2400" kern="1200">
        <a:solidFill>
          <a:schemeClr val="tx1"/>
        </a:solidFill>
        <a:latin typeface="Times New Roman" pitchFamily="18" charset="0"/>
        <a:ea typeface="+mn-ea"/>
        <a:cs typeface="+mn-cs"/>
      </a:defRPr>
    </a:lvl2pPr>
    <a:lvl3pPr marL="914400" algn="l" rtl="0" fontAlgn="base">
      <a:spcBef>
        <a:spcPct val="0"/>
      </a:spcBef>
      <a:spcAft>
        <a:spcPct val="0"/>
      </a:spcAft>
      <a:defRPr sz="2400" kern="1200">
        <a:solidFill>
          <a:schemeClr val="tx1"/>
        </a:solidFill>
        <a:latin typeface="Times New Roman" pitchFamily="18" charset="0"/>
        <a:ea typeface="+mn-ea"/>
        <a:cs typeface="+mn-cs"/>
      </a:defRPr>
    </a:lvl3pPr>
    <a:lvl4pPr marL="1371600" algn="l" rtl="0" fontAlgn="base">
      <a:spcBef>
        <a:spcPct val="0"/>
      </a:spcBef>
      <a:spcAft>
        <a:spcPct val="0"/>
      </a:spcAft>
      <a:defRPr sz="2400" kern="1200">
        <a:solidFill>
          <a:schemeClr val="tx1"/>
        </a:solidFill>
        <a:latin typeface="Times New Roman" pitchFamily="18" charset="0"/>
        <a:ea typeface="+mn-ea"/>
        <a:cs typeface="+mn-cs"/>
      </a:defRPr>
    </a:lvl4pPr>
    <a:lvl5pPr marL="1828800" algn="l" rtl="0" fontAlgn="base">
      <a:spcBef>
        <a:spcPct val="0"/>
      </a:spcBef>
      <a:spcAft>
        <a:spcPct val="0"/>
      </a:spcAft>
      <a:defRPr sz="2400" kern="1200">
        <a:solidFill>
          <a:schemeClr val="tx1"/>
        </a:solidFill>
        <a:latin typeface="Times New Roman" pitchFamily="18" charset="0"/>
        <a:ea typeface="+mn-ea"/>
        <a:cs typeface="+mn-cs"/>
      </a:defRPr>
    </a:lvl5pPr>
    <a:lvl6pPr marL="2286000" algn="l" defTabSz="914400" rtl="0" eaLnBrk="1" latinLnBrk="0" hangingPunct="1">
      <a:defRPr sz="2400" kern="1200">
        <a:solidFill>
          <a:schemeClr val="tx1"/>
        </a:solidFill>
        <a:latin typeface="Times New Roman" pitchFamily="18" charset="0"/>
        <a:ea typeface="+mn-ea"/>
        <a:cs typeface="+mn-cs"/>
      </a:defRPr>
    </a:lvl6pPr>
    <a:lvl7pPr marL="2743200" algn="l" defTabSz="914400" rtl="0" eaLnBrk="1" latinLnBrk="0" hangingPunct="1">
      <a:defRPr sz="2400" kern="1200">
        <a:solidFill>
          <a:schemeClr val="tx1"/>
        </a:solidFill>
        <a:latin typeface="Times New Roman" pitchFamily="18" charset="0"/>
        <a:ea typeface="+mn-ea"/>
        <a:cs typeface="+mn-cs"/>
      </a:defRPr>
    </a:lvl7pPr>
    <a:lvl8pPr marL="3200400" algn="l" defTabSz="914400" rtl="0" eaLnBrk="1" latinLnBrk="0" hangingPunct="1">
      <a:defRPr sz="2400" kern="1200">
        <a:solidFill>
          <a:schemeClr val="tx1"/>
        </a:solidFill>
        <a:latin typeface="Times New Roman" pitchFamily="18" charset="0"/>
        <a:ea typeface="+mn-ea"/>
        <a:cs typeface="+mn-cs"/>
      </a:defRPr>
    </a:lvl8pPr>
    <a:lvl9pPr marL="3657600" algn="l" defTabSz="914400" rtl="0" eaLnBrk="1" latinLnBrk="0" hangingPunct="1">
      <a:defRPr sz="2400" kern="1200">
        <a:solidFill>
          <a:schemeClr val="tx1"/>
        </a:solidFill>
        <a:latin typeface="Times New Roman" pitchFamily="18" charset="0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FFDD4B"/>
  </p:clrMru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showOutlineIcons="0">
    <p:restoredLeft sz="16019" autoAdjust="0"/>
    <p:restoredTop sz="94595" autoAdjust="0"/>
  </p:normalViewPr>
  <p:slideViewPr>
    <p:cSldViewPr>
      <p:cViewPr>
        <p:scale>
          <a:sx n="50" d="100"/>
          <a:sy n="50" d="100"/>
        </p:scale>
        <p:origin x="-1722" y="-1062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sorterViewPr>
    <p:cViewPr>
      <p:scale>
        <a:sx n="66" d="100"/>
        <a:sy n="66" d="100"/>
      </p:scale>
      <p:origin x="0" y="0"/>
    </p:cViewPr>
  </p:sorterViewPr>
  <p:gridSpacing cx="78028800" cy="780288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presProps" Target="presProps.xml"/><Relationship Id="rId3" Type="http://schemas.openxmlformats.org/officeDocument/2006/relationships/slide" Target="slides/slide2.xml"/><Relationship Id="rId7" Type="http://schemas.openxmlformats.org/officeDocument/2006/relationships/handoutMaster" Target="handoutMasters/handoutMaster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notesMaster" Target="notesMasters/notesMaster1.xml"/><Relationship Id="rId11" Type="http://schemas.openxmlformats.org/officeDocument/2006/relationships/tableStyles" Target="tableStyles.xml"/><Relationship Id="rId5" Type="http://schemas.openxmlformats.org/officeDocument/2006/relationships/slide" Target="slides/slide4.xml"/><Relationship Id="rId10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viewProps" Target="viewProps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ro-RO"/>
          </a:p>
        </p:txBody>
      </p:sp>
      <p:sp>
        <p:nvSpPr>
          <p:cNvPr id="3" name="Date Placeholder 2"/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3BFE3429-872E-4523-809B-7A0BAA095DAB}" type="datetimeFigureOut">
              <a:rPr lang="en-US" smtClean="0"/>
              <a:pPr/>
              <a:t>12/16/2013</a:t>
            </a:fld>
            <a:endParaRPr lang="ro-RO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r>
              <a:rPr lang="ro-RO" smtClean="0"/>
              <a:t>131/920</a:t>
            </a:r>
            <a:endParaRPr lang="ro-RO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16D754CC-FE53-4598-8192-1A208EF3D0F6}" type="slidenum">
              <a:rPr lang="ro-RO" smtClean="0"/>
              <a:pPr/>
              <a:t>‹#›</a:t>
            </a:fld>
            <a:endParaRPr lang="ro-RO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hf sldNum="0" hdr="0" ftr="0" dt="0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ro-RO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2B81B913-81F6-4B4E-9B50-70EEE9F43977}" type="datetimeFigureOut">
              <a:rPr lang="en-US" smtClean="0"/>
              <a:pPr/>
              <a:t>12/16/2013</a:t>
            </a:fld>
            <a:endParaRPr lang="ro-RO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ro-RO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ro-RO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r>
              <a:rPr lang="ro-RO" smtClean="0"/>
              <a:t>131/920</a:t>
            </a:r>
            <a:endParaRPr lang="ro-RO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5B670031-C710-4790-BDCF-54A0A1FF89E4}" type="slidenum">
              <a:rPr lang="ro-RO" smtClean="0"/>
              <a:pPr/>
              <a:t>‹#›</a:t>
            </a:fld>
            <a:endParaRPr lang="ro-RO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hf sldNum="0" hdr="0" ftr="0" dt="0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extBox 1"/>
          <p:cNvSpPr txBox="1">
            <a:spLocks noChangeArrowheads="1"/>
          </p:cNvSpPr>
          <p:nvPr/>
        </p:nvSpPr>
        <p:spPr bwMode="auto">
          <a:xfrm>
            <a:off x="1219200" y="990600"/>
            <a:ext cx="7924800" cy="50165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	</a:t>
            </a:r>
            <a:r>
              <a:rPr lang="ro-RO" altLang="ro-RO" sz="4000" dirty="0" smtClean="0">
                <a:solidFill>
                  <a:schemeClr val="bg1"/>
                </a:solidFill>
                <a:latin typeface="Georgia" pitchFamily="18" charset="0"/>
              </a:rPr>
              <a:t>Cerul </a:t>
            </a:r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ne tot cheamă, </a:t>
            </a:r>
            <a:b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</a:br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N-avem nici o teamă,</a:t>
            </a:r>
            <a:b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</a:br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Drumul, oricât ar fi de greu!</a:t>
            </a:r>
            <a:b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</a:br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Valea morţii părăsim, </a:t>
            </a:r>
            <a:b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</a:br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Printre stânci mereu suim,</a:t>
            </a:r>
            <a:b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</a:br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Drumul aspru, drumul aspru </a:t>
            </a:r>
            <a:b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</a:br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	toţi îl ştim! </a:t>
            </a:r>
            <a:b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</a:br>
            <a:endParaRPr lang="ro-RO" sz="4000" dirty="0"/>
          </a:p>
        </p:txBody>
      </p:sp>
      <p:sp>
        <p:nvSpPr>
          <p:cNvPr id="8" name="TextBox 7"/>
          <p:cNvSpPr txBox="1"/>
          <p:nvPr/>
        </p:nvSpPr>
        <p:spPr>
          <a:xfrm>
            <a:off x="76200" y="6400800"/>
            <a:ext cx="5181600" cy="369888"/>
          </a:xfrm>
          <a:prstGeom prst="rect">
            <a:avLst/>
          </a:prstGeom>
          <a:noFill/>
        </p:spPr>
        <p:txBody>
          <a:bodyPr>
            <a:spAutoFit/>
          </a:bodyPr>
          <a:lstStyle/>
          <a:p>
            <a:pPr>
              <a:defRPr/>
            </a:pPr>
            <a:r>
              <a:rPr lang="ro-RO" sz="1800" dirty="0">
                <a:solidFill>
                  <a:schemeClr val="bg1">
                    <a:lumMod val="50000"/>
                  </a:schemeClr>
                </a:solidFill>
                <a:latin typeface="Georgia" panose="02040502050405020303" pitchFamily="18" charset="0"/>
              </a:rPr>
              <a:t>IMNURI CREȘTINE 2013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3886200" y="6324600"/>
            <a:ext cx="5181600" cy="461963"/>
          </a:xfrm>
          <a:prstGeom prst="rect">
            <a:avLst/>
          </a:prstGeom>
          <a:noFill/>
        </p:spPr>
        <p:txBody>
          <a:bodyPr>
            <a:spAutoFit/>
          </a:bodyPr>
          <a:lstStyle/>
          <a:p>
            <a:pPr algn="r">
              <a:defRPr/>
            </a:pPr>
            <a:r>
              <a:rPr lang="ro-RO" dirty="0">
                <a:solidFill>
                  <a:schemeClr val="bg1">
                    <a:lumMod val="50000"/>
                  </a:schemeClr>
                </a:solidFill>
                <a:latin typeface="Georgia" panose="02040502050405020303" pitchFamily="18" charset="0"/>
              </a:rPr>
              <a:t>1/300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295400" y="990600"/>
            <a:ext cx="604653" cy="70788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ro-RO" altLang="ro-RO" sz="4000" b="1" dirty="0" smtClean="0">
                <a:solidFill>
                  <a:srgbClr val="FFDD4B"/>
                </a:solidFill>
                <a:latin typeface="Georgia" pitchFamily="18" charset="0"/>
              </a:rPr>
              <a:t>1.</a:t>
            </a:r>
            <a:endParaRPr lang="ro-RO" sz="4000" dirty="0"/>
          </a:p>
        </p:txBody>
      </p:sp>
      <p:sp>
        <p:nvSpPr>
          <p:cNvPr id="6" name="TextBox 1"/>
          <p:cNvSpPr txBox="1">
            <a:spLocks noChangeArrowheads="1"/>
          </p:cNvSpPr>
          <p:nvPr userDrawn="1"/>
        </p:nvSpPr>
        <p:spPr bwMode="auto">
          <a:xfrm>
            <a:off x="1219200" y="990600"/>
            <a:ext cx="7924800" cy="50165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	</a:t>
            </a:r>
            <a:r>
              <a:rPr lang="ro-RO" altLang="ro-RO" sz="4000" dirty="0" smtClean="0">
                <a:solidFill>
                  <a:schemeClr val="bg1"/>
                </a:solidFill>
                <a:latin typeface="Georgia" pitchFamily="18" charset="0"/>
              </a:rPr>
              <a:t>Cerul </a:t>
            </a:r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ne tot cheamă, </a:t>
            </a:r>
            <a:b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</a:br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N-avem nici o teamă,</a:t>
            </a:r>
            <a:b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</a:br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Drumul, oricât ar fi de greu!</a:t>
            </a:r>
            <a:b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</a:br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Valea morţii părăsim, </a:t>
            </a:r>
            <a:b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</a:br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Printre stânci mereu suim,</a:t>
            </a:r>
            <a:b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</a:br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Drumul aspru, drumul aspru </a:t>
            </a:r>
            <a:b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</a:br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	toţi îl ştim! </a:t>
            </a:r>
            <a:b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</a:br>
            <a:endParaRPr lang="ro-RO" sz="4000" dirty="0"/>
          </a:p>
        </p:txBody>
      </p:sp>
      <p:sp>
        <p:nvSpPr>
          <p:cNvPr id="11" name="TextBox 10"/>
          <p:cNvSpPr txBox="1"/>
          <p:nvPr userDrawn="1"/>
        </p:nvSpPr>
        <p:spPr>
          <a:xfrm>
            <a:off x="76200" y="6400800"/>
            <a:ext cx="5181600" cy="369888"/>
          </a:xfrm>
          <a:prstGeom prst="rect">
            <a:avLst/>
          </a:prstGeom>
          <a:noFill/>
        </p:spPr>
        <p:txBody>
          <a:bodyPr>
            <a:spAutoFit/>
          </a:bodyPr>
          <a:lstStyle/>
          <a:p>
            <a:pPr>
              <a:defRPr/>
            </a:pPr>
            <a:r>
              <a:rPr lang="ro-RO" sz="1800" dirty="0">
                <a:solidFill>
                  <a:schemeClr val="bg1">
                    <a:lumMod val="50000"/>
                  </a:schemeClr>
                </a:solidFill>
                <a:latin typeface="Georgia" panose="02040502050405020303" pitchFamily="18" charset="0"/>
              </a:rPr>
              <a:t>IMNURI CREȘTINE 2013</a:t>
            </a:r>
          </a:p>
        </p:txBody>
      </p:sp>
      <p:sp>
        <p:nvSpPr>
          <p:cNvPr id="12" name="TextBox 11"/>
          <p:cNvSpPr txBox="1"/>
          <p:nvPr userDrawn="1"/>
        </p:nvSpPr>
        <p:spPr>
          <a:xfrm>
            <a:off x="3886200" y="6324600"/>
            <a:ext cx="5181600" cy="461963"/>
          </a:xfrm>
          <a:prstGeom prst="rect">
            <a:avLst/>
          </a:prstGeom>
          <a:noFill/>
        </p:spPr>
        <p:txBody>
          <a:bodyPr>
            <a:spAutoFit/>
          </a:bodyPr>
          <a:lstStyle/>
          <a:p>
            <a:pPr algn="r">
              <a:defRPr/>
            </a:pPr>
            <a:r>
              <a:rPr lang="ro-RO" dirty="0">
                <a:solidFill>
                  <a:schemeClr val="bg1">
                    <a:lumMod val="50000"/>
                  </a:schemeClr>
                </a:solidFill>
                <a:latin typeface="Georgia" panose="02040502050405020303" pitchFamily="18" charset="0"/>
              </a:rPr>
              <a:t>1/300</a:t>
            </a:r>
          </a:p>
        </p:txBody>
      </p:sp>
      <p:sp>
        <p:nvSpPr>
          <p:cNvPr id="13" name="TextBox 12"/>
          <p:cNvSpPr txBox="1"/>
          <p:nvPr userDrawn="1"/>
        </p:nvSpPr>
        <p:spPr>
          <a:xfrm>
            <a:off x="1295400" y="990600"/>
            <a:ext cx="604653" cy="70788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ro-RO" altLang="ro-RO" sz="4000" b="1" dirty="0" smtClean="0">
                <a:solidFill>
                  <a:srgbClr val="FFDD4B"/>
                </a:solidFill>
                <a:latin typeface="Georgia" pitchFamily="18" charset="0"/>
              </a:rPr>
              <a:t>1.</a:t>
            </a:r>
            <a:endParaRPr lang="ro-RO" sz="4000" dirty="0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ro-RO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ro-RO"/>
          </a:p>
        </p:txBody>
      </p:sp>
      <p:sp>
        <p:nvSpPr>
          <p:cNvPr id="4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ro-RO"/>
          </a:p>
        </p:txBody>
      </p:sp>
      <p:sp>
        <p:nvSpPr>
          <p:cNvPr id="5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 altLang="ro-RO" smtClean="0"/>
              <a:t>131/920</a:t>
            </a:r>
            <a:endParaRPr lang="en-US" altLang="ro-RO"/>
          </a:p>
        </p:txBody>
      </p:sp>
      <p:sp>
        <p:nvSpPr>
          <p:cNvPr id="6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72008946-02E7-4AE2-A518-9FE65EEDFBF4}" type="slidenum">
              <a:rPr lang="en-US" altLang="ro-RO" smtClean="0"/>
              <a:pPr>
                <a:defRPr/>
              </a:pPr>
              <a:t>‹#›</a:t>
            </a:fld>
            <a:endParaRPr lang="en-US" altLang="ro-RO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ro-RO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/>
            </a:lvl1pPr>
            <a:lvl2pPr marL="457200" indent="0">
              <a:buNone/>
              <a:defRPr sz="1800"/>
            </a:lvl2pPr>
            <a:lvl3pPr marL="914400" indent="0">
              <a:buNone/>
              <a:defRPr sz="1600"/>
            </a:lvl3pPr>
            <a:lvl4pPr marL="1371600" indent="0">
              <a:buNone/>
              <a:defRPr sz="1400"/>
            </a:lvl4pPr>
            <a:lvl5pPr marL="1828800" indent="0">
              <a:buNone/>
              <a:defRPr sz="1400"/>
            </a:lvl5pPr>
            <a:lvl6pPr marL="2286000" indent="0">
              <a:buNone/>
              <a:defRPr sz="1400"/>
            </a:lvl6pPr>
            <a:lvl7pPr marL="2743200" indent="0">
              <a:buNone/>
              <a:defRPr sz="1400"/>
            </a:lvl7pPr>
            <a:lvl8pPr marL="3200400" indent="0">
              <a:buNone/>
              <a:defRPr sz="1400"/>
            </a:lvl8pPr>
            <a:lvl9pPr marL="3657600" indent="0">
              <a:buNone/>
              <a:defRPr sz="14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ro-RO"/>
          </a:p>
        </p:txBody>
      </p:sp>
      <p:sp>
        <p:nvSpPr>
          <p:cNvPr id="5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 altLang="ro-RO" smtClean="0"/>
              <a:t>131/920</a:t>
            </a:r>
            <a:endParaRPr lang="en-US" altLang="ro-RO"/>
          </a:p>
        </p:txBody>
      </p:sp>
      <p:sp>
        <p:nvSpPr>
          <p:cNvPr id="6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F687DC62-F92A-47AE-AAAA-9175E3D912AB}" type="slidenum">
              <a:rPr lang="en-US" altLang="ro-RO" smtClean="0"/>
              <a:pPr>
                <a:defRPr/>
              </a:pPr>
              <a:t>‹#›</a:t>
            </a:fld>
            <a:endParaRPr lang="en-US" altLang="ro-RO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ro-RO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85800" y="1981200"/>
            <a:ext cx="3810000" cy="4114800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ro-RO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981200"/>
            <a:ext cx="3810000" cy="4114800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ro-RO"/>
          </a:p>
        </p:txBody>
      </p:sp>
      <p:sp>
        <p:nvSpPr>
          <p:cNvPr id="5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ro-RO"/>
          </a:p>
        </p:txBody>
      </p:sp>
      <p:sp>
        <p:nvSpPr>
          <p:cNvPr id="6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 altLang="ro-RO" smtClean="0"/>
              <a:t>131/920</a:t>
            </a:r>
            <a:endParaRPr lang="en-US" altLang="ro-RO"/>
          </a:p>
        </p:txBody>
      </p:sp>
      <p:sp>
        <p:nvSpPr>
          <p:cNvPr id="7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1D4E920E-5561-434B-ACD9-8CF66811B26A}" type="slidenum">
              <a:rPr lang="en-US" altLang="ro-RO" smtClean="0"/>
              <a:pPr>
                <a:defRPr/>
              </a:pPr>
              <a:t>‹#›</a:t>
            </a:fld>
            <a:endParaRPr lang="en-US" altLang="ro-RO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</p:spPr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ro-RO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ro-RO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ro-RO"/>
          </a:p>
        </p:txBody>
      </p:sp>
      <p:sp>
        <p:nvSpPr>
          <p:cNvPr id="7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ro-RO"/>
          </a:p>
        </p:txBody>
      </p:sp>
      <p:sp>
        <p:nvSpPr>
          <p:cNvPr id="8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 altLang="ro-RO" smtClean="0"/>
              <a:t>131/920</a:t>
            </a:r>
            <a:endParaRPr lang="en-US" altLang="ro-RO"/>
          </a:p>
        </p:txBody>
      </p:sp>
      <p:sp>
        <p:nvSpPr>
          <p:cNvPr id="9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97A6DBFE-D726-44E2-8911-6170F3F39781}" type="slidenum">
              <a:rPr lang="en-US" altLang="ro-RO" smtClean="0"/>
              <a:pPr>
                <a:defRPr/>
              </a:pPr>
              <a:t>‹#›</a:t>
            </a:fld>
            <a:endParaRPr lang="en-US" altLang="ro-RO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ro-RO"/>
          </a:p>
        </p:txBody>
      </p:sp>
      <p:sp>
        <p:nvSpPr>
          <p:cNvPr id="3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ro-RO"/>
          </a:p>
        </p:txBody>
      </p:sp>
      <p:sp>
        <p:nvSpPr>
          <p:cNvPr id="4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 altLang="ro-RO" smtClean="0"/>
              <a:t>131/920</a:t>
            </a:r>
            <a:endParaRPr lang="en-US" altLang="ro-RO"/>
          </a:p>
        </p:txBody>
      </p:sp>
      <p:sp>
        <p:nvSpPr>
          <p:cNvPr id="5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3C215ACD-4C89-452A-A4B5-B97511FB886E}" type="slidenum">
              <a:rPr lang="en-US" altLang="ro-RO" smtClean="0"/>
              <a:pPr>
                <a:defRPr/>
              </a:pPr>
              <a:t>‹#›</a:t>
            </a:fld>
            <a:endParaRPr lang="en-US" altLang="ro-RO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ro-RO"/>
          </a:p>
        </p:txBody>
      </p:sp>
      <p:sp>
        <p:nvSpPr>
          <p:cNvPr id="3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 altLang="ro-RO" smtClean="0"/>
              <a:t>131/920</a:t>
            </a:r>
            <a:endParaRPr lang="en-US" altLang="ro-RO"/>
          </a:p>
        </p:txBody>
      </p:sp>
      <p:sp>
        <p:nvSpPr>
          <p:cNvPr id="4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3DF3C472-BEBC-4182-B538-C9C8FEFD7C03}" type="slidenum">
              <a:rPr lang="en-US" altLang="ro-RO" smtClean="0"/>
              <a:pPr>
                <a:defRPr/>
              </a:pPr>
              <a:t>‹#›</a:t>
            </a:fld>
            <a:endParaRPr lang="en-US" altLang="ro-RO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ro-RO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ro-RO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ro-RO"/>
          </a:p>
        </p:txBody>
      </p:sp>
      <p:sp>
        <p:nvSpPr>
          <p:cNvPr id="6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 altLang="ro-RO" smtClean="0"/>
              <a:t>131/920</a:t>
            </a:r>
            <a:endParaRPr lang="en-US" altLang="ro-RO"/>
          </a:p>
        </p:txBody>
      </p:sp>
      <p:sp>
        <p:nvSpPr>
          <p:cNvPr id="7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1D32C5F5-FB8F-43D7-A379-4646155905D9}" type="slidenum">
              <a:rPr lang="en-US" altLang="ro-RO" smtClean="0"/>
              <a:pPr>
                <a:defRPr/>
              </a:pPr>
              <a:t>‹#›</a:t>
            </a:fld>
            <a:endParaRPr lang="en-US" altLang="ro-RO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ro-RO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lvl="0"/>
            <a:r>
              <a:rPr lang="en-US" noProof="0" smtClean="0"/>
              <a:t>Click icon to add picture</a:t>
            </a:r>
            <a:endParaRPr lang="ro-RO" noProof="0" smtClean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ro-RO"/>
          </a:p>
        </p:txBody>
      </p:sp>
      <p:sp>
        <p:nvSpPr>
          <p:cNvPr id="6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 altLang="ro-RO" smtClean="0"/>
              <a:t>131/920</a:t>
            </a:r>
            <a:endParaRPr lang="en-US" altLang="ro-RO"/>
          </a:p>
        </p:txBody>
      </p:sp>
      <p:sp>
        <p:nvSpPr>
          <p:cNvPr id="7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63E785C2-62BC-4756-9448-4E83597DF724}" type="slidenum">
              <a:rPr lang="en-US" altLang="ro-RO" smtClean="0"/>
              <a:pPr>
                <a:defRPr/>
              </a:pPr>
              <a:t>‹#›</a:t>
            </a:fld>
            <a:endParaRPr lang="en-US" altLang="ro-RO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ro-RO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ro-RO"/>
          </a:p>
        </p:txBody>
      </p:sp>
      <p:sp>
        <p:nvSpPr>
          <p:cNvPr id="4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ro-RO"/>
          </a:p>
        </p:txBody>
      </p:sp>
      <p:sp>
        <p:nvSpPr>
          <p:cNvPr id="5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 altLang="ro-RO" smtClean="0"/>
              <a:t>131/920</a:t>
            </a:r>
            <a:endParaRPr lang="en-US" altLang="ro-RO"/>
          </a:p>
        </p:txBody>
      </p:sp>
      <p:sp>
        <p:nvSpPr>
          <p:cNvPr id="6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13191802-2CD6-4E5E-953D-9773291BB8A5}" type="slidenum">
              <a:rPr lang="en-US" altLang="ro-RO" smtClean="0"/>
              <a:pPr>
                <a:defRPr/>
              </a:pPr>
              <a:t>‹#›</a:t>
            </a:fld>
            <a:endParaRPr lang="en-US" altLang="ro-RO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515100" y="609600"/>
            <a:ext cx="1943100" cy="5486400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ro-RO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85800" y="609600"/>
            <a:ext cx="5676900" cy="5486400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ro-RO"/>
          </a:p>
        </p:txBody>
      </p:sp>
      <p:sp>
        <p:nvSpPr>
          <p:cNvPr id="4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ro-RO"/>
          </a:p>
        </p:txBody>
      </p:sp>
      <p:sp>
        <p:nvSpPr>
          <p:cNvPr id="5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 altLang="ro-RO" smtClean="0"/>
              <a:t>131/920</a:t>
            </a:r>
            <a:endParaRPr lang="en-US" altLang="ro-RO"/>
          </a:p>
        </p:txBody>
      </p:sp>
      <p:sp>
        <p:nvSpPr>
          <p:cNvPr id="6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17A5A0B3-B01E-4A32-9C4A-56431404B5AB}" type="slidenum">
              <a:rPr lang="en-US" altLang="ro-RO" smtClean="0"/>
              <a:pPr>
                <a:defRPr/>
              </a:pPr>
              <a:t>‹#›</a:t>
            </a:fld>
            <a:endParaRPr lang="en-US" altLang="ro-RO"/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extBox 1"/>
          <p:cNvSpPr txBox="1">
            <a:spLocks noChangeArrowheads="1"/>
          </p:cNvSpPr>
          <p:nvPr userDrawn="1"/>
        </p:nvSpPr>
        <p:spPr bwMode="auto">
          <a:xfrm>
            <a:off x="1219200" y="990600"/>
            <a:ext cx="7924800" cy="50165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	</a:t>
            </a:r>
            <a:r>
              <a:rPr lang="ro-RO" altLang="ro-RO" sz="4000" dirty="0" smtClean="0">
                <a:solidFill>
                  <a:schemeClr val="bg1"/>
                </a:solidFill>
                <a:latin typeface="Georgia" pitchFamily="18" charset="0"/>
              </a:rPr>
              <a:t>Cerul </a:t>
            </a:r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ne tot cheamă, </a:t>
            </a:r>
            <a:b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</a:br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N-avem nici o teamă,</a:t>
            </a:r>
            <a:b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</a:br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Drumul, oricât ar fi de greu!</a:t>
            </a:r>
            <a:b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</a:br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Valea morţii părăsim, </a:t>
            </a:r>
            <a:b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</a:br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Printre stânci mereu suim,</a:t>
            </a:r>
            <a:b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</a:br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Drumul aspru, drumul aspru </a:t>
            </a:r>
            <a:b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</a:br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	toţi îl ştim! </a:t>
            </a:r>
            <a:b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</a:br>
            <a:endParaRPr lang="ro-RO" sz="4000" dirty="0"/>
          </a:p>
        </p:txBody>
      </p:sp>
      <p:sp>
        <p:nvSpPr>
          <p:cNvPr id="8" name="TextBox 7"/>
          <p:cNvSpPr txBox="1"/>
          <p:nvPr userDrawn="1"/>
        </p:nvSpPr>
        <p:spPr>
          <a:xfrm>
            <a:off x="76200" y="6400800"/>
            <a:ext cx="5181600" cy="369888"/>
          </a:xfrm>
          <a:prstGeom prst="rect">
            <a:avLst/>
          </a:prstGeom>
          <a:noFill/>
        </p:spPr>
        <p:txBody>
          <a:bodyPr>
            <a:spAutoFit/>
          </a:bodyPr>
          <a:lstStyle/>
          <a:p>
            <a:pPr>
              <a:defRPr/>
            </a:pPr>
            <a:r>
              <a:rPr lang="ro-RO" sz="1800" dirty="0">
                <a:solidFill>
                  <a:schemeClr val="bg1">
                    <a:lumMod val="50000"/>
                  </a:schemeClr>
                </a:solidFill>
                <a:latin typeface="Georgia" panose="02040502050405020303" pitchFamily="18" charset="0"/>
              </a:rPr>
              <a:t>IMNURI CREȘTINE 2013</a:t>
            </a:r>
          </a:p>
        </p:txBody>
      </p:sp>
      <p:sp>
        <p:nvSpPr>
          <p:cNvPr id="9" name="TextBox 8"/>
          <p:cNvSpPr txBox="1"/>
          <p:nvPr userDrawn="1"/>
        </p:nvSpPr>
        <p:spPr>
          <a:xfrm>
            <a:off x="3886200" y="6324600"/>
            <a:ext cx="5181600" cy="461963"/>
          </a:xfrm>
          <a:prstGeom prst="rect">
            <a:avLst/>
          </a:prstGeom>
          <a:noFill/>
        </p:spPr>
        <p:txBody>
          <a:bodyPr>
            <a:spAutoFit/>
          </a:bodyPr>
          <a:lstStyle/>
          <a:p>
            <a:pPr algn="r">
              <a:defRPr/>
            </a:pPr>
            <a:r>
              <a:rPr lang="ro-RO" dirty="0">
                <a:solidFill>
                  <a:schemeClr val="bg1">
                    <a:lumMod val="50000"/>
                  </a:schemeClr>
                </a:solidFill>
                <a:latin typeface="Georgia" panose="02040502050405020303" pitchFamily="18" charset="0"/>
              </a:rPr>
              <a:t>1/300</a:t>
            </a:r>
          </a:p>
        </p:txBody>
      </p:sp>
      <p:sp>
        <p:nvSpPr>
          <p:cNvPr id="10" name="TextBox 9"/>
          <p:cNvSpPr txBox="1"/>
          <p:nvPr userDrawn="1"/>
        </p:nvSpPr>
        <p:spPr>
          <a:xfrm>
            <a:off x="1295400" y="990600"/>
            <a:ext cx="604653" cy="70788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ro-RO" altLang="ro-RO" sz="4000" b="1" dirty="0" smtClean="0">
                <a:solidFill>
                  <a:srgbClr val="FFDD4B"/>
                </a:solidFill>
                <a:latin typeface="Georgia" pitchFamily="18" charset="0"/>
              </a:rPr>
              <a:t>1.</a:t>
            </a:r>
            <a:endParaRPr lang="ro-RO" sz="4000" dirty="0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6" name="Rectangle 2"/>
          <p:cNvSpPr>
            <a:spLocks noGrp="1" noChangeArrowheads="1"/>
          </p:cNvSpPr>
          <p:nvPr>
            <p:ph type="title"/>
          </p:nvPr>
        </p:nvSpPr>
        <p:spPr bwMode="auto">
          <a:xfrm>
            <a:off x="685800" y="609600"/>
            <a:ext cx="7772400" cy="1143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/>
          <a:p>
            <a:pPr lvl="0"/>
            <a:r>
              <a:rPr lang="en-US" altLang="ro-RO" smtClean="0"/>
              <a:t>Click to edit Master title style</a:t>
            </a:r>
          </a:p>
        </p:txBody>
      </p:sp>
      <p:sp>
        <p:nvSpPr>
          <p:cNvPr id="1027" name="Rectangle 3"/>
          <p:cNvSpPr>
            <a:spLocks noGrp="1" noChangeArrowheads="1"/>
          </p:cNvSpPr>
          <p:nvPr>
            <p:ph type="body" idx="1"/>
          </p:nvPr>
        </p:nvSpPr>
        <p:spPr bwMode="auto">
          <a:xfrm>
            <a:off x="685800" y="1981200"/>
            <a:ext cx="7772400" cy="41148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US" altLang="ro-RO" smtClean="0"/>
              <a:t>Click to edit Master text styles</a:t>
            </a:r>
          </a:p>
          <a:p>
            <a:pPr lvl="1"/>
            <a:r>
              <a:rPr lang="en-US" altLang="ro-RO" smtClean="0"/>
              <a:t>Second level</a:t>
            </a:r>
          </a:p>
          <a:p>
            <a:pPr lvl="2"/>
            <a:r>
              <a:rPr lang="en-US" altLang="ro-RO" smtClean="0"/>
              <a:t>Third level</a:t>
            </a:r>
          </a:p>
          <a:p>
            <a:pPr lvl="3"/>
            <a:r>
              <a:rPr lang="en-US" altLang="ro-RO" smtClean="0"/>
              <a:t>Fourth level</a:t>
            </a:r>
          </a:p>
          <a:p>
            <a:pPr lvl="4"/>
            <a:r>
              <a:rPr lang="en-US" altLang="ro-RO" smtClean="0"/>
              <a:t>Fifth level</a:t>
            </a:r>
          </a:p>
        </p:txBody>
      </p:sp>
      <p:sp>
        <p:nvSpPr>
          <p:cNvPr id="1028" name="Rectangle 4"/>
          <p:cNvSpPr>
            <a:spLocks noGrp="1" noChangeArrowheads="1"/>
          </p:cNvSpPr>
          <p:nvPr>
            <p:ph type="dt" sz="half" idx="2"/>
          </p:nvPr>
        </p:nvSpPr>
        <p:spPr bwMode="auto">
          <a:xfrm>
            <a:off x="685800" y="6248400"/>
            <a:ext cx="19050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 xmlns="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 xmlns="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>
              <a:defRPr sz="1400" smtClean="0"/>
            </a:lvl1pPr>
          </a:lstStyle>
          <a:p>
            <a:pPr>
              <a:defRPr/>
            </a:pPr>
            <a:endParaRPr lang="en-US" altLang="ro-RO"/>
          </a:p>
        </p:txBody>
      </p:sp>
      <p:sp>
        <p:nvSpPr>
          <p:cNvPr id="1029" name="Rectangle 5"/>
          <p:cNvSpPr>
            <a:spLocks noGrp="1" noChangeArrowheads="1"/>
          </p:cNvSpPr>
          <p:nvPr>
            <p:ph type="ftr" sz="quarter" idx="3"/>
          </p:nvPr>
        </p:nvSpPr>
        <p:spPr bwMode="auto">
          <a:xfrm>
            <a:off x="3124200" y="6248400"/>
            <a:ext cx="28956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 xmlns="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 xmlns="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ctr">
              <a:defRPr sz="1400" smtClean="0"/>
            </a:lvl1pPr>
          </a:lstStyle>
          <a:p>
            <a:pPr>
              <a:defRPr/>
            </a:pPr>
            <a:r>
              <a:rPr lang="en-US" altLang="ro-RO" smtClean="0"/>
              <a:t>131/920</a:t>
            </a:r>
            <a:endParaRPr lang="en-US" altLang="ro-RO"/>
          </a:p>
        </p:txBody>
      </p:sp>
      <p:sp>
        <p:nvSpPr>
          <p:cNvPr id="1030" name="Rectangle 6"/>
          <p:cNvSpPr>
            <a:spLocks noGrp="1" noChangeArrowheads="1"/>
          </p:cNvSpPr>
          <p:nvPr>
            <p:ph type="sldNum" sz="quarter" idx="4"/>
          </p:nvPr>
        </p:nvSpPr>
        <p:spPr bwMode="auto">
          <a:xfrm>
            <a:off x="6553200" y="6248400"/>
            <a:ext cx="19050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 xmlns="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 xmlns="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r">
              <a:defRPr sz="1400" smtClean="0"/>
            </a:lvl1pPr>
          </a:lstStyle>
          <a:p>
            <a:pPr>
              <a:defRPr/>
            </a:pPr>
            <a:fld id="{7C9D3C46-9D38-4088-92A6-9CF3BEF27B41}" type="slidenum">
              <a:rPr lang="en-US" altLang="ro-RO" smtClean="0"/>
              <a:pPr>
                <a:defRPr/>
              </a:pPr>
              <a:t>‹#›</a:t>
            </a:fld>
            <a:endParaRPr lang="en-US" altLang="ro-RO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  <p:sldLayoutId id="2147483649" r:id="rId12"/>
  </p:sldLayoutIdLst>
  <p:hf sldNum="0" hdr="0" dt="0"/>
  <p:txStyles>
    <p:titleStyle>
      <a:lvl1pPr algn="ctr" rtl="0" eaLnBrk="1" fontAlgn="base" hangingPunct="1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+mj-lt"/>
          <a:ea typeface="+mj-ea"/>
          <a:cs typeface="+mj-cs"/>
        </a:defRPr>
      </a:lvl1pPr>
      <a:lvl2pPr algn="ctr" rtl="0" eaLnBrk="1" fontAlgn="base" hangingPunct="1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imes New Roman" pitchFamily="18" charset="0"/>
        </a:defRPr>
      </a:lvl2pPr>
      <a:lvl3pPr algn="ctr" rtl="0" eaLnBrk="1" fontAlgn="base" hangingPunct="1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imes New Roman" pitchFamily="18" charset="0"/>
        </a:defRPr>
      </a:lvl3pPr>
      <a:lvl4pPr algn="ctr" rtl="0" eaLnBrk="1" fontAlgn="base" hangingPunct="1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imes New Roman" pitchFamily="18" charset="0"/>
        </a:defRPr>
      </a:lvl4pPr>
      <a:lvl5pPr algn="ctr" rtl="0" eaLnBrk="1" fontAlgn="base" hangingPunct="1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imes New Roman" pitchFamily="18" charset="0"/>
        </a:defRPr>
      </a:lvl5pPr>
      <a:lvl6pPr marL="457200" algn="ctr" rtl="0" eaLnBrk="1" fontAlgn="base" hangingPunct="1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imes New Roman" pitchFamily="18" charset="0"/>
        </a:defRPr>
      </a:lvl6pPr>
      <a:lvl7pPr marL="914400" algn="ctr" rtl="0" eaLnBrk="1" fontAlgn="base" hangingPunct="1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imes New Roman" pitchFamily="18" charset="0"/>
        </a:defRPr>
      </a:lvl7pPr>
      <a:lvl8pPr marL="1371600" algn="ctr" rtl="0" eaLnBrk="1" fontAlgn="base" hangingPunct="1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imes New Roman" pitchFamily="18" charset="0"/>
        </a:defRPr>
      </a:lvl8pPr>
      <a:lvl9pPr marL="1828800" algn="ctr" rtl="0" eaLnBrk="1" fontAlgn="base" hangingPunct="1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imes New Roman" pitchFamily="18" charset="0"/>
        </a:defRPr>
      </a:lvl9pPr>
    </p:titleStyle>
    <p:bodyStyle>
      <a:lvl1pPr marL="342900" indent="-342900" algn="l" rtl="0" eaLnBrk="1" fontAlgn="base" hangingPunct="1">
        <a:spcBef>
          <a:spcPct val="20000"/>
        </a:spcBef>
        <a:spcAft>
          <a:spcPct val="0"/>
        </a:spcAft>
        <a:buChar char="•"/>
        <a:defRPr sz="3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rtl="0" eaLnBrk="1" fontAlgn="base" hangingPunct="1">
        <a:spcBef>
          <a:spcPct val="20000"/>
        </a:spcBef>
        <a:spcAft>
          <a:spcPct val="0"/>
        </a:spcAft>
        <a:buChar char="–"/>
        <a:defRPr sz="2800">
          <a:solidFill>
            <a:schemeClr val="tx1"/>
          </a:solidFill>
          <a:latin typeface="+mn-lt"/>
        </a:defRPr>
      </a:lvl2pPr>
      <a:lvl3pPr marL="1143000" indent="-228600" algn="l" rtl="0" eaLnBrk="1" fontAlgn="base" hangingPunct="1">
        <a:spcBef>
          <a:spcPct val="20000"/>
        </a:spcBef>
        <a:spcAft>
          <a:spcPct val="0"/>
        </a:spcAft>
        <a:buChar char="•"/>
        <a:defRPr sz="2400">
          <a:solidFill>
            <a:schemeClr val="tx1"/>
          </a:solidFill>
          <a:latin typeface="+mn-lt"/>
        </a:defRPr>
      </a:lvl3pPr>
      <a:lvl4pPr marL="1600200" indent="-228600" algn="l" rtl="0" eaLnBrk="1" fontAlgn="base" hangingPunct="1">
        <a:spcBef>
          <a:spcPct val="20000"/>
        </a:spcBef>
        <a:spcAft>
          <a:spcPct val="0"/>
        </a:spcAft>
        <a:buChar char="–"/>
        <a:defRPr sz="2000">
          <a:solidFill>
            <a:schemeClr val="tx1"/>
          </a:solidFill>
          <a:latin typeface="+mn-lt"/>
        </a:defRPr>
      </a:lvl4pPr>
      <a:lvl5pPr marL="2057400" indent="-228600" algn="l" rtl="0" eaLnBrk="1" fontAlgn="base" hangingPunct="1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</a:defRPr>
      </a:lvl5pPr>
      <a:lvl6pPr marL="2514600" indent="-228600" algn="l" rtl="0" eaLnBrk="1" fontAlgn="base" hangingPunct="1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</a:defRPr>
      </a:lvl6pPr>
      <a:lvl7pPr marL="2971800" indent="-228600" algn="l" rtl="0" eaLnBrk="1" fontAlgn="base" hangingPunct="1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</a:defRPr>
      </a:lvl7pPr>
      <a:lvl8pPr marL="3429000" indent="-228600" algn="l" rtl="0" eaLnBrk="1" fontAlgn="base" hangingPunct="1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</a:defRPr>
      </a:lvl8pPr>
      <a:lvl9pPr marL="3886200" indent="-228600" algn="l" rtl="0" eaLnBrk="1" fontAlgn="base" hangingPunct="1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</a:defRPr>
      </a:lvl9pPr>
    </p:bodyStyle>
    <p:otherStyle>
      <a:defPPr>
        <a:defRPr lang="ro-RO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/>
          <p:cNvSpPr txBox="1"/>
          <p:nvPr/>
        </p:nvSpPr>
        <p:spPr>
          <a:xfrm>
            <a:off x="0" y="2971800"/>
            <a:ext cx="9144000" cy="156966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pt-BR" altLang="ro-RO" sz="4800" b="1" dirty="0" smtClean="0">
                <a:solidFill>
                  <a:schemeClr val="bg1"/>
                </a:solidFill>
                <a:latin typeface="Georgia" pitchFamily="18" charset="0"/>
              </a:rPr>
              <a:t>Dulce-i amurgul </a:t>
            </a:r>
            <a:br>
              <a:rPr lang="pt-BR" altLang="ro-RO" sz="4800" b="1" dirty="0" smtClean="0">
                <a:solidFill>
                  <a:schemeClr val="bg1"/>
                </a:solidFill>
                <a:latin typeface="Georgia" pitchFamily="18" charset="0"/>
              </a:rPr>
            </a:br>
            <a:r>
              <a:rPr lang="pt-BR" altLang="ro-RO" sz="4800" b="1" dirty="0" smtClean="0">
                <a:solidFill>
                  <a:schemeClr val="bg1"/>
                </a:solidFill>
                <a:latin typeface="Georgia" pitchFamily="18" charset="0"/>
              </a:rPr>
              <a:t>spre Sabat!</a:t>
            </a:r>
            <a:endParaRPr lang="vi-VN" altLang="ro-RO" sz="4800" b="1" dirty="0" smtClean="0">
              <a:solidFill>
                <a:schemeClr val="bg1"/>
              </a:solidFill>
              <a:latin typeface="Georgia" pitchFamily="18" charset="0"/>
            </a:endParaRPr>
          </a:p>
        </p:txBody>
      </p:sp>
      <p:sp>
        <p:nvSpPr>
          <p:cNvPr id="5" name="TextBox 4"/>
          <p:cNvSpPr txBox="1"/>
          <p:nvPr/>
        </p:nvSpPr>
        <p:spPr>
          <a:xfrm>
            <a:off x="0" y="1194137"/>
            <a:ext cx="9143999" cy="101566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pt-BR" altLang="ro-RO" sz="6000" b="1" dirty="0" smtClean="0">
                <a:solidFill>
                  <a:srgbClr val="FFDD4B"/>
                </a:solidFill>
                <a:latin typeface="Georgia" pitchFamily="18" charset="0"/>
              </a:rPr>
              <a:t>Imnul 600</a:t>
            </a: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1"/>
          <p:cNvSpPr txBox="1">
            <a:spLocks noChangeArrowheads="1"/>
          </p:cNvSpPr>
          <p:nvPr/>
        </p:nvSpPr>
        <p:spPr bwMode="auto">
          <a:xfrm>
            <a:off x="609600" y="12442"/>
            <a:ext cx="8534400" cy="255454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 anchor="ctr">
            <a:spAutoFit/>
          </a:bodyPr>
          <a:lstStyle/>
          <a:p>
            <a:r>
              <a:rPr lang="en-US" altLang="ro-RO" sz="4000" b="1" dirty="0" smtClean="0">
                <a:solidFill>
                  <a:srgbClr val="FFDD4B"/>
                </a:solidFill>
                <a:latin typeface="Georgia" pitchFamily="18" charset="0"/>
              </a:rPr>
              <a:t>1</a:t>
            </a:r>
            <a:r>
              <a:rPr lang="ro-RO" altLang="ro-RO" sz="4000" b="1" dirty="0" smtClean="0">
                <a:solidFill>
                  <a:srgbClr val="FFDD4B"/>
                </a:solidFill>
                <a:latin typeface="Georgia" pitchFamily="18" charset="0"/>
              </a:rPr>
              <a:t>.</a:t>
            </a:r>
            <a:r>
              <a:rPr lang="vi-VN" altLang="ro-RO" sz="4000" dirty="0" smtClean="0">
                <a:solidFill>
                  <a:schemeClr val="bg1"/>
                </a:solidFill>
                <a:latin typeface="Georgia" pitchFamily="18" charset="0"/>
              </a:rPr>
              <a:t> Dulce-i amurgul spre Sabat!…</a:t>
            </a:r>
          </a:p>
          <a:p>
            <a:r>
              <a:rPr lang="vi-VN" altLang="ro-RO" sz="4000" dirty="0" smtClean="0">
                <a:solidFill>
                  <a:schemeClr val="bg1"/>
                </a:solidFill>
                <a:latin typeface="Georgia" pitchFamily="18" charset="0"/>
              </a:rPr>
              <a:t>Lumea o las şi-alerg cântând,</a:t>
            </a:r>
          </a:p>
          <a:p>
            <a:r>
              <a:rPr lang="vi-VN" altLang="ro-RO" sz="4000" dirty="0" smtClean="0">
                <a:solidFill>
                  <a:schemeClr val="bg1"/>
                </a:solidFill>
                <a:latin typeface="Georgia" pitchFamily="18" charset="0"/>
              </a:rPr>
              <a:t>Spre fraţii mei; ce minunat!</a:t>
            </a:r>
          </a:p>
          <a:p>
            <a:r>
              <a:rPr lang="vi-VN" altLang="ro-RO" sz="4000" dirty="0" smtClean="0">
                <a:solidFill>
                  <a:schemeClr val="bg1"/>
                </a:solidFill>
                <a:latin typeface="Georgia" pitchFamily="18" charset="0"/>
              </a:rPr>
              <a:t>Credinţa mea o simt crescând!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6200" y="6400800"/>
            <a:ext cx="5181600" cy="369888"/>
          </a:xfrm>
          <a:prstGeom prst="rect">
            <a:avLst/>
          </a:prstGeom>
          <a:noFill/>
        </p:spPr>
        <p:txBody>
          <a:bodyPr>
            <a:spAutoFit/>
          </a:bodyPr>
          <a:lstStyle/>
          <a:p>
            <a:pPr>
              <a:defRPr/>
            </a:pPr>
            <a:r>
              <a:rPr lang="ro-RO" sz="1800" dirty="0">
                <a:solidFill>
                  <a:schemeClr val="bg1">
                    <a:lumMod val="50000"/>
                  </a:schemeClr>
                </a:solidFill>
                <a:latin typeface="Georgia" panose="02040502050405020303" pitchFamily="18" charset="0"/>
              </a:rPr>
              <a:t>IMNURI CREȘTINE 2013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3886200" y="6324600"/>
            <a:ext cx="5181600" cy="461963"/>
          </a:xfrm>
          <a:prstGeom prst="rect">
            <a:avLst/>
          </a:prstGeom>
          <a:noFill/>
        </p:spPr>
        <p:txBody>
          <a:bodyPr>
            <a:spAutoFit/>
          </a:bodyPr>
          <a:lstStyle/>
          <a:p>
            <a:pPr algn="r">
              <a:defRPr/>
            </a:pPr>
            <a:r>
              <a:rPr lang="en-US" dirty="0" smtClean="0">
                <a:solidFill>
                  <a:schemeClr val="bg1">
                    <a:lumMod val="50000"/>
                  </a:schemeClr>
                </a:solidFill>
                <a:latin typeface="Georgia" panose="02040502050405020303" pitchFamily="18" charset="0"/>
              </a:rPr>
              <a:t>600/920</a:t>
            </a:r>
            <a:endParaRPr lang="ro-RO" dirty="0">
              <a:solidFill>
                <a:schemeClr val="bg1">
                  <a:lumMod val="50000"/>
                </a:schemeClr>
              </a:solidFill>
              <a:latin typeface="Georgia" panose="02040502050405020303" pitchFamily="18" charset="0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1"/>
          <p:cNvSpPr txBox="1">
            <a:spLocks noChangeArrowheads="1"/>
          </p:cNvSpPr>
          <p:nvPr/>
        </p:nvSpPr>
        <p:spPr bwMode="auto">
          <a:xfrm>
            <a:off x="609600" y="12442"/>
            <a:ext cx="8534400" cy="255454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 anchor="ctr">
            <a:spAutoFit/>
          </a:bodyPr>
          <a:lstStyle/>
          <a:p>
            <a:r>
              <a:rPr lang="en-US" altLang="ro-RO" sz="4000" b="1" dirty="0" smtClean="0">
                <a:solidFill>
                  <a:srgbClr val="FFDD4B"/>
                </a:solidFill>
                <a:latin typeface="Georgia" pitchFamily="18" charset="0"/>
              </a:rPr>
              <a:t>2</a:t>
            </a:r>
            <a:r>
              <a:rPr lang="ro-RO" altLang="ro-RO" sz="4000" b="1" dirty="0" smtClean="0">
                <a:solidFill>
                  <a:srgbClr val="FFDD4B"/>
                </a:solidFill>
                <a:latin typeface="Georgia" pitchFamily="18" charset="0"/>
              </a:rPr>
              <a:t>.</a:t>
            </a:r>
            <a:r>
              <a:rPr lang="vi-VN" altLang="ro-RO" sz="4000" dirty="0" smtClean="0">
                <a:solidFill>
                  <a:schemeClr val="bg1"/>
                </a:solidFill>
                <a:latin typeface="Georgia" pitchFamily="18" charset="0"/>
              </a:rPr>
              <a:t> Zi de odihnă, timp sfinţit!</a:t>
            </a:r>
          </a:p>
          <a:p>
            <a:r>
              <a:rPr lang="vi-VN" altLang="ro-RO" sz="4000" dirty="0" smtClean="0">
                <a:solidFill>
                  <a:schemeClr val="bg1"/>
                </a:solidFill>
                <a:latin typeface="Georgia" pitchFamily="18" charset="0"/>
              </a:rPr>
              <a:t>Spre casa păcii parcă zbor!</a:t>
            </a:r>
          </a:p>
          <a:p>
            <a:r>
              <a:rPr lang="vi-VN" altLang="ro-RO" sz="4000" dirty="0" smtClean="0">
                <a:solidFill>
                  <a:schemeClr val="bg1"/>
                </a:solidFill>
                <a:latin typeface="Georgia" pitchFamily="18" charset="0"/>
              </a:rPr>
              <a:t>Pot să m-apropii fericit</a:t>
            </a:r>
          </a:p>
          <a:p>
            <a:r>
              <a:rPr lang="vi-VN" altLang="ro-RO" sz="4000" dirty="0" smtClean="0">
                <a:solidFill>
                  <a:schemeClr val="bg1"/>
                </a:solidFill>
                <a:latin typeface="Georgia" pitchFamily="18" charset="0"/>
              </a:rPr>
              <a:t>De-al îndurării sfânt izvor!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6200" y="6400800"/>
            <a:ext cx="5181600" cy="369888"/>
          </a:xfrm>
          <a:prstGeom prst="rect">
            <a:avLst/>
          </a:prstGeom>
          <a:noFill/>
        </p:spPr>
        <p:txBody>
          <a:bodyPr>
            <a:spAutoFit/>
          </a:bodyPr>
          <a:lstStyle/>
          <a:p>
            <a:pPr>
              <a:defRPr/>
            </a:pPr>
            <a:r>
              <a:rPr lang="ro-RO" sz="1800" dirty="0">
                <a:solidFill>
                  <a:schemeClr val="bg1">
                    <a:lumMod val="50000"/>
                  </a:schemeClr>
                </a:solidFill>
                <a:latin typeface="Georgia" panose="02040502050405020303" pitchFamily="18" charset="0"/>
              </a:rPr>
              <a:t>IMNURI CREȘTINE 2013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3886200" y="6324600"/>
            <a:ext cx="5181600" cy="461963"/>
          </a:xfrm>
          <a:prstGeom prst="rect">
            <a:avLst/>
          </a:prstGeom>
          <a:noFill/>
        </p:spPr>
        <p:txBody>
          <a:bodyPr>
            <a:spAutoFit/>
          </a:bodyPr>
          <a:lstStyle/>
          <a:p>
            <a:pPr algn="r">
              <a:defRPr/>
            </a:pPr>
            <a:r>
              <a:rPr lang="en-US" dirty="0" smtClean="0">
                <a:solidFill>
                  <a:schemeClr val="bg1">
                    <a:lumMod val="50000"/>
                  </a:schemeClr>
                </a:solidFill>
                <a:latin typeface="Georgia" panose="02040502050405020303" pitchFamily="18" charset="0"/>
              </a:rPr>
              <a:t>600/920</a:t>
            </a:r>
            <a:endParaRPr lang="ro-RO" dirty="0">
              <a:solidFill>
                <a:schemeClr val="bg1">
                  <a:lumMod val="50000"/>
                </a:schemeClr>
              </a:solidFill>
              <a:latin typeface="Georgia" panose="02040502050405020303" pitchFamily="18" charset="0"/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1"/>
          <p:cNvSpPr txBox="1">
            <a:spLocks noChangeArrowheads="1"/>
          </p:cNvSpPr>
          <p:nvPr/>
        </p:nvSpPr>
        <p:spPr bwMode="auto">
          <a:xfrm>
            <a:off x="609600" y="12442"/>
            <a:ext cx="8534400" cy="255454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 anchor="ctr">
            <a:spAutoFit/>
          </a:bodyPr>
          <a:lstStyle/>
          <a:p>
            <a:r>
              <a:rPr lang="en-US" altLang="ro-RO" sz="4000" b="1" dirty="0" smtClean="0">
                <a:solidFill>
                  <a:srgbClr val="FFDD4B"/>
                </a:solidFill>
                <a:latin typeface="Georgia" pitchFamily="18" charset="0"/>
              </a:rPr>
              <a:t>3</a:t>
            </a:r>
            <a:r>
              <a:rPr lang="ro-RO" altLang="ro-RO" sz="4000" b="1" smtClean="0">
                <a:solidFill>
                  <a:srgbClr val="FFDD4B"/>
                </a:solidFill>
                <a:latin typeface="Georgia" pitchFamily="18" charset="0"/>
              </a:rPr>
              <a:t>.</a:t>
            </a:r>
            <a:r>
              <a:rPr lang="vi-VN" altLang="ro-RO" sz="4000" dirty="0" smtClean="0">
                <a:solidFill>
                  <a:schemeClr val="bg1"/>
                </a:solidFill>
                <a:latin typeface="Georgia" pitchFamily="18" charset="0"/>
              </a:rPr>
              <a:t> Sabat de Sabat voi gusta</a:t>
            </a:r>
          </a:p>
          <a:p>
            <a:r>
              <a:rPr lang="vi-VN" altLang="ro-RO" sz="4000" dirty="0" smtClean="0">
                <a:solidFill>
                  <a:schemeClr val="bg1"/>
                </a:solidFill>
                <a:latin typeface="Georgia" pitchFamily="18" charset="0"/>
              </a:rPr>
              <a:t>Toată lumina jertfei Lui!</a:t>
            </a:r>
          </a:p>
          <a:p>
            <a:r>
              <a:rPr lang="vi-VN" altLang="ro-RO" sz="4000" dirty="0" smtClean="0">
                <a:solidFill>
                  <a:schemeClr val="bg1"/>
                </a:solidFill>
                <a:latin typeface="Georgia" pitchFamily="18" charset="0"/>
              </a:rPr>
              <a:t>Încă puţin şi voi intra</a:t>
            </a:r>
          </a:p>
          <a:p>
            <a:r>
              <a:rPr lang="vi-VN" altLang="ro-RO" sz="4000" dirty="0" smtClean="0">
                <a:solidFill>
                  <a:schemeClr val="bg1"/>
                </a:solidFill>
                <a:latin typeface="Georgia" pitchFamily="18" charset="0"/>
              </a:rPr>
              <a:t>În bucuria Domnului!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6200" y="6400800"/>
            <a:ext cx="5181600" cy="369888"/>
          </a:xfrm>
          <a:prstGeom prst="rect">
            <a:avLst/>
          </a:prstGeom>
          <a:noFill/>
        </p:spPr>
        <p:txBody>
          <a:bodyPr>
            <a:spAutoFit/>
          </a:bodyPr>
          <a:lstStyle/>
          <a:p>
            <a:pPr>
              <a:defRPr/>
            </a:pPr>
            <a:r>
              <a:rPr lang="ro-RO" sz="1800" dirty="0">
                <a:solidFill>
                  <a:schemeClr val="bg1">
                    <a:lumMod val="50000"/>
                  </a:schemeClr>
                </a:solidFill>
                <a:latin typeface="Georgia" panose="02040502050405020303" pitchFamily="18" charset="0"/>
              </a:rPr>
              <a:t>IMNURI CREȘTINE 2013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3886200" y="6324600"/>
            <a:ext cx="5181600" cy="461963"/>
          </a:xfrm>
          <a:prstGeom prst="rect">
            <a:avLst/>
          </a:prstGeom>
          <a:noFill/>
        </p:spPr>
        <p:txBody>
          <a:bodyPr>
            <a:spAutoFit/>
          </a:bodyPr>
          <a:lstStyle/>
          <a:p>
            <a:pPr algn="r">
              <a:defRPr/>
            </a:pPr>
            <a:r>
              <a:rPr lang="en-US" dirty="0" smtClean="0">
                <a:solidFill>
                  <a:schemeClr val="bg1">
                    <a:lumMod val="50000"/>
                  </a:schemeClr>
                </a:solidFill>
                <a:latin typeface="Georgia" panose="02040502050405020303" pitchFamily="18" charset="0"/>
              </a:rPr>
              <a:t>600/920</a:t>
            </a:r>
            <a:endParaRPr lang="ro-RO" dirty="0">
              <a:solidFill>
                <a:schemeClr val="bg1">
                  <a:lumMod val="50000"/>
                </a:schemeClr>
              </a:solidFill>
              <a:latin typeface="Georgia" panose="02040502050405020303" pitchFamily="18" charset="0"/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Imnuri noi">
  <a:themeElements>
    <a:clrScheme name="Default Design 1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00CC99"/>
      </a:accent1>
      <a:accent2>
        <a:srgbClr val="3333CC"/>
      </a:accent2>
      <a:accent3>
        <a:srgbClr val="FFFFFF"/>
      </a:accent3>
      <a:accent4>
        <a:srgbClr val="000000"/>
      </a:accent4>
      <a:accent5>
        <a:srgbClr val="AAE2CA"/>
      </a:accent5>
      <a:accent6>
        <a:srgbClr val="2D2DB9"/>
      </a:accent6>
      <a:hlink>
        <a:srgbClr val="CCCCFF"/>
      </a:hlink>
      <a:folHlink>
        <a:srgbClr val="B2B2B2"/>
      </a:folHlink>
    </a:clrScheme>
    <a:fontScheme name="Default Design">
      <a:majorFont>
        <a:latin typeface="Times New Roman"/>
        <a:ea typeface=""/>
        <a:cs typeface=""/>
      </a:majorFont>
      <a:minorFont>
        <a:latin typeface="Times New Roman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>
    <a:extraClrScheme>
      <a:clrScheme name="Default Design 1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00CC99"/>
        </a:accent1>
        <a:accent2>
          <a:srgbClr val="3333CC"/>
        </a:accent2>
        <a:accent3>
          <a:srgbClr val="FFFFFF"/>
        </a:accent3>
        <a:accent4>
          <a:srgbClr val="000000"/>
        </a:accent4>
        <a:accent5>
          <a:srgbClr val="AAE2CA"/>
        </a:accent5>
        <a:accent6>
          <a:srgbClr val="2D2DB9"/>
        </a:accent6>
        <a:hlink>
          <a:srgbClr val="CCCCFF"/>
        </a:hlink>
        <a:folHlink>
          <a:srgbClr val="B2B2B2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2">
        <a:dk1>
          <a:srgbClr val="000000"/>
        </a:dk1>
        <a:lt1>
          <a:srgbClr val="FFFFFF"/>
        </a:lt1>
        <a:dk2>
          <a:srgbClr val="0000FF"/>
        </a:dk2>
        <a:lt2>
          <a:srgbClr val="FFFF00"/>
        </a:lt2>
        <a:accent1>
          <a:srgbClr val="FF9900"/>
        </a:accent1>
        <a:accent2>
          <a:srgbClr val="00FFFF"/>
        </a:accent2>
        <a:accent3>
          <a:srgbClr val="AAAAFF"/>
        </a:accent3>
        <a:accent4>
          <a:srgbClr val="DADADA"/>
        </a:accent4>
        <a:accent5>
          <a:srgbClr val="FFCAAA"/>
        </a:accent5>
        <a:accent6>
          <a:srgbClr val="00E7E7"/>
        </a:accent6>
        <a:hlink>
          <a:srgbClr val="FF0000"/>
        </a:hlink>
        <a:folHlink>
          <a:srgbClr val="969696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Default Design 3">
        <a:dk1>
          <a:srgbClr val="000000"/>
        </a:dk1>
        <a:lt1>
          <a:srgbClr val="FFFFCC"/>
        </a:lt1>
        <a:dk2>
          <a:srgbClr val="808000"/>
        </a:dk2>
        <a:lt2>
          <a:srgbClr val="666633"/>
        </a:lt2>
        <a:accent1>
          <a:srgbClr val="339933"/>
        </a:accent1>
        <a:accent2>
          <a:srgbClr val="800000"/>
        </a:accent2>
        <a:accent3>
          <a:srgbClr val="FFFFE2"/>
        </a:accent3>
        <a:accent4>
          <a:srgbClr val="000000"/>
        </a:accent4>
        <a:accent5>
          <a:srgbClr val="ADCAAD"/>
        </a:accent5>
        <a:accent6>
          <a:srgbClr val="730000"/>
        </a:accent6>
        <a:hlink>
          <a:srgbClr val="0033CC"/>
        </a:hlink>
        <a:folHlink>
          <a:srgbClr val="FFCC66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4">
        <a:dk1>
          <a:srgbClr val="000000"/>
        </a:dk1>
        <a:lt1>
          <a:srgbClr val="FFFFFF"/>
        </a:lt1>
        <a:dk2>
          <a:srgbClr val="000000"/>
        </a:dk2>
        <a:lt2>
          <a:srgbClr val="333333"/>
        </a:lt2>
        <a:accent1>
          <a:srgbClr val="DDDDDD"/>
        </a:accent1>
        <a:accent2>
          <a:srgbClr val="808080"/>
        </a:accent2>
        <a:accent3>
          <a:srgbClr val="FFFFFF"/>
        </a:accent3>
        <a:accent4>
          <a:srgbClr val="000000"/>
        </a:accent4>
        <a:accent5>
          <a:srgbClr val="EBEBEB"/>
        </a:accent5>
        <a:accent6>
          <a:srgbClr val="737373"/>
        </a:accent6>
        <a:hlink>
          <a:srgbClr val="4D4D4D"/>
        </a:hlink>
        <a:folHlink>
          <a:srgbClr val="EAEAEA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5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FFCC66"/>
        </a:accent1>
        <a:accent2>
          <a:srgbClr val="0000FF"/>
        </a:accent2>
        <a:accent3>
          <a:srgbClr val="FFFFFF"/>
        </a:accent3>
        <a:accent4>
          <a:srgbClr val="000000"/>
        </a:accent4>
        <a:accent5>
          <a:srgbClr val="FFE2B8"/>
        </a:accent5>
        <a:accent6>
          <a:srgbClr val="0000E7"/>
        </a:accent6>
        <a:hlink>
          <a:srgbClr val="CC00CC"/>
        </a:hlink>
        <a:folHlink>
          <a:srgbClr val="C0C0C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6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C0C0C0"/>
        </a:accent1>
        <a:accent2>
          <a:srgbClr val="0066FF"/>
        </a:accent2>
        <a:accent3>
          <a:srgbClr val="FFFFFF"/>
        </a:accent3>
        <a:accent4>
          <a:srgbClr val="000000"/>
        </a:accent4>
        <a:accent5>
          <a:srgbClr val="DCDCDC"/>
        </a:accent5>
        <a:accent6>
          <a:srgbClr val="005CE7"/>
        </a:accent6>
        <a:hlink>
          <a:srgbClr val="FF0000"/>
        </a:hlink>
        <a:folHlink>
          <a:srgbClr val="0099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7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3399FF"/>
        </a:accent1>
        <a:accent2>
          <a:srgbClr val="99FFCC"/>
        </a:accent2>
        <a:accent3>
          <a:srgbClr val="FFFFFF"/>
        </a:accent3>
        <a:accent4>
          <a:srgbClr val="000000"/>
        </a:accent4>
        <a:accent5>
          <a:srgbClr val="ADCAFF"/>
        </a:accent5>
        <a:accent6>
          <a:srgbClr val="8AE7B9"/>
        </a:accent6>
        <a:hlink>
          <a:srgbClr val="CC00CC"/>
        </a:hlink>
        <a:folHlink>
          <a:srgbClr val="B2B2B2"/>
        </a:folHlink>
      </a:clrScheme>
      <a:clrMap bg1="lt1" tx1="dk1" bg2="lt2" tx2="dk2" accent1="accent1" accent2="accent2" accent3="accent3" accent4="accent4" accent5="accent5" accent6="accent6" hlink="hlink" folHlink="folHlink"/>
    </a:extraClrScheme>
  </a:extraClrScheme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>Imnuri noi</Template>
  <TotalTime>3968</TotalTime>
  <Words>87</Words>
  <Application>Microsoft PowerPoint</Application>
  <PresentationFormat>On-screen Show (4:3)</PresentationFormat>
  <Paragraphs>20</Paragraphs>
  <Slides>4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4</vt:i4>
      </vt:variant>
    </vt:vector>
  </HeadingPairs>
  <TitlesOfParts>
    <vt:vector size="5" baseType="lpstr">
      <vt:lpstr>Imnuri noi</vt:lpstr>
      <vt:lpstr>Slide 1</vt:lpstr>
      <vt:lpstr>Slide 2</vt:lpstr>
      <vt:lpstr>Slide 3</vt:lpstr>
      <vt:lpstr>Slide 4</vt:lpstr>
    </vt:vector>
  </TitlesOfParts>
  <LinksUpToDate>false</LinksUpToDate>
  <SharedDoc>false</SharedDoc>
  <HyperlinksChanged>false</HyperlinksChanged>
  <AppVersion>12.0000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131</dc:title>
  <dc:subject>aaaaa</dc:subject>
  <dc:creator>Ionut I</dc:creator>
  <cp:lastModifiedBy>Luminita</cp:lastModifiedBy>
  <cp:revision>783</cp:revision>
  <dcterms:created xsi:type="dcterms:W3CDTF">2013-10-07T13:04:08Z</dcterms:created>
  <dcterms:modified xsi:type="dcterms:W3CDTF">2013-12-16T11:27:40Z</dcterms:modified>
  <cp:contentStatus>test</cp:contentStatus>
</cp:coreProperties>
</file>