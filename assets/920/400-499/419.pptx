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Timpul scurt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Timpul scurt nu acceptă somnul,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pământ, valuri de urgii…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Bate vânt, vânt de profeţii,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Mântuirea va veni de la Domnul!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Înălţaţi imn de veste mare,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Ridicaţi inimile-n zbor,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Seceraţi grâul din ogor,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Rodul să se-adune tot, în grânare!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Rezidiţi vechile hotare,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Neteziţi drum pentru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Trâmbiţaţi grabnic, spre apus,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marelui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dvent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ardoare!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Răspândiţi peste tot solia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Isus vine-n slava Sa,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toţi Îl vom vedea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Şi va-ncepe, în sfârşit, veşnicia!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2421</TotalTime>
  <Words>124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540</cp:revision>
  <dcterms:created xsi:type="dcterms:W3CDTF">2013-10-07T13:04:08Z</dcterms:created>
  <dcterms:modified xsi:type="dcterms:W3CDTF">2013-12-11T06:52:52Z</dcterms:modified>
  <cp:contentStatus>test</cp:contentStatus>
</cp:coreProperties>
</file>