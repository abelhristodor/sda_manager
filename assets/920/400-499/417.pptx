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Lăudaţi!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417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Lăudaţi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lăudaţi,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ăriţi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Domnul!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Tot ce avem şi ce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suntem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Lui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consacrăm!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Ţie mărire!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Doamne,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vom lăuda!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Ţie mărire!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Doamne,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vom lăuda!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2415</TotalTime>
  <Words>58</Words>
  <Application>Microsoft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538</cp:revision>
  <dcterms:created xsi:type="dcterms:W3CDTF">2013-10-07T13:04:08Z</dcterms:created>
  <dcterms:modified xsi:type="dcterms:W3CDTF">2013-12-11T06:49:25Z</dcterms:modified>
  <cp:contentStatus>test</cp:contentStatus>
</cp:coreProperties>
</file>