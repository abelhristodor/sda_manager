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Isus, ah,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faţă-n faţă…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Cu Isus, ah, faţă-n faţă,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Fericit mă voi simţi,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privesc o veşnicie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Cel ce mă mântui!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Am să-L văd, da, faţă-n faţă,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mă satur de privit!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Sus cu Domnul pe vecie,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Am să-L văd necontenit!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Ah, de multe ori greşit-am,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Tare-am mai păcătuit…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Vreau să văd pe Cel ce-mi zice: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„Eşti iertat şi eşti primit!”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Am să-L văd, da, faţă-n faţă,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mă satur de privit!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Sus cu Domnul pe vecie,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Am să-L văd necontenit!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El murit-a pentru mine,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mult bine mi-a făcut,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Dar nicicând eu pân’ acuma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Faţa Lui nu am văzut.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Am să-L văd, da, faţă-n faţă,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mă satur de privit!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Sus cu Domnul pe vecie,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Am să-L văd necontenit!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Te-am văzut dar ca-n oglindă,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Scumpul meu Mântuitor,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Dar să Te privesc în faţă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Tare mult mi-e dor, mi-e dor!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Am să-L văd, da, faţă-n faţă,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mă satur de privit!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Sus cu Domnul pe vecie,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Am să-L văd necontenit!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5.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Cu Isus, ah, faţă-n faţă,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Ce-am să-I spun când L-oi vedea?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Am să strig cu voce tare: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„Mare e iubirea Ta!”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Am să-L văd, da, faţă-n faţă,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mă satur de privit!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Sus cu Domnul pe vecie,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Am să-L văd necontenit!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3041</TotalTime>
  <Words>302</Words>
  <Application>Microsoft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621</cp:revision>
  <dcterms:created xsi:type="dcterms:W3CDTF">2013-10-07T13:04:08Z</dcterms:created>
  <dcterms:modified xsi:type="dcterms:W3CDTF">2013-12-12T06:31:17Z</dcterms:modified>
  <cp:contentStatus>test</cp:contentStatus>
</cp:coreProperties>
</file>