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Seamănă sămânţa!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38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05348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Seamănă sămânţa fără zăbovire,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Seamănă sămânţa seara sau în zori!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aşteaptă-ndată mare răsplătire!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Seamănă sămânţa, brav semănător!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Vrednic lucrător, seamănă de zor,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 vreme bună, fie vânt sau nor!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Intră în ogor, fii stăruitor!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Seamănă sămânţa, brav semănător!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</a:t>
            </a:r>
            <a:r>
              <a:rPr lang="en-US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05348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Seamănă în brazdă o sămânţă bună,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Fii întotdeauna harnic lucrător!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nu plângi la urmă, secerând furtună,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Seamănă sămânţa, brav semănător!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Vrednic lucrător, seamănă de zor,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 vreme bună, fie vânt sau nor!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Intră în ogor, fii stăruitor!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Seamănă sămânţa, brav semănător!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05348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Seamănă cu lacrimi, ca Mântuitorul,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N-aştepta să-ţi fie ţie mai uşor!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Vei cânta la urmă, secerând ogorul!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Seamănă sămânţa, brav semănător!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Vrednic lucrător, seamănă de zor,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 vreme bună, fie vânt sau nor!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Intră în ogor, fii stăruitor!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Seamănă sămânţa, brav semănător!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2520</TotalTime>
  <Words>201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563</cp:revision>
  <dcterms:created xsi:type="dcterms:W3CDTF">2013-10-07T13:04:08Z</dcterms:created>
  <dcterms:modified xsi:type="dcterms:W3CDTF">2013-12-11T08:06:57Z</dcterms:modified>
  <cp:contentStatus>test</cp:contentStatus>
</cp:coreProperties>
</file>