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Domnul Isus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azi ne cheamă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93442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Domnul Isus azi ne cheamă,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Datori suntem toţi să lucrăm,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cei umili sau de seamă,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cei pierduţi să-i salvăm!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Deviza ne e mântuirea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Ce-n Domnul Isus am aflat,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El ne-ndreptăm azi privirea,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El ne-a iubit, ne-a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93442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aspra cărare a vieţii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soare păşim şi prin nor,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soli voluntari ai dreptăţii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Eternului Domn salvator!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drag noi lucrăm pentru Domnul,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steagul Său ne-am înrolat,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ştie de-acuma tot omul: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ne-a iubit, ne-a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93442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tineri ce staţi azi departe,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lume trudiţi, apăsaţi,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Veniţi, căci Isus azi vă-mparte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Putere şi har să luptaţi!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vom lupta împreună,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Zdrobind greutăţi şi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Domnul obţinem cunună,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El ne-a iubit, ne-a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93442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Domnul Isus în mărire,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nor, în curând, va veni,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vom primi răsplătire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veci faţa Lui vom privi!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 strigăm cu tărie,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urle Satana turbat: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„Mărit în etern Domnul fie,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El ne-a iubit, ne-a salvat!”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2821</TotalTime>
  <Words>230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592</cp:revision>
  <dcterms:created xsi:type="dcterms:W3CDTF">2013-10-07T13:04:08Z</dcterms:created>
  <dcterms:modified xsi:type="dcterms:W3CDTF">2013-12-11T08:56:53Z</dcterms:modified>
  <cp:contentStatus>test</cp:contentStatus>
</cp:coreProperties>
</file>