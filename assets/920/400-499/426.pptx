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0" r:id="rId3"/>
    <p:sldId id="271" r:id="rId4"/>
    <p:sldId id="272" r:id="rId5"/>
    <p:sldId id="273" r:id="rId6"/>
    <p:sldId id="274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Voi, servi,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degrabă-acum ieşiţi!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42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381000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Voi, servi, degrabă-acum ieşiţi,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nunta lui Isus, poftiţi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Pe-oricare oaspeţi veţi găsi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bucuria de-a veni!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Să-i poftiţi, să-i zoriţi,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zoriţi pe toţi să vină!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poftiţi, să-i zoriţi,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să-mi fie casa plină!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381000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Spuneţi şi celui obosit: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Domnu-i pacea de găsit;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ştie cei făr’ ajutor: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e bunul lor Păstor!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Să-i poftiţi, să-i zoriţi,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zoriţi pe toţi să vină!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poftiţi, să-i zoriţi,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să-mi fie casa plină!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381000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Auzi, răsună vocea Lui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mijlocul pustiului!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bun Păstor azi cheamă El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vină orice mieluşel!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Să-i poftiţi, să-i zoriţi,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zoriţi pe toţi să vină!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poftiţi, să-i zoriţi,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să-mi fie casa plină!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381000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Dar cine-aude pe Păstor,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meargă să-I dea ajutor: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S-aducă mieii-n loc curat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să-i ferească de păcat?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Să-i poftiţi, să-i zoriţi,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zoriţi pe toţi să vină!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poftiţi, să-i zoriţi,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să-mi fie casa plină!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381000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Ah, din pustiul arzător,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Răsună jalnic plânsul lor!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Eşti tu samaritean milos?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Mergi şi îndeamnă-i la Hristos!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Să-i poftiţi, să-i zoriţi,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zoriţi pe toţi să vină!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poftiţi, să-i zoriţi,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să-mi fie casa plină!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2492</TotalTime>
  <Words>291</Words>
  <Application>Microsoft PowerPoint</Application>
  <PresentationFormat>On-screen Show (4:3)</PresentationFormat>
  <Paragraphs>57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548</cp:revision>
  <dcterms:created xsi:type="dcterms:W3CDTF">2013-10-07T13:04:08Z</dcterms:created>
  <dcterms:modified xsi:type="dcterms:W3CDTF">2013-12-11T07:31:42Z</dcterms:modified>
  <cp:contentStatus>test</cp:contentStatus>
</cp:coreProperties>
</file>