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Lângă porţi de veşnicii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408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1000"/>
            <a:ext cx="80772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Lângă porţi de veşnicii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Ceru-l simt aproape;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Plânsul sfintei bucurii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Mi-l ascund sub pleoape…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Sunt salvat, sunt salvat!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Doamne, ce iubire!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Preţul sângelui vărsat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Mi-este mântuire!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1000"/>
            <a:ext cx="8077200" cy="547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Ca o clipă a trecut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Noaptea de durere;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Dor de tot ce am crezut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Umple-a mea tăcere.</a:t>
            </a: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Sunt salvat, sunt salvat!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Doamne, ce iubire!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Preţul sângelui vărsat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Mi-este mântuire!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1000"/>
            <a:ext cx="80772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Din adânc de rătăciri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Mă întorc acasă.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Ziua marii împliniri,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O, ce zi frumoasă!</a:t>
            </a: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Sunt salvat, sunt salvat!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Doamne, ce iubire!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Preţul sângelui vărsat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Mi-este mântuire!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2383</TotalTime>
  <Words>134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525</cp:revision>
  <dcterms:created xsi:type="dcterms:W3CDTF">2013-10-07T13:04:08Z</dcterms:created>
  <dcterms:modified xsi:type="dcterms:W3CDTF">2013-12-10T12:38:03Z</dcterms:modified>
  <cp:contentStatus>test</cp:contentStatus>
</cp:coreProperties>
</file>