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Vin’ la Isus azi,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nu-ntârzia!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Vin’ la Isus azi, nu-ntârzia,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 toate cum a zis El, aşa!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este gata a-ţi ajuta,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 chiar acum!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voi fi atunci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spălat de orişice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fi-voi neîncetat!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iată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296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vin’ şi-ascultă de-al Lui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dă-I-o numaidecât!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ţi-este sigur coperământ,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 chiar acum!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voi fi atunci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spălat de orişice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fi-voi neîncetat!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iată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O, crede numai, nu te-ndoi,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Cu siguranţă te va primi!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Şi pentru tine El Se jertfi,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 chiar acum!</a:t>
            </a:r>
            <a:endParaRPr lang="pt-BR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voi fi atunci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spălat de orişice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fi-voi neîncetat!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iată vin!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2911</TotalTime>
  <Words>188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596</cp:revision>
  <dcterms:created xsi:type="dcterms:W3CDTF">2013-10-07T13:04:08Z</dcterms:created>
  <dcterms:modified xsi:type="dcterms:W3CDTF">2013-12-11T09:09:19Z</dcterms:modified>
  <cp:contentStatus>test</cp:contentStatus>
</cp:coreProperties>
</file>