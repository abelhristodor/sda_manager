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Isus, al vieţii Domnitor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Isus, al vieţii Domnitor,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ce pe cruce a murit,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să-Şi adune-al Său popor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vine negreşit!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veni, va veni,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 curând pe albul nor,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Aleluia!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Să-Şi adune-al Său popor.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Azi multe semne prevestesc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se-nmulţesc din zi în 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Isus, al nostru Domn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nor va reveni!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veni, va veni,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 curând pe albul nor,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Aleluia!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Să-Şi adune-al Său popor.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Aşteaptă lumea în zadar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 păcii neclintit regat,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peste-al raiului hotar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trec cei cu păcat.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veni, va veni,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 curând pe albul nor,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Aleluia!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Să-Şi adune-al Său popor.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Pământul nou, cel mult dorit,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 dă ca fericit sălaş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Acelui ce s-a-nvrednicit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A fi al Lui urmaş!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veni, va veni,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Va veni curând pe albul nor,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Aleluia! Aleluia!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Să-Şi adune-al Său popor.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3018</TotalTime>
  <Words>213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622</cp:revision>
  <dcterms:created xsi:type="dcterms:W3CDTF">2013-10-07T13:04:08Z</dcterms:created>
  <dcterms:modified xsi:type="dcterms:W3CDTF">2013-12-12T06:37:24Z</dcterms:modified>
  <cp:contentStatus>test</cp:contentStatus>
</cp:coreProperties>
</file>