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69" r:id="rId3"/>
    <p:sldId id="270" r:id="rId4"/>
    <p:sldId id="271" r:id="rId5"/>
    <p:sldId id="272" r:id="rId6"/>
    <p:sldId id="273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Vezi cum trei cu Daniel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415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412790"/>
            <a:ext cx="75438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Vezi cum trei cu Daniel,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pământ străin,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se-ntină-n niciun fel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cărnuri sau cu vin!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Deci rămâi ca Daniel,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Tare în Hristos,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Fii şi altora model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om credincios!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412790"/>
            <a:ext cx="75438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Pentru Domnul, mulţi eroi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S-ar putea găsi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Dacă azi la fel şi noi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Daniel am fi!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Deci rămâi ca Daniel,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Tare în Hristos,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Fii şi altora model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om credincios!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412790"/>
            <a:ext cx="75438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Foarte mulţi înfumuraţi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Ce nu cred defel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Ar rămâne ruşinaţi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De-un om ca Daniel!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Deci rămâi ca Daniel,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Tare în Hristos,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Fii şi altora model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om credincios!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412790"/>
            <a:ext cx="7543800" cy="5478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Fie-ţi Daniel mereu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Pildă de urmat,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Bine ştii cum Dumnezeu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L-a binecuvântat!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Deci rămâi ca Daniel,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Tare în Hristos,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Fii şi altora model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om credincios!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412790"/>
            <a:ext cx="7543800" cy="535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’Nalţă steagul lui Hristos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lumina Sa,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Satana e fricos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nu-I va rezista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!</a:t>
            </a:r>
            <a:endParaRPr lang="ro-RO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b="1" dirty="0" smtClean="0">
              <a:solidFill>
                <a:srgbClr val="FFDD4B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Deci rămâi ca Daniel,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Tare în Hristos,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Fii şi altora model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om credincios!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2413</TotalTime>
  <Words>217</Words>
  <Application>Microsoft PowerPoint</Application>
  <PresentationFormat>On-screen Show (4:3)</PresentationFormat>
  <Paragraphs>57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536</cp:revision>
  <dcterms:created xsi:type="dcterms:W3CDTF">2013-10-07T13:04:08Z</dcterms:created>
  <dcterms:modified xsi:type="dcterms:W3CDTF">2013-12-11T06:46:47Z</dcterms:modified>
  <cp:contentStatus>test</cp:contentStatus>
</cp:coreProperties>
</file>