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Sfântă speranţă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Sfântă speranţă-n inimă purtăm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Domnul vine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Credinţa-aceasta de la El aflăm,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Întemeiaţi pe-al Său Cuvânt!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Timpul este împlinit,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Orice om va fi zorit!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Daţi de veste cât e har: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Aleluia, vine iar!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Sfântă speranţă-n inimă purtăm,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ne-a promis şi va veni!</a:t>
            </a:r>
            <a:endParaRPr lang="it-IT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Sfânta speranţă azi ne dă puteri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Să-nfrângem nori de rătăciri;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Ea ne consacră sfintei Sale vreri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din păcat dă izbăviri!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Prindeţi azi solia ei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Pe-al iubirii Lui temei,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Isus, Cel plin de har,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Aleluia, vine iar!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Sfânta speranţă-i plină de puteri,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orice timp, în orice loc!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Sfânta speranţă nu va zăbovi: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Se-arată zorii ei senini!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Mergem spre casă! Cine ne-ar opri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noi, popor de peregrini?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Timpul este împlinit,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Ceru-ntreg e pregătit,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 Isus stă la hotar,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Aşteptând să vină iar!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Sfânta speranţă nu va zăbovi,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Doar pentru ea noi vom trăi!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3220</TotalTime>
  <Words>194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642</cp:revision>
  <dcterms:created xsi:type="dcterms:W3CDTF">2013-10-07T13:04:08Z</dcterms:created>
  <dcterms:modified xsi:type="dcterms:W3CDTF">2013-12-12T08:54:07Z</dcterms:modified>
  <cp:contentStatus>test</cp:contentStatus>
</cp:coreProperties>
</file>