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70" r:id="rId3"/>
    <p:sldId id="271" r:id="rId4"/>
    <p:sldId id="272" r:id="rId5"/>
    <p:sldId id="273" r:id="rId6"/>
    <p:sldId id="274" r:id="rId7"/>
    <p:sldId id="275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Venim din Cuvântul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 Domnul rostit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42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57200"/>
            <a:ext cx="91440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Venim din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Cuvântul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Domnul rostit,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ceasul genezei avem răsărit;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planul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veciei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un loc El ne-a dat,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fim fericire, aşa ne-a creat!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457200"/>
            <a:ext cx="8458200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Vom vesti Legea Sa,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G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las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cer minunat!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Vom vesti harul Său,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ne-a scos din păcat!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Privind, prin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credinţă,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u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loc fericit,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Cântăm bucuria că El ne-a iubit!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04800"/>
            <a:ext cx="91440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Venim din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Golgota,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din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cruce venim,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Din sângele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dat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pentru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noi să trăim!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planul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iubirii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un nume purtăm,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Ascuns în Isus, pentru cer îl păstrăm!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381000"/>
            <a:ext cx="8686800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Vom vesti Legea Sa,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G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las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cer minunat!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Vom vesti harul Său,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ne-a scos din păcat!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Privind, prin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credinţă,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un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loc fericit,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Cântăm bucuria că El ne-a iubit!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228600"/>
            <a:ext cx="94488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Venim din vecii şi suim spre vecii,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Prin Domnul, ce ştim că-n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curând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va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veni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planul măririi vom fi fericiţi,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Din fără hotarul eternei iubiri!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457200"/>
            <a:ext cx="8382000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Vom vesti Legea Sa,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G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las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cer minunat!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Vom vesti harul Său,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ne-a scos din păcat!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Privind, prin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credinţă,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un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loc fericit,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Cântăm bucuria că El ne-a iubit!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2442</TotalTime>
  <Words>266</Words>
  <Application>Microsoft PowerPoint</Application>
  <PresentationFormat>On-screen Show (4:3)</PresentationFormat>
  <Paragraphs>44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543</cp:revision>
  <dcterms:created xsi:type="dcterms:W3CDTF">2013-10-07T13:04:08Z</dcterms:created>
  <dcterms:modified xsi:type="dcterms:W3CDTF">2013-12-11T07:05:34Z</dcterms:modified>
  <cp:contentStatus>test</cp:contentStatus>
</cp:coreProperties>
</file>