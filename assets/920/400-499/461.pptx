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Dulcea chemare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296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Dulcea chemare azi încă răsună: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sărman rătăcit!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te poate scăpa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furtună,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care-atât te-a iubit.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vino-acasă,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drumeţ obosit!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Dulcea chemare azi încă răsună: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azi, suflet trudit!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9067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Încă-auzim azi chemarea duioasă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ei ecou pe pământ;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Timpul de har, vremea cea preţioasă,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va-ncheia în curând.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vino-acasă,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drumeţ obosit!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Dulcea chemare azi încă răsună: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azi, suflet trudit!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9067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Anii se scurg şi se duc cu grăbire,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aşteaptă pe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Cele prezise îşi au împlinire,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Aproape-i ziua de-apoi.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vino-acasă,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drumeţ obosit!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Dulcea chemare azi încă răsună: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azi, suflet trudit!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9067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Cel păcătos încă are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mai e oferit;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cuprinde-n iubirea Sa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orice suflet trudit.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vino-acasă,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drumeţ obosit!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Dulcea chemare azi încă răsună: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azi, suflet trudit!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2926</TotalTime>
  <Words>222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601</cp:revision>
  <dcterms:created xsi:type="dcterms:W3CDTF">2013-10-07T13:04:08Z</dcterms:created>
  <dcterms:modified xsi:type="dcterms:W3CDTF">2013-12-11T10:07:04Z</dcterms:modified>
  <cp:contentStatus>test</cp:contentStatus>
</cp:coreProperties>
</file>