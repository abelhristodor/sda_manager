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	Noi aşteptăm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scump Isus!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7332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aşteptăm o,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dor, a Ta venire,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iei la Tine,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sfântă nemurire!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(:Cei ce-L aşteaptă pe Hristos:)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Îi ies spre-ntâmpinare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bucurie mare.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7332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De-i viaţa grea aici la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Răbdând toţi o vom duce;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mângâiem, căci pentru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suferit pe cruce…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Tine trecem noaptea grea:)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suferinţi amare,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ne eşti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7332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aşteptăm, căci vii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timp mult nu mai este;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Tresaltă inima cântând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Această dulce veste…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ce va fi când Te-om vedea?:)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Cânta-vom în mărire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Nespusa Ta iubire!…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3180</TotalTime>
  <Words>138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634</cp:revision>
  <dcterms:created xsi:type="dcterms:W3CDTF">2013-10-07T13:04:08Z</dcterms:created>
  <dcterms:modified xsi:type="dcterms:W3CDTF">2013-12-12T08:45:49Z</dcterms:modified>
  <cp:contentStatus>test</cp:contentStatus>
</cp:coreProperties>
</file>