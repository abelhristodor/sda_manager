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amurgul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ce se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lasă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05348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amurgul ce se lasă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Peste-ntinsele câmpii,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Zăbovesc secerătorii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hotar de veşnicii.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Glasul Domnului ne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Secerişul e în toi!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Cine-i gata să răspundă: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„Iată, Doamne, suntem noi!”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05348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Iată, spicele sunt coapte,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Holdele abia se ţin!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Secerişul este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secerători puţini!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Glasul Domnului ne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Secerişul e în toi!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Cine-i gata să răspundă: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„Iată, Doamne, suntem noi!”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05348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Cei ce merg azi în lucrare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Răsplătire vor primi: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şi stelele pe boltă,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sclipi în veşnicii.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Glasul Domnului ne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Secerişul e în toi!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Cine-i gata să răspundă: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„Iată, Doamne, suntem noi!”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2802</TotalTime>
  <Words>157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587</cp:revision>
  <dcterms:created xsi:type="dcterms:W3CDTF">2013-10-07T13:04:08Z</dcterms:created>
  <dcterms:modified xsi:type="dcterms:W3CDTF">2013-12-11T08:40:19Z</dcterms:modified>
  <cp:contentStatus>test</cp:contentStatus>
</cp:coreProperties>
</file>