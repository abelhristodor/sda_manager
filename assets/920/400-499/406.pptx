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 e-a mea cântare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406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Isus e-a mea cântare,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El umple viaţa mea,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În calea mea răsare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Cum n-aş putea visa.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Isus e-a mea salvare,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E Mielul cel preasfânt,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Prin jertfa Sa cea mare,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Azi mântuit eu sunt.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Spre El să-mi fie cântul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roua cade-n flori,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iarăşi bate vântul,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vieţuiesc sau mor…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Am soare în privire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Şi-un dor nemângâiat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Să cânt a Sa iubire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 haru-mbelşugat.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381000"/>
            <a:ext cx="7620000" cy="4770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8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800" b="1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 Un cânt frumos mi-e viaţa,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’Nălţat spre slava Sa,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Când El Îşi pleacă faţa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S-asculte ruga mea;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Şi, pân’ să se-mplinească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Dorinţa de-a-L vedea,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Nu poate să oprească</a:t>
            </a:r>
          </a:p>
          <a:p>
            <a:r>
              <a:rPr lang="vi-VN" altLang="ro-RO" sz="3800" dirty="0" smtClean="0">
                <a:solidFill>
                  <a:schemeClr val="bg1"/>
                </a:solidFill>
                <a:latin typeface="Georgia" pitchFamily="18" charset="0"/>
              </a:rPr>
              <a:t>Nimic cântarea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406/920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2377</TotalTime>
  <Words>137</Words>
  <Application>Microsoft PowerPoint</Application>
  <PresentationFormat>On-screen Show (4:3)</PresentationFormat>
  <Paragraphs>32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523</cp:revision>
  <dcterms:created xsi:type="dcterms:W3CDTF">2013-10-07T13:04:08Z</dcterms:created>
  <dcterms:modified xsi:type="dcterms:W3CDTF">2013-12-10T12:36:39Z</dcterms:modified>
  <cp:contentStatus>test</cp:contentStatus>
</cp:coreProperties>
</file>