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Oare n-aţi aflat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voi încă?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Oare n-aţi aflat voi încă?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Domnu-i blând şi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de mii de ani încoace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Face bine tuturor.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cu dragoste vă cheamă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Înspre El necontenit;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chemarea-I părintească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Ascultaţi-o în sfârşit!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Binecuvântând poporul,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 de-a pururea-ntre voi,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v-ascultă rugăciunea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vă scapă din nevoi.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toţi, cu mic, cu mare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Înspre Domnul veţi privi,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chin, orice durere,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rele vor pieri.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Precum florile se-ndreaptă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soarele de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sufletele voastre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se-ndrepte spre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mai mult decât o mamă,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primeşte cu mult dor…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Ascultaţi-L cum vă cheamă,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El e-al vostru Salvator!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2903</TotalTime>
  <Words>143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594</cp:revision>
  <dcterms:created xsi:type="dcterms:W3CDTF">2013-10-07T13:04:08Z</dcterms:created>
  <dcterms:modified xsi:type="dcterms:W3CDTF">2013-12-11T09:00:39Z</dcterms:modified>
  <cp:contentStatus>test</cp:contentStatus>
</cp:coreProperties>
</file>