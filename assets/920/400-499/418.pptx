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Lucrarea, Doamne,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este-a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Lucrarea, Doamne, este-a Ta,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ne-ai adus aici!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până n-o vom termina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ne-ar putea opri?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semănaşi Cuvântul sfânt,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ca şi grâul prin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Răzbate-aşa înăbuşit,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poate sta ce-a răsărit,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Crescând frumos,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Crescând necontenit.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Tu mers-ai, Doamne, Cel dintâi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suferinţi la cer!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fiecare dintr-ai Tăi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ne conduci la fel.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jertfa Ta vom fi părtaşi,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nişte-adevăraţi urmaşi!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S-aprinzi Tu astfel pe pământ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Lumina harului Tău sfânt,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Să-mpărtăşim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Zeloşi al Tău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Tu, ca grăunte, ai fost pus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Odată în mormânt…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Dar, înviat, acum de sus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Dai viaţă pe pământ.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Trimite-n câmp secerători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Numele-Ţi mântuitor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fie-oriunde predicat!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Noi pân’ acum am semănat,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astăzi toţi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Pornim la secerat!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2418</TotalTime>
  <Words>172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538</cp:revision>
  <dcterms:created xsi:type="dcterms:W3CDTF">2013-10-07T13:04:08Z</dcterms:created>
  <dcterms:modified xsi:type="dcterms:W3CDTF">2013-12-11T06:50:44Z</dcterms:modified>
  <cp:contentStatus>test</cp:contentStatus>
</cp:coreProperties>
</file>