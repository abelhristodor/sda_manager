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Veşti de sfântă speranţă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57200"/>
            <a:ext cx="8229600" cy="578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Veşti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sfântă speranţă 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trăbat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depărtări: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Domnul vine în slavă-mbrăcat!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Peregrinul aude spre casă chemări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Din dureri şi adânc de păcat…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El vine, vine, iată-L, vine iar!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Ce-a promis, Domnul va-mplini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vom fi în slavă, prin iubirea Lui,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Mântuiţi pentru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78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Se deschid larg morminte, </a:t>
            </a:r>
            <a:b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iasă cei drepţi,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Credincioşii ce dorm în Isus,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pe-ntregul pământ vor sui mântuiţi,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Edenul măririi, de sus…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El vine, vine, iată-L, vine iar!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Ce-a promis, Domnul va-mplini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vom fi în slavă, prin iubirea Lui,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Mântuiţi pentru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Când va fi revederea cea fără sfârşit,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Mii de mii vom striga cu un glas,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Într-un fără hotar osana fericit,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 vom fi lângă Domnul acas’…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El vine, vine, iată-L, vine iar!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Ce-a promis, Domnul va-mplini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vom fi în slavă, prin iubirea Lui,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Mântuiţi pentru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78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Aleluia din nou! Aleluia, amin!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La un pas este ţara de sus!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Mai răbdaţi, mai vegheaţi!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700" smtClean="0">
                <a:solidFill>
                  <a:schemeClr val="bg1"/>
                </a:solidFill>
                <a:latin typeface="Georgia" pitchFamily="18" charset="0"/>
              </a:rPr>
              <a:t>Încă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foarte puţin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vom fi toţi cu Domnul Isus…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El vine, vine, iată-L, vine iar!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Ce-a promis, Domnul va-mplini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vom fi în slavă, prin iubirea Lui,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Mântuiţi pentru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3074</TotalTime>
  <Words>216</Words>
  <Application>Microsoft PowerPoint</Application>
  <PresentationFormat>On-screen Show (4:3)</PresentationFormat>
  <Paragraphs>48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628</cp:revision>
  <dcterms:created xsi:type="dcterms:W3CDTF">2013-10-07T13:04:08Z</dcterms:created>
  <dcterms:modified xsi:type="dcterms:W3CDTF">2013-12-12T06:48:08Z</dcterms:modified>
  <cp:contentStatus>test</cp:contentStatus>
</cp:coreProperties>
</file>