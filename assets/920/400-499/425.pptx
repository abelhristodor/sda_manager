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Domnul ne-a dat </a:t>
            </a:r>
            <a:b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prin apostoli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42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5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304800"/>
            <a:ext cx="9372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742950" indent="-742950"/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ne-a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dat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</a:p>
          <a:p>
            <a:pPr marL="742950" indent="-742950"/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rin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apostoli, în dar,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Focul ce lumea toată-a cuprins: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Sfântă credinţă, făclie de har,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Flacăra ta nicicând nu s-a stins!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Sfântă credinţă, zi de zi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scumpătate te-om păzi!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304800"/>
            <a:ext cx="9144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ne-a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dat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rin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apostoli un steag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Dus de martiri prin flăcări şi spini,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Sfântă credinţă, purtată cu drag,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Flamura ta e-al nostru destin!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Sfântă credinţă, zi de zi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scumpătate te-om păzi!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381000"/>
            <a:ext cx="8229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Domnul ne-a dat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Duhul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Său cel Preasfânt,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Dragostea Lui s-o împărtăşim,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încheiem planul Său pe pământ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Biruitori, ca să biruim!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Sfântă credinţă, zi de zi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scumpătate te-om păzi!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2471</TotalTime>
  <Words>152</Words>
  <Application>Microsoft PowerPoint</Application>
  <PresentationFormat>On-screen Show (4:3)</PresentationFormat>
  <Paragraphs>32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548</cp:revision>
  <dcterms:created xsi:type="dcterms:W3CDTF">2013-10-07T13:04:08Z</dcterms:created>
  <dcterms:modified xsi:type="dcterms:W3CDTF">2013-12-11T07:17:13Z</dcterms:modified>
  <cp:contentStatus>test</cp:contentStatus>
</cp:coreProperties>
</file>