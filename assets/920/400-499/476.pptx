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Domnul curând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 coboară pe nor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8298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Domnul, curând, Se coboară pe nor,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să-Şi adune iubitul popor,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Ce-a aşteptat răsplătiri de nespus,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După cum promis-a Însuşi Domnul Isus!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Tare răsună pe-acest pământ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Vestea că Domnul revine curând!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 toţi să strige cu dor şi avânt: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„Vino Doamne să ne iei cu Tine-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curând!”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601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Sori, lună, stele, cu toate vestesc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 în curând vine Prinţul ceresc,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Dar ziua-aceea va fi doar suspin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cei ce n-au urmat Păstorul divin.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Tare răsună pe-acest pământ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Vestea că Domnul revine curând!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 toţi să strige cu dor şi avânt: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„Vino Doamne să ne iei cu Tine-n curând!”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3632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Pentru cei drepţi, bucurii se vestesc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cu mult dor ei spre ceruri privesc!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Fiţi pregătiţi într-un spirit şi-un gând,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Isus pe-acest pământ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coboară curând!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Tare răsună pe-acest pământ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Vestea că Domnul revine curând!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 toţi să strige cu dor şi avânt: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„Vino Doamne să ne iei cu 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Tine-n curând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!”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2990</TotalTime>
  <Words>205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618</cp:revision>
  <dcterms:created xsi:type="dcterms:W3CDTF">2013-10-07T13:04:08Z</dcterms:created>
  <dcterms:modified xsi:type="dcterms:W3CDTF">2013-12-12T05:59:43Z</dcterms:modified>
  <cp:contentStatus>test</cp:contentStatus>
</cp:coreProperties>
</file>