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voi, toţi cei împovăraţi!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7724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O, voi, toţi cei împovăraţi,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Veniţi, Isus vă cheamă!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El veţi fi toţi mângâiaţi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Mai mult decât de-o mamă.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Dulce Nume, Nume sfânt!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Fericirea pe pământ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E-n acest divin Cuvânt: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Nume scump, „Isuse”.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7724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Voi ce cădeţi la orice pas,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Veniţi, Isus v-ajută,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El e cu voi în orice ceas,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Puteri noi vă-mprumută!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Dulce Nume, Nume sfânt!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Fericirea pe pământ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E-n acest divin Cuvânt: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Nume scump, „Isuse”.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772400" cy="540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Voi ce-ndoială tot simţiţi,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Veniţi, Isus vă-mbie!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Cu El puteţi fi fericiţi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De-acuma pe vecie!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Dulce Nume, Nume sfânt!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Fericirea pe pământ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E-n acest divin Cuvânt: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Nume scump, „Isuse”.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772400" cy="540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Voi, toţi cei trişti şi izolaţi,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Veniţi, El vă invită,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El găsiţi tot ce speraţi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pacea mult dorită.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Dulce Nume, Nume sfânt!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Fericirea pe pământ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E-n acest divin Cuvânt: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Nume scump, „Isuse”.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93442"/>
            <a:ext cx="7772400" cy="540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37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Să vină tot cel slab, sfios,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Cu inima înfrântă!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Isus vă scapă bucuros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tot ce vă frământă!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Dulce Nume, Nume sfânt!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Fericirea pe pământ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E-n acest divin Cuvânt: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Nume scump, „Isuse”.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2941</TotalTime>
  <Words>267</Words>
  <Application>Microsoft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603</cp:revision>
  <dcterms:created xsi:type="dcterms:W3CDTF">2013-10-07T13:04:08Z</dcterms:created>
  <dcterms:modified xsi:type="dcterms:W3CDTF">2013-12-11T10:11:57Z</dcterms:modified>
  <cp:contentStatus>test</cp:contentStatus>
</cp:coreProperties>
</file>