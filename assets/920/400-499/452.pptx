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Purtăm cu noi lumini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05348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Purtăm cu noi lumini,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lume călători,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 vadă, pe ’nălţimi,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mântuirii zori!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05348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cântec noi am strâns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tuturor,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se-oprească orice plâns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harul salvator.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05348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trâmbiţi şi făclii,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ultimul apus,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tot întinsul vom vesti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vine iar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05348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Doamne, ne-ai chemat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veac, popor să-Ţi fim;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toţi ce-n cruce ne-ai salvat,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Ne-adună-n cer,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2811</TotalTime>
  <Words>113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590</cp:revision>
  <dcterms:created xsi:type="dcterms:W3CDTF">2013-10-07T13:04:08Z</dcterms:created>
  <dcterms:modified xsi:type="dcterms:W3CDTF">2013-12-11T08:51:53Z</dcterms:modified>
  <cp:contentStatus>test</cp:contentStatus>
</cp:coreProperties>
</file>