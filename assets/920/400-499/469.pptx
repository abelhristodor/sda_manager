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Auzi cum stă şi bate!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3442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Auzi cum stă şi bate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uşa ta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De-atâta timp aşteaptă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bate-aşa duios…:)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3442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uşă stă şi bate,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vrea ca să-I răspunzi…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 să mai aştepte?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 ce te mai ascunzi?…:)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3442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nu Îl laşi afară,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nu-L mai laşi în drum!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Deschide-I astăzi uşa,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(:Deschide-I chiar acum!:)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3442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vremea mântuirii,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Comori cu El să strângi.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nu-L lăsa să plece,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(:Că-n urmă ai să plângi!…:)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3442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O, lasă-L ca să intre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 a cina,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Deschide-I toată casa,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(:Deschide-I inima!:)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2961</TotalTime>
  <Words>147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609</cp:revision>
  <dcterms:created xsi:type="dcterms:W3CDTF">2013-10-07T13:04:08Z</dcterms:created>
  <dcterms:modified xsi:type="dcterms:W3CDTF">2013-12-11T10:19:43Z</dcterms:modified>
  <cp:contentStatus>test</cp:contentStatus>
</cp:coreProperties>
</file>