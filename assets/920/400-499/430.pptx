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Mergeţi la cei pierduţi!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-76200"/>
            <a:ext cx="86106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Mergeţi la cei pierduţi!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fraţii voştri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care pier în mormânt de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Plângeţi cu cei greşiţi,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noapte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ştie toţi că Isus i-a salvat!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Mergeţi în lung şi-n lat,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aşteaptă!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ultim ceas de har şi de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-7620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Inima lor,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plângând,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z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 înfrântă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vă aşteaptă cu-al dragostei har;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Faceţi s-audă clar vocea speranţei,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Coardele rupte-nstrunaţi-le iar!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Mergeţi în lung şi-n lat,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ulţi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aşteaptă!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ultim ceas de har şi de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-7620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dacă ei nu-L vor,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solia ce-avem azi de dus!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Său bun şi sfânt ne întăreşte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salvăm lumea pentru Isus!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Mergeţi în lung şi-n lat,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ulţi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aşteaptă!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ultim ceas de har şi de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2491</TotalTime>
  <Words>186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554</cp:revision>
  <dcterms:created xsi:type="dcterms:W3CDTF">2013-10-07T13:04:08Z</dcterms:created>
  <dcterms:modified xsi:type="dcterms:W3CDTF">2013-12-11T07:38:37Z</dcterms:modified>
  <cp:contentStatus>test</cp:contentStatus>
</cp:coreProperties>
</file>