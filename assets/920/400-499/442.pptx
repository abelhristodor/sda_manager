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Iată, grânele-şi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pleacă spicele!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grânele-şi pleacă spicele,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Gata sunt de secerat!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repede, cât mai repede,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Vreme nu-i de aşteptat!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Te rugăm,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Braţe tari în lanul bogat,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secere azi, cu dragoste,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Rodul sângelui vărsat!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Strânge roadele-n zorii zilelor,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amiază nu-nceta,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clipelor, rodul mâinilor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va binecuvânta!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Te rugăm,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Braţe tari în lanul bogat,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secere azi, cu dragoste,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Rodul sângelui vărsat!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pune pe toţi să secere,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 şi tu în lanul Său!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poverile fi-vor cântece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aduni cu Dumnezeu.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Te rugăm,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Braţe tari în lanul bogat,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secere azi, cu dragoste,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Rodul sângelui vărsat!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2572</TotalTime>
  <Words>167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570</cp:revision>
  <dcterms:created xsi:type="dcterms:W3CDTF">2013-10-07T13:04:08Z</dcterms:created>
  <dcterms:modified xsi:type="dcterms:W3CDTF">2013-12-11T08:22:59Z</dcterms:modified>
  <cp:contentStatus>test</cp:contentStatus>
</cp:coreProperties>
</file>