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Hrist revine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 revine peste fire,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bună proclamaţi!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Alinaţi dureri, mâhnire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speranţa înălţaţi!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 revine! Hrist revine!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(:Prinţ al păcii, Te-aşteptăm!:)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deal şi orice vale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J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ertfa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o vor vesti;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Zorile măririi Sale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rice om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privi!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 revine! Hrist revine!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(:Cântu-acesta-l vom ’nălţa!:)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răsune-n lumea toată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solia ce-o purtaţi;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Harpa fie înstrunată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coruri tresăltaţi: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 revine! Hrist revine!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(:Vino, Doamne, în curând!:)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3261</TotalTime>
  <Words>121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648</cp:revision>
  <dcterms:created xsi:type="dcterms:W3CDTF">2013-10-07T13:04:08Z</dcterms:created>
  <dcterms:modified xsi:type="dcterms:W3CDTF">2013-12-12T08:55:34Z</dcterms:modified>
  <cp:contentStatus>test</cp:contentStatus>
</cp:coreProperties>
</file>