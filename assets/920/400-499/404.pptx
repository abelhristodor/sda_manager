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xmlns="" val="18385226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xmlns="" val="12218873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>
                <a:solidFill>
                  <a:schemeClr val="bg1"/>
                </a:solidFill>
                <a:latin typeface="Georgia" pitchFamily="18" charset="0"/>
              </a:rPr>
              <a:t>O, cât de orb am fost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683111"/>
            <a:ext cx="8458200" cy="4081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 O, cât de orb am fost cândva!…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Doamne, acum Te pot vedea!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Tu luminezi cărarea mea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Prin jertfa de la cruce;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În ochii mei Te voi păstra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Şi Tu mă vei conduce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38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779651"/>
            <a:ext cx="84582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 O, cât de surd am fost mereu!…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Astăzi aud Cuvântul Tău;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Şi glasul Tău de Dumnezeu,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Odihnă îmi aduce…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Te voi păstra-n auzul meu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Ca susur blând şi dulce.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235168"/>
            <a:ext cx="8458200" cy="3961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O, Doamne, cât de mut am fost…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O, cât vorbeam de fără rost!…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Azi preamăresc cu glasul meu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Iubirea Ta cea mare,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Căci tot ce-mi dai prin harul Tău</a:t>
            </a:r>
          </a:p>
          <a:p>
            <a:r>
              <a:rPr lang="vi-VN" altLang="ro-RO" sz="3800" dirty="0">
                <a:solidFill>
                  <a:schemeClr val="bg1"/>
                </a:solidFill>
                <a:latin typeface="Georgia" pitchFamily="18" charset="0"/>
              </a:rPr>
              <a:t>E binecuvântare.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2365</TotalTime>
  <Words>145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520</cp:revision>
  <dcterms:created xsi:type="dcterms:W3CDTF">2013-10-07T13:04:08Z</dcterms:created>
  <dcterms:modified xsi:type="dcterms:W3CDTF">2013-12-10T12:44:09Z</dcterms:modified>
  <cp:contentStatus>test</cp:contentStatus>
</cp:coreProperties>
</file>