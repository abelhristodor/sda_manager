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ţi-este greu pe cale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ţi-este greu pe cale,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ărmane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peregrin,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Înalţă-te-n credinţă,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 mai plin;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Lucrează cât e ziuă,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ricât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istovit,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vine după muncă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odihnit!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340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de odihnit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vea-vom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 va fi întruna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trudit;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Sfârşitul e aproape,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fârşitul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 şi lacrimi n-or mai fi,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odihnit.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Această viaţă-i dată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pâinea ce-o frămânţi,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pui în brazda lumii,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plângi şi-apoi să cânţi…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 prin credinţă,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 descumpănit,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Răsplata e aproape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odihnit!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de odihnit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vea-vom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 va fi întruna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trudit;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Sfârşitul e aproape,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fârşitul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 şi lacrimi n-or mai fi,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odihnit.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nu priveşti cum alţii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umbră se-odihnesc,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lor e moarte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destin ceresc!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pe toţi îi cheamă,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cel trudit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şi răsplată,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odihnit.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de odihnit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vea-vom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 va fi întruna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trudit;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Sfârşitul e aproape,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fârşitul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 şi lacrimi n-or mai fi,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 de odihnit.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2583</TotalTime>
  <Words>170</Words>
  <Application>Microsoft PowerPoint</Application>
  <PresentationFormat>On-screen Show (4:3)</PresentationFormat>
  <Paragraphs>59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574</cp:revision>
  <dcterms:created xsi:type="dcterms:W3CDTF">2013-10-07T13:04:08Z</dcterms:created>
  <dcterms:modified xsi:type="dcterms:W3CDTF">2013-12-11T08:30:57Z</dcterms:modified>
  <cp:contentStatus>test</cp:contentStatus>
</cp:coreProperties>
</file>