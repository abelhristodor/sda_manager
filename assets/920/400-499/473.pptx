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Salvat aproape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Salvat aproape, de ce-ntârzii?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Te-aşteaptă Domnul, de ce nu vii?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glas încearcă-acum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oprească-n drum,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E-n joc viaţa ta: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Nu-l asculta!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Salvat aproape din calea 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 aproape, nu amâna!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cheamă-al Tău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 te-aşteaptă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rămâi plângând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Pe-acest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Salvat aproape, timpu-i trecut…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 aproape, cerul pierdut!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Aproape nu-i de-ajuns,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Lasă-te-ntreg pătruns!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 de vrei să fii,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Nu zăbovi!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2980</TotalTime>
  <Words>109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614</cp:revision>
  <dcterms:created xsi:type="dcterms:W3CDTF">2013-10-07T13:04:08Z</dcterms:created>
  <dcterms:modified xsi:type="dcterms:W3CDTF">2013-12-12T05:57:42Z</dcterms:modified>
  <cp:contentStatus>test</cp:contentStatus>
</cp:coreProperties>
</file>