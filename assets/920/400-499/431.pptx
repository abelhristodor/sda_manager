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Am învăţat privind la 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762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învăţat privind la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Marie, drumul către cruce,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Magdala, iată, vine,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înspre Golgota se duce.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azi înflăcărează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dor în mine de-a lucra,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dragostei fierbinte rază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simtă toţi în preajma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762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de la tine, Lazăr, frate,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Venit de dincolo de moarte,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înţeles: orice se poate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te iubesc Marii şi Marte…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azi înflăcărează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dor în mine de-a lucra,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dragostei fierbinte rază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simtă toţi în preajma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7620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Martă, veşnic truditoare,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tânără şi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mereu în consacrare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rodul pururi să-ţi rămână!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azi înflăcărează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dor în mine de-a lucra,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dragostei fierbinte rază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simtă toţi în preajma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2491</TotalTime>
  <Words>179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555</cp:revision>
  <dcterms:created xsi:type="dcterms:W3CDTF">2013-10-07T13:04:08Z</dcterms:created>
  <dcterms:modified xsi:type="dcterms:W3CDTF">2013-12-11T07:39:44Z</dcterms:modified>
  <cp:contentStatus>test</cp:contentStatus>
</cp:coreProperties>
</file>