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Vin’ la Domnul cel iubit!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3442"/>
            <a:ext cx="77724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Vin’ la Domnul cel iubit,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El e gat’ a-ţi ajuta!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Pentru tine S-a jertfit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Sus pe lemn, pe Golgota!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Vin’ la Domnul cât mai grabnic,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Vin’ la Domnul, mare, mic!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Vino-acum, grăbeşte vin’,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 nu stai ca un străin!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3442"/>
            <a:ext cx="77724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Vin’ la Domnul cel iubit,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El e blând şi iubitor;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pe mulţi a mântuit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păcat îngrozitor!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Vin’ la Domnul cât mai grabnic,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Vin’ la Domnul, mare, mic!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Vino-acum, grăbeşte vin’,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 nu stai ca un străin!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3442"/>
            <a:ext cx="7772400" cy="5401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Vin’ la Domnul cel iubit,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El te-aşteaptă bucuros!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Cât ai fi de obosit,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Vino astăzi la Hristos!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Vin’ la Domnul cât mai grabnic,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Vin’ la Domnul, mare, mic!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Vino-acum, grăbeşte vin’,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 nu stai ca un străin!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2942</TotalTime>
  <Words>190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604</cp:revision>
  <dcterms:created xsi:type="dcterms:W3CDTF">2013-10-07T13:04:08Z</dcterms:created>
  <dcterms:modified xsi:type="dcterms:W3CDTF">2013-12-11T10:12:52Z</dcterms:modified>
  <cp:contentStatus>test</cp:contentStatus>
</cp:coreProperties>
</file>