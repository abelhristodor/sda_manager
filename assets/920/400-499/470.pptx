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 domneşte-n 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domneşte-n Sion,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vă bucuraţi!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tronului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Voioşi vă-nfăţişaţi!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cânturile voastre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Răsune către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Plecaţi genunchiul prinţi şi 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 e numai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Nu-i Domn ca El sub soare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vastul univers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 şi stele mii şi 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semnul Lui privesc!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cinste al Său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steag să-I înălţaţi,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până-n cele patru zări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Lui purtaţi!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domneşte-n Sion,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în mii de mii!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Măriţi-L prin cântări de psalmi,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Frumoase melodii!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Grupaţi-vă sub steagul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Acelor ce-au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lumea asta şi-alte lumi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singur e-Mpărat!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2970</TotalTime>
  <Words>132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610</cp:revision>
  <dcterms:created xsi:type="dcterms:W3CDTF">2013-10-07T13:04:08Z</dcterms:created>
  <dcterms:modified xsi:type="dcterms:W3CDTF">2013-12-12T05:56:22Z</dcterms:modified>
  <cp:contentStatus>test</cp:contentStatus>
</cp:coreProperties>
</file>