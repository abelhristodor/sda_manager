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Viaţa cum o duci, copile?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3442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Viaţa cum o duci, copile?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nu-nchide,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aceste grele zile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Uşa larg deschide!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Facla vieţii arde falnic,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te cheamă Tatăl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întoarce cât mai grabnic,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Lasă-te de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3442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 tale vise piară!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nu-nchide,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Domnu-n viaţă să-ţi răsară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Uşa larg deschide!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Facla vieţii arde falnic,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te cheamă Tatăl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întoarce cât mai grabnic,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Lasă-te de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3442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iubitor te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nu-nchide,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Cuvântu-I să iei seamă,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Uşa larg deschide!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Facla vieţii arde falnic,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te cheamă Tatăl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întoarce cât mai grabnic,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Lasă-te de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3442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Bucuria lumii trece,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nu-nchide,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 din cer cu mult o-ntrece,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Uşa larg deschide!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Facla vieţii arde falnic,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te cheamă Tatăl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întoarce cât mai grabnic,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Lasă-te de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3442"/>
            <a:ext cx="8001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Fericire, pace multă,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nu-nchide,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Are tot cel ce ascultă,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Uşa larg deschide!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Facla vieţii arde falnic,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te cheamă Tatăl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întoarce cât mai grabnic,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Lasă-te de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474/920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2984</TotalTime>
  <Words>243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615</cp:revision>
  <dcterms:created xsi:type="dcterms:W3CDTF">2013-10-07T13:04:08Z</dcterms:created>
  <dcterms:modified xsi:type="dcterms:W3CDTF">2013-12-12T05:58:20Z</dcterms:modified>
  <cp:contentStatus>test</cp:contentStatus>
</cp:coreProperties>
</file>