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69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Fructe, legume (canon)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416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7536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Fructe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 legume,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verdeţuri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apă de izvor!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Munceşte totuşi cumpătat!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 sfatul dat de Creator!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Respiră-adânc şi te roagă încrezător!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2413</TotalTime>
  <Words>40</Words>
  <Application>Microsoft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537</cp:revision>
  <dcterms:created xsi:type="dcterms:W3CDTF">2013-10-07T13:04:08Z</dcterms:created>
  <dcterms:modified xsi:type="dcterms:W3CDTF">2013-12-11T06:47:51Z</dcterms:modified>
  <cp:contentStatus>test</cp:contentStatus>
</cp:coreProperties>
</file>