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70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Domnul vine pe alb nor (canon)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373320"/>
            <a:ext cx="7543800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Domnul vine pe alb nor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Să-Şi adune-al Său popor;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Slavă Lui toţi să-I cântăm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în veci să-L lăudăm!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3069</TotalTime>
  <Words>38</Words>
  <Application>Microsoft PowerPoint</Application>
  <PresentationFormat>On-screen Show (4:3)</PresentationFormat>
  <Paragraphs>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628</cp:revision>
  <dcterms:created xsi:type="dcterms:W3CDTF">2013-10-07T13:04:08Z</dcterms:created>
  <dcterms:modified xsi:type="dcterms:W3CDTF">2013-12-12T06:48:28Z</dcterms:modified>
  <cp:contentStatus>test</cp:contentStatus>
</cp:coreProperties>
</file>