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Ai curaj, tresaltă!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Ai curaj, tresaltă şi nu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te-ngrijora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acasă toţi vom fi;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Noaptea lungă trece şi-o zi se v-arăta,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Isus, pe nori, va reveni!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curând Isus, în curând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va reveni,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vom întâlni sus cu Domnul, într-o 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acasă toţi vom fi!</a:t>
            </a:r>
            <a:endParaRPr lang="it-IT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Vom vedea pe-ai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noştri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          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Domnu-au adormit,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vedea pământ şi ceruri noi,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vom bucura în căminul fericit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Pregătit de Domnul pentru noi!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curând Isus, în curând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va reveni,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vom întâlni sus cu Domnul, într-o 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acasă toţi vom fi!</a:t>
            </a:r>
            <a:endParaRPr lang="it-IT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Cel ce vine vine şi nu va zăbovi,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în casa Lui vom fi!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Cei răscumpăraţi pe Isus Îl vor slăvi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Veşnicia toată, zi de zi.</a:t>
            </a:r>
            <a:endParaRPr lang="en-US" altLang="ro-RO" sz="38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curând Isus, în curând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va reveni,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vom întâlni sus cu Domnul, într-o 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acasă toţi vom fi!</a:t>
            </a:r>
            <a:endParaRPr lang="it-IT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3218</TotalTime>
  <Words>213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642</cp:revision>
  <dcterms:created xsi:type="dcterms:W3CDTF">2013-10-07T13:04:08Z</dcterms:created>
  <dcterms:modified xsi:type="dcterms:W3CDTF">2013-12-12T08:52:37Z</dcterms:modified>
  <cp:contentStatus>test</cp:contentStatus>
</cp:coreProperties>
</file>