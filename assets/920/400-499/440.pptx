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Dorul meu ne-ncetat…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Dorul meu ne-ncetat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avântă spre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Unde-i locul promis de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mă-ntreb îngrijat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dreptul să sper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voi fi eu primit în cer, sus…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 primi eu cândva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cunună o stea,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coroană ce Domnu-mi va da?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ajunge la cer,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statornic şi sper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primesc răsplătiri ce nu pier!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Lucrul meu de făcut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pot zice că-i greu: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oricând cerul tot ajutor!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pildă la mulţi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bun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uşor de făcut, e uşor!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 primi eu cândva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cunună o stea,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coroană ce Domnu-mi va da?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ajunge la cer,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statornic şi sper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primesc răsplătiri ce nu pier!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Lucru-i mult şi Isus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dau ajutor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oricine-i cuprins de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atunci, ca un dar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regătit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sfinţilor,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 îngeri voi fi-ncoronat.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 primi eu cândva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cunună o stea,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coroană ce Domnu-mi va da?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ajunge la cer,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statornic şi sper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primesc răsplătiri ce nu pier!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2566</TotalTime>
  <Words>66</Words>
  <Application>Microsoft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569</cp:revision>
  <dcterms:created xsi:type="dcterms:W3CDTF">2013-10-07T13:04:08Z</dcterms:created>
  <dcterms:modified xsi:type="dcterms:W3CDTF">2013-12-11T08:14:31Z</dcterms:modified>
  <cp:contentStatus>test</cp:contentStatus>
</cp:coreProperties>
</file>