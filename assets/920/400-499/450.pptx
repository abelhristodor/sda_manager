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Zor deci că vine noaptea!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05348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Zor deci că vine noaptea,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Harnic la lucru fii,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dis-de-dimineaţă,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nu-ntârzii!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Aleargă cât e ziuă,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Nu-i timpul de-a mai sta!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Zor deci că vine noaptea,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nu poţi lucra!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05348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Zor deci că vine noaptea,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vezi că soar’le-i sus?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Amiaza să te-apuce-n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Slujba lui Isus!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Jertfeşte-ţi cu nădejde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Toată puterea 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Zor deci că vine noaptea,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nu poţi lucra!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05348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Zor deci că vine noaptea,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Soarele-i spre apus!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Zor, ca să ne răsară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Slava lui Isus!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Voioşi grăbiţi la lucru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 s-o arăta!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Zor deci că vine noaptea,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Când nu poţi lucra!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2804</TotalTime>
  <Words>143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588</cp:revision>
  <dcterms:created xsi:type="dcterms:W3CDTF">2013-10-07T13:04:08Z</dcterms:created>
  <dcterms:modified xsi:type="dcterms:W3CDTF">2013-12-11T08:41:06Z</dcterms:modified>
  <cp:contentStatus>test</cp:contentStatus>
</cp:coreProperties>
</file>