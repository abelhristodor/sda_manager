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Sus, frate drag!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42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381000"/>
            <a:ext cx="8839200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Sus, frate drag, nu-i vreme de odihnă,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Tu eşti lumină din lumina Sa!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Mergi, luminează celor fără tihnă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risipeşte umbra nopţii grea!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Fii veste bună, al păcii far,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Azi te trimite Domnul cu al vieţii har!</a:t>
            </a:r>
            <a:endParaRPr lang="vi-VN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381000"/>
            <a:ext cx="8839200" cy="4308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Mergi şi proclamă dragostea divină,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 din mărire-n praf a-ngenuncheat,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ne aducă toată-a Sa lumină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al iertării steag însângerat!</a:t>
            </a: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Fii veste bună, al păcii far,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Azi te trimite Domnul cu al vieţii har!</a:t>
            </a:r>
            <a:endParaRPr lang="vi-VN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381000"/>
            <a:ext cx="8839200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Inima ta să fie mărturie,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Dragostea ta şi tot ce poţi jertfi!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Fii pentru mulţi prilej de bucurie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însutit Isus va răsplăti.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Fii veste bună, al păcii far,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Azi te trimite Domnul cu al vieţii har!</a:t>
            </a:r>
            <a:endParaRPr lang="vi-VN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381000"/>
            <a:ext cx="8839200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Domnul, în slavă, </a:t>
            </a:r>
            <a:r>
              <a:rPr lang="vi-VN" altLang="ro-RO" sz="3800" smtClean="0">
                <a:solidFill>
                  <a:schemeClr val="bg1"/>
                </a:solidFill>
                <a:latin typeface="Georgia" pitchFamily="18" charset="0"/>
              </a:rPr>
              <a:t>în </a:t>
            </a:r>
            <a:r>
              <a:rPr lang="vi-VN" altLang="ro-RO" sz="3800" smtClean="0">
                <a:solidFill>
                  <a:schemeClr val="bg1"/>
                </a:solidFill>
                <a:latin typeface="Georgia" pitchFamily="18" charset="0"/>
              </a:rPr>
              <a:t>curând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revine,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Azi vestea bună spune-o tuturor;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Sus, lucru-i mult şi zilele-s puţine,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 te opri, lucrează cu mult dor!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Fii veste bună, al păcii far,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Azi te trimite Domnul cu al vieţii har!</a:t>
            </a:r>
            <a:endParaRPr lang="vi-VN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2431</TotalTime>
  <Words>227</Words>
  <Application>Microsoft PowerPoint</Application>
  <PresentationFormat>On-screen Show (4:3)</PresentationFormat>
  <Paragraphs>38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542</cp:revision>
  <dcterms:created xsi:type="dcterms:W3CDTF">2013-10-07T13:04:08Z</dcterms:created>
  <dcterms:modified xsi:type="dcterms:W3CDTF">2013-12-11T07:01:22Z</dcterms:modified>
  <cp:contentStatus>test</cp:contentStatus>
</cp:coreProperties>
</file>