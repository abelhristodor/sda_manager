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Îmi amintesc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de-o scumpă 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Îmi amintesc de-o scumpă 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Domnul îmi vorbi…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morţii prag, eu mă aflam,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Pierdut de-a pururi mă credeam.</a:t>
            </a: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suflet vreau să-I mulţumesc,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am s-o vestesc;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m-a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pragul morţii,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Îmi amintesc, un sol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pragul morţii mă găsi…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glasul său, aşa duios,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îmi vorbi despre Hristos.</a:t>
            </a: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suflet vreau să-I mulţumesc,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am s-o vestesc;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m-a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pragul morţii,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Când, prin credinţă, L-am atins,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mână-atunci, Isus m-a prins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viaţă El m-a ridicat,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minunat am fost salvat!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suflet vreau să-I mulţumesc,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am s-o vestesc;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m-a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pragul morţii,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las în urmă tot ce-i rău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îndrept spre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născut prin Duhul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am intrat în legământ.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suflet vreau să-I mulţumesc,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Lui am s-o vestesc;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Isus m-a salvat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pragul morţii, din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2354</TotalTime>
  <Words>230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518</cp:revision>
  <dcterms:created xsi:type="dcterms:W3CDTF">2013-10-07T13:04:08Z</dcterms:created>
  <dcterms:modified xsi:type="dcterms:W3CDTF">2013-12-10T12:22:06Z</dcterms:modified>
  <cp:contentStatus>test</cp:contentStatus>
</cp:coreProperties>
</file>