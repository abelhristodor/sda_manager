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0" r:id="rId3"/>
    <p:sldId id="276" r:id="rId4"/>
    <p:sldId id="272" r:id="rId5"/>
    <p:sldId id="277" r:id="rId6"/>
    <p:sldId id="274" r:id="rId7"/>
    <p:sldId id="275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Atâta dor…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73320"/>
            <a:ext cx="8534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Atâta dor s-a strâns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       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pieptul nostru slab,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De-atâta timp, de veacuri adunat!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aşteptăm să vină iar în slava Lui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Acela care crucea ne-a purtat!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7332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vino, Doamne, vino în mărire!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aşteptăm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privind cu dor nespus…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vino iar, pe nori, în strălucire,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ne iei la Tine, bunule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316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n-ai venit,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noi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              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untem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vină,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Aceşti trei îngeri tot nepregătiţi;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n-am ajuns la orice limb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popor,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foc şi-n jertfă zilnic oţeliţi!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2546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vino, Doamne, vino în mărire!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aşteptăm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privind cu dor nespus…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vino iar, pe nori, în strălucire,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ne iei la Tine, bunule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372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Tine, Doamne-mi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dăp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      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speranţa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zăbovirea şi în graba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Duhul Tău şi-n noul legământ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care intră încă cine vrea…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7332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vino, Doamne, vino în mărire!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aşteptăm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privind cu dor nespus…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vino iar, pe nori, în strălucire,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ne iei la Tine, bunule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3266</TotalTime>
  <Words>259</Words>
  <Application>Microsoft PowerPoint</Application>
  <PresentationFormat>On-screen Show (4:3)</PresentationFormat>
  <Paragraphs>41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640</cp:revision>
  <dcterms:created xsi:type="dcterms:W3CDTF">2013-10-07T13:04:08Z</dcterms:created>
  <dcterms:modified xsi:type="dcterms:W3CDTF">2013-12-12T08:30:20Z</dcterms:modified>
  <cp:contentStatus>test</cp:contentStatus>
</cp:coreProperties>
</file>