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Viaţă plină de lumină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Viaţă plină de lumină,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Apă, aer, gând curat,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Inimă de pace plină,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la Domnul am aflat,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la Cel ce ne-a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Viaţa-n dar ne-a fost lăsată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S-o păstrăm în vas curat,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Fericire să ne fie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Trupul care ni s-a dat,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Trupul – templu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Gândul ştie să aleagă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Drum în viaţă cu folos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mintea-i sănătoasă,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trupu-i sănătos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Şi-L urmează pe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Ridicăm stindardul vieţii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mai sus, spre Dumnezeu;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puterea Lui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divină</a:t>
            </a:r>
            <a:r>
              <a:rPr lang="ro-RO" altLang="ro-RO" sz="38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Biruim tot ce e rău,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Sănătoşi prin harul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2397</TotalTime>
  <Words>133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532</cp:revision>
  <dcterms:created xsi:type="dcterms:W3CDTF">2013-10-07T13:04:08Z</dcterms:created>
  <dcterms:modified xsi:type="dcterms:W3CDTF">2013-12-10T12:41:53Z</dcterms:modified>
  <cp:contentStatus>test</cp:contentStatus>
</cp:coreProperties>
</file>