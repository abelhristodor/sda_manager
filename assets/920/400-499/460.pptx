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viaţa Mea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Dumnezeu!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viaţa Mea de Dumnezeu: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Nu-mi place moartea celui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alta e voinţa mea: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lase răutatea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iertare va primi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prin credinţă va trăi!”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dacă mult ai fi greşit,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fii deznădăjduit,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Dumnezeu, cu jurământ,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Promite viaţa prin Cuvânt!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Aceasta e dorinţa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întorci din calea 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De-aceea, nu mai zăbovi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Pierzându-ţi vremea zi de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Domnul nu-ţi dă harul Său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stăruieşti a face rău;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dacă nu vrei să te-ndrepţi,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Pieirea-i tot ce poţi s-aştepţi…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Isuse, dă-mi Tu harul Tău,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azi să las tot ce e rău;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braţul sfânt, biruitor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să-Ţi fiu ascultător…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vreau deloc să mai amân,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sunt al Tău şi-al Tău rămân!…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2922</TotalTime>
  <Words>176</Words>
  <Application>Microsoft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599</cp:revision>
  <dcterms:created xsi:type="dcterms:W3CDTF">2013-10-07T13:04:08Z</dcterms:created>
  <dcterms:modified xsi:type="dcterms:W3CDTF">2013-12-11T10:04:58Z</dcterms:modified>
  <cp:contentStatus>test</cp:contentStatus>
</cp:coreProperties>
</file>