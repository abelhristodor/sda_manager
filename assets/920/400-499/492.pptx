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Tresăltaţi, vine Isus!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7332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Tresăltaţi, vine-Isus!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ceas de trâmbiţare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negurile fug,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e-arată-ai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zilei zori!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găsiţi veghind,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ncinşi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aşteptare,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rod al jertfei Lui,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ântându-I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mult dor!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7332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curând, lângă tron,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osi-vom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astre,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Odihnă vom gusta,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veci,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Paradis!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Răpiţi, vom admira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Prinţul vieţii noastre,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Ce-n lume S-a-njosit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ne-a deschis!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7332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Izbucni-vor atunci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ântări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veselie,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feţe vom avea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zâmbet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nesfârşit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îmbrăcaţi în alb,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repeta-n vecie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Cântarea Mielului,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ne-a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3200</TotalTime>
  <Words>129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637</cp:revision>
  <dcterms:created xsi:type="dcterms:W3CDTF">2013-10-07T13:04:08Z</dcterms:created>
  <dcterms:modified xsi:type="dcterms:W3CDTF">2013-12-12T08:47:26Z</dcterms:modified>
  <cp:contentStatus>test</cp:contentStatus>
</cp:coreProperties>
</file>