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Mi-e dor de cer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93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373320"/>
            <a:ext cx="8915400" cy="5355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Mi-e dor de cer, nu-mi pasă de durere;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În orice-ar fi nu văd decât un pas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Prin care urc spre marea mângâiere,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Ce-o voi găsi la Tatăl meu, acas’…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Dar pân-atunci eu cânt pe calea vieţii,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Din lacrimi strâng mănunchi de bucurii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Şi-aştept să trec pe porţile cetăţii,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Să fiu acasă-n veşnicii!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493/920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373320"/>
            <a:ext cx="8915400" cy="5355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Te voi uita de-a pururi, tristă lume!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La orice pas mereu m-ai înşelat: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Din bogăţii, din glorii şi renume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Nimic de preţ, nimic nu mi-ai lăsat…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Dar pân-atunci eu cânt pe calea vieţii,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Din lacrimi strâng mănunchi de bucurii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Şi-aştept să trec pe porţile cetăţii,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Să fiu acasă-n veşnicii!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493/920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373320"/>
            <a:ext cx="8915400" cy="5478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Un cer de vis, splendori fără de nume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Voi admira cu sufletul uimit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 voi cânta pe-a veşniciei culme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Că am ajuns acasă, în sfârşit…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Dar pân-atunci eu cânt pe calea vieţii,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Din lacrimi strâng mănunchi de bucurii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Şi-aştept să trec pe porţile cetăţii,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Să fiu acasă-n veşnicii!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493/920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3212</TotalTime>
  <Words>197</Words>
  <Application>Microsoft PowerPoint</Application>
  <PresentationFormat>On-screen Show (4:3)</PresentationFormat>
  <Paragraphs>35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638</cp:revision>
  <dcterms:created xsi:type="dcterms:W3CDTF">2013-10-07T13:04:08Z</dcterms:created>
  <dcterms:modified xsi:type="dcterms:W3CDTF">2013-12-12T08:48:44Z</dcterms:modified>
  <cp:contentStatus>test</cp:contentStatus>
</cp:coreProperties>
</file>