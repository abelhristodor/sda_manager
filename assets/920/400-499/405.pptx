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 soare azi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viaţa mea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soare azi în viaţa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 fără de apus,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Minunată-i strălucirea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când am pe Isus…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Numai cântec azi e-n viaţa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Cântec nou, nemaicântat,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mi-ascultă inima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răscumpărat…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Primăvară azi e-n viaţa 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aproape-i Domnul meu,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Pacea Lui îmi umple inima: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 fiu de Dumnezeu.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Fericită azi e viaţa 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un cântec de Sabat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tot ce vrea Isus să-mi dea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ce mi-a dat.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2365</TotalTime>
  <Words>206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522</cp:revision>
  <dcterms:created xsi:type="dcterms:W3CDTF">2013-10-07T13:04:08Z</dcterms:created>
  <dcterms:modified xsi:type="dcterms:W3CDTF">2013-12-10T12:35:50Z</dcterms:modified>
  <cp:contentStatus>test</cp:contentStatus>
</cp:coreProperties>
</file>