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Iubirea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ce ne face </a:t>
            </a:r>
            <a:b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aşa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de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fericiţi</a:t>
            </a:r>
            <a:endParaRPr lang="fr-F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410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6093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Iubirea ce ne face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Aşa de fericiţi,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Prin mângâieri, ne dă puteri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fim copii iubiţi.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Dumnezeu plin e de iubire,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Ne-a iubit, noi Îl vom urma,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Iubirea ce ne face aşa de fericiţi,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Prin mângâieri, ne dă puteri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fim copii iubiţi.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410/920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594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Această lume-i plină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 moarte şi păcat;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Spre-a o salva, ne vom ruga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 Tatăl îndurat.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Dumnezeu plin e de iubire,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Ne-a iubit, noi Îl vom urma,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Iubirea ce ne face aşa de fericiţi,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Prin mângâieri, ne dă puteri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fim copii iubiţi.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410/920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594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Când Domnul în mărire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La sânu-I ne va lua,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 toţi cei vii, în melodii,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Iubirea-I vom cânta!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Dumnezeu plin e de iubire,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Ne-a iubit, noi Îl vom urma,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Iubirea ce ne face aşa de fericiţi,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Prin mângâieri, ne dă puteri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fim copii iubiţi.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410/920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2395</TotalTime>
  <Words>189</Words>
  <Application>Microsoft PowerPoint</Application>
  <PresentationFormat>On-screen Show (4:3)</PresentationFormat>
  <Paragraphs>38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528</cp:revision>
  <dcterms:created xsi:type="dcterms:W3CDTF">2013-10-07T13:04:08Z</dcterms:created>
  <dcterms:modified xsi:type="dcterms:W3CDTF">2013-12-10T12:40:59Z</dcterms:modified>
  <cp:contentStatus>test</cp:contentStatus>
</cp:coreProperties>
</file>