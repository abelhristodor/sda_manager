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Vesel saltă, clocoteşte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413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12790"/>
            <a:ext cx="8382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Vesel saltă, clocoteşte,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Murmurând pe lângă stânci,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grăbit se prăvăleşte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Pârâiaşu-n văi adânci…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 îmi placi, pârâu de munte,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Apă din izvor curat!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tine ’nalţ întruna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Slavă Cui ni te-a creat.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12790"/>
            <a:ext cx="8382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Cine-ar vrea să mai golească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Vreun pahar ameţitor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Numai ca să mai trăiască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Trai nedemn şi-njositor? 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 îmi placi, pârâu de munte,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Apă din izvor curat!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tine ’nalţ întruna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Slavă Cui ni te-a creat.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12790"/>
            <a:ext cx="8382000" cy="5447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Vezi cum pasărea se-adapă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izvor răcoritor,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Şi, deşi bea numai apă,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Cântă-aşa-nveselitor? 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 îmi placi, pârâu de munte,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Apă din izvor curat!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tine ’nalţ întruna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Slavă Cui ni te-a creat.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12790"/>
            <a:ext cx="8382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Apa mişcă-n lume toate,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Iar celor ce beau din 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Le dă viaţă, sănătate!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Apa-i băutura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mea! 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 îmi placi, pârâu de munte,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Apă din izvor curat!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tine ’nalţ întruna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Slavă Cui ni te-a creat.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2406</TotalTime>
  <Words>203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533</cp:revision>
  <dcterms:created xsi:type="dcterms:W3CDTF">2013-10-07T13:04:08Z</dcterms:created>
  <dcterms:modified xsi:type="dcterms:W3CDTF">2013-12-10T12:46:43Z</dcterms:modified>
  <cp:contentStatus>test</cp:contentStatus>
</cp:coreProperties>
</file>