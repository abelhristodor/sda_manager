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sărmane om!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sărmane om, ce-n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dureri şi-amărăciuni,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Vin’ la Domnul de Îi spune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 pleacă-n rugăciuni!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 dar, vino dar,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Vin’ la Domnul chiar acum!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pe tronu-I sfânt de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te cheamă Domnul bun!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o mamă te mângâie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 scoate din nevoi;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 tovarăş vrea să-ţi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să-ţi dea speranţe noi!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 dar, vino dar,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Vin’ la Domnul chiar acum!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pe tronu-I sfânt de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te cheamă Domnul bun!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Vino, vino dar degrabă,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mai este încă har;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în cerul plin de slavă,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 să-ţi dea viaţa-n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dar!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 dar, vino dar,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Vin’ la Domnul chiar acum!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pe tronu-I sfânt de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te cheamă Domnul bun!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2943</TotalTime>
  <Words>177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605</cp:revision>
  <dcterms:created xsi:type="dcterms:W3CDTF">2013-10-07T13:04:08Z</dcterms:created>
  <dcterms:modified xsi:type="dcterms:W3CDTF">2013-12-11T10:13:42Z</dcterms:modified>
  <cp:contentStatus>test</cp:contentStatus>
</cp:coreProperties>
</file>