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Voi, servii Domnului!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90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373320"/>
            <a:ext cx="7543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Voi, servii Domnului,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Vestiţi al Său Cuvânt,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voi sunteţi străjerii Lui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Pe-acest străin pământ.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373320"/>
            <a:ext cx="7543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lămpile arzând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Vegheaţi în noaptea grea,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 pregătiţi un alb veşmânt,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Ieşiţi ’naintea Sa!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373320"/>
            <a:ext cx="7543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Va fi venirea Sa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Un fulger în apus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Şi orice ochi Îl va vedea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Pe-al păcii Domn, Isus.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373320"/>
            <a:ext cx="7543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frate, intră-n rând,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slava lui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fii şi tu numit curând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„Rob bun şi credincios”!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3186</TotalTime>
  <Words>113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633</cp:revision>
  <dcterms:created xsi:type="dcterms:W3CDTF">2013-10-07T13:04:08Z</dcterms:created>
  <dcterms:modified xsi:type="dcterms:W3CDTF">2013-12-12T08:44:54Z</dcterms:modified>
  <cp:contentStatus>test</cp:contentStatus>
</cp:coreProperties>
</file>