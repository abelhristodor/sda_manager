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groapa pieirii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Din groapa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pieirii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m-a salvat,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strigătul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către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s-a-ndreptat;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stânca cea tare a pus pasul meu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suflet, un cântec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nou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 mereu: </a:t>
            </a: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„Vrednic eşti, Doamne, de slava Ta,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Tu, care-asculţi rugăciunea mea!”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Numele Tău Îl voi înălţa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de veci,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-97512"/>
            <a:ext cx="8458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Ferice de cel ce nădejdea şi-a pus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singurul vrednic de slavă, Isus;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Gustaţi şi vedeţi îndurările Lui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pacea Lui sfântă, cum în lume nu-i! </a:t>
            </a: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„Vrednic eşti, Doamne, de slava Ta,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Tu, care-asculţi rugăciunea mea!”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Numele Tău Îl voi înălţa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de veci,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Minunile Lui să le port eu aş vrea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ziua, şi noaptea în inima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duc,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trâmbiţând,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bună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munţi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S-o afle cei singuri, disperaţi şi mulţi!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„Vrednic eşti, Doamne, de slava Ta,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Tu, care-asculţi rugăciunea mea!”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Numele Tău Îl voi înălţa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de veci,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2364</TotalTime>
  <Words>214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520</cp:revision>
  <dcterms:created xsi:type="dcterms:W3CDTF">2013-10-07T13:04:08Z</dcterms:created>
  <dcterms:modified xsi:type="dcterms:W3CDTF">2013-12-10T12:24:23Z</dcterms:modified>
  <cp:contentStatus>test</cp:contentStatus>
</cp:coreProperties>
</file>