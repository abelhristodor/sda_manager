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Dumnezeu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te cheamă în lucrare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601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Dumnezeu 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cheamă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zăbovi, căci timpul este scurt,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e vreun suflet scump în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aşteptare,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uşi la care încă n-ai bătut!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Te-ajută Domnul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vezi cărarea,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urma Lui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urcă munţii şi străbate marea,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mesagerul păcii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Semănător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cerească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Împarte adevărul orişicui,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nu poţi face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grâul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să-ncolţească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Fă-ţi datoria, restul lasă-I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Te-ajută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vezi cărarea,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urma Lui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urcă munţii şi străbate marea,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mesagerul păcii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Lui Dumnezeu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slujeşte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răbdare,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Păstrează ochii inimii deschişi,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Slujirea e favoarea cea mai mare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bucuria de la seceriş!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Te-ajută Domnul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vezi cărarea,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urma Lui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oricând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urcă munţii şi străbate marea,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mesagerul păcii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2513</TotalTime>
  <Words>202</Words>
  <Application>Microsoft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559</cp:revision>
  <dcterms:created xsi:type="dcterms:W3CDTF">2013-10-07T13:04:08Z</dcterms:created>
  <dcterms:modified xsi:type="dcterms:W3CDTF">2013-12-11T07:48:49Z</dcterms:modified>
  <cp:contentStatus>test</cp:contentStatus>
</cp:coreProperties>
</file>