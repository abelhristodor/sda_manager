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 timpul marii treziri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53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 timpul marii treziri!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ultimul ceas de luptat!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se scriu răsplătiri;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 mai e încă de secerat!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Trezeşte-te!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hotărâri!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Trezeşte-te! Nu vrei să fii tu pregătit?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Apocalipsa o trăim acum şi-n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Se-ntoarce Domnul şi totul e sfârşit!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slabi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lucrând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s-au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călit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Cei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fără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talent au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succes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Chemarea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sfântă-au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primit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;</a:t>
            </a:r>
          </a:p>
          <a:p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Dar tu ce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loc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ce destin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ţi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-ai ales?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Trezeşte-te!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hotărâri!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Trezeşte-te! Nu vrei să fii tu pregătit?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Apocalipsa o trăim acum şi-n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Se-ntoarce Domnul şi totul e sfârşit!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863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Coroane-aşteaptă în cer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Mulţime de stele şi frunţi!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azi să fii mesager,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strigi cu noi vestea bună pe munţi?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Trezeşte-te!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timpul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mari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lor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hotărâri!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Trezeşte-te! Nu vrei să fii tu pregătit?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Apocalipsa o trăim acum şi-n curând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Se-ntoarce Domnul şi totul e sfârşit!</a:t>
            </a:r>
          </a:p>
          <a:p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2821</TotalTime>
  <Words>199</Words>
  <Application>Microsoft PowerPoint</Application>
  <PresentationFormat>On-screen Show (4:3)</PresentationFormat>
  <Paragraphs>38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592</cp:revision>
  <dcterms:created xsi:type="dcterms:W3CDTF">2013-10-07T13:04:08Z</dcterms:created>
  <dcterms:modified xsi:type="dcterms:W3CDTF">2013-12-11T08:55:40Z</dcterms:modified>
  <cp:contentStatus>test</cp:contentStatus>
</cp:coreProperties>
</file>