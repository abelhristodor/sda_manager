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I-auzi, bate tot mereu!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67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393442"/>
            <a:ext cx="75438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I-auzi, bate tot mereu…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Cine stă la pragul tău?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un Oaspete de seamă,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venit, căci te-a iubit!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auzi-L cum te cheamă,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Suflete, zi-I: „Bun venit!”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467/920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393442"/>
            <a:ext cx="75438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I-auzi, bate ne-ncetat!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Cine-o fi de aşteptat?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e Domnul, cei ce-L lasă,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Cât se simt de fericiţi!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Vrei şi tu să-L laşi în casă?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Să-I deschizi şi să-L inviţi!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467/920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304800"/>
            <a:ext cx="8763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I-auzi bate iar şi iar!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nu vrei să-L laşi afar’?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N-auzi că-i Mântuitorul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 ce stă la tine-n prag?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eşti tu biruitorul,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Să-I deschizi, să-L chemi cu drag!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467/920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2946</TotalTime>
  <Words>142</Words>
  <Application>Microsoft PowerPoint</Application>
  <PresentationFormat>On-screen Show (4:3)</PresentationFormat>
  <Paragraphs>26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607</cp:revision>
  <dcterms:created xsi:type="dcterms:W3CDTF">2013-10-07T13:04:08Z</dcterms:created>
  <dcterms:modified xsi:type="dcterms:W3CDTF">2013-12-11T10:17:27Z</dcterms:modified>
  <cp:contentStatus>test</cp:contentStatus>
</cp:coreProperties>
</file>