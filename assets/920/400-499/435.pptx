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a Domnului lucrare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a Domnului lucrare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Zilnic vreau să mă-nnoiesc;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Multă binecuvântare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cărarea Lui găsesc.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pe urma Lui cea sfântă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întinde al meu pas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porunca-I de pe urmă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Împlini-voi ceas de ceas.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Zac talanţii în ţărână,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doar unul, ci toţi cinci,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Stăpânul stă să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Oare glasul nu-I distingi?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 este secerişul,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Lucrătorii sunt puţini,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Ies şi eu să-I pun pe frunte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stele, şi nu spini.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privesc doar viitorul,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primi-voi mari puteri,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aştept ascuns pe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Ci-L întâmpin cu poveri;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pot face azi în juru-mi,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 prin fapte şi prin grai;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Ieşi la lucru, Ghedeoane,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puterea ce o ai!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2510</TotalTime>
  <Words>161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559</cp:revision>
  <dcterms:created xsi:type="dcterms:W3CDTF">2013-10-07T13:04:08Z</dcterms:created>
  <dcterms:modified xsi:type="dcterms:W3CDTF">2013-12-11T07:49:43Z</dcterms:modified>
  <cp:contentStatus>test</cp:contentStatus>
</cp:coreProperties>
</file>