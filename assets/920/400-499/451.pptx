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0" r:id="rId3"/>
    <p:sldId id="271" r:id="rId4"/>
    <p:sldId id="272" r:id="rId5"/>
    <p:sldId id="273" r:id="rId6"/>
    <p:sldId id="275" r:id="rId7"/>
    <p:sldId id="274" r:id="rId8"/>
    <p:sldId id="277" r:id="rId9"/>
    <p:sldId id="276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Hristos cheamă-ajutoare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05348"/>
            <a:ext cx="7848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 cheamă-ajutoare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lucru-n al Său câmp,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vocea-I iubitoare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Ne-arată drumul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mila Ta cea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Ajută-mă să spun: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„Iubite Doamne, iată-mă!”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Iată-mă, iată-mă,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Ta lucrare-acum pornesc voios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iată-mă, iată-mă,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Iubite Doamne, iată-mă!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05348"/>
            <a:ext cx="7848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 cheamă-ajutoare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lucru-n al Său câmp,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vocea-I iubitoare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Ne-arată drumul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mila Ta cea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Ajută-mă să spun: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„Iubite Doamne, iată-mă!”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Iată-mă, iată-mă,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Ta lucrare-acum pornesc voios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iată-mă, iată-mă,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Iubite Doamne, iată-mă!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05348"/>
            <a:ext cx="7848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cu mine-n luptă,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Duşmani când se-nteţesc,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dă-mi putere multă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să biruiesc!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sută din o sută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M-ajută să rodesc,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Iubite Doamne, iată-mă!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05348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Iată-mă, iată-mă,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Ta lucrare-acum pornesc voios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iată-mă, iată-mă,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Iubite Doamne, iată-mă!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0534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Povara pentru alţii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jug şi dar ceresc: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Tresalt de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altora slujesc!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Doresc să-mi caut fraţii,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Lucrarea să-mplinesc,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Iubite Doamne, iată-mă!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Iată-mă, iată-mă,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Ta lucrare-acum pornesc voios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iată-mă, iată-mă,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Iubite Doamne, iată-mă!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2816</TotalTime>
  <Words>253</Words>
  <Application>Microsoft PowerPoint</Application>
  <PresentationFormat>On-screen Show (4:3)</PresentationFormat>
  <Paragraphs>62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590</cp:revision>
  <dcterms:created xsi:type="dcterms:W3CDTF">2013-10-07T13:04:08Z</dcterms:created>
  <dcterms:modified xsi:type="dcterms:W3CDTF">2013-12-11T08:51:03Z</dcterms:modified>
  <cp:contentStatus>test</cp:contentStatus>
</cp:coreProperties>
</file>