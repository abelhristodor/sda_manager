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Vino la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apa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viaţă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la apa de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eşti atât de-nsetat,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 credinţă la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vei fi mult adăpat!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Dumnezeu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cu Domnu-n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Vino acum şi-ţi adapă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Cântul speranţei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 rău încetează,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om nou pe deplin!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Dumnezeu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cu Domnu-n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Vino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căci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te-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aşteaptă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bucurii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poţi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avea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Ca un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izvor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plin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viaţă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Fie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inima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Grăbeşte, vin’, nu-ntârzia,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în dar Dumnezeu îţi va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Grăbeşte deci să devii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fii cu Domnu-n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2924</TotalTime>
  <Words>173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597</cp:revision>
  <dcterms:created xsi:type="dcterms:W3CDTF">2013-10-07T13:04:08Z</dcterms:created>
  <dcterms:modified xsi:type="dcterms:W3CDTF">2013-12-11T10:02:09Z</dcterms:modified>
  <cp:contentStatus>test</cp:contentStatus>
</cp:coreProperties>
</file>