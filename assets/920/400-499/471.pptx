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sunt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un sol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trimis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 un sol trimis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De-un mare Împărat,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Cerescul Său cuprins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foarte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la voi vin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Trimis de Domnul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eu sunt numai solul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93442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V-aduc Cuvântul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preafrumos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Chemarea blândă-a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Grăbiţi şi m-ascultaţi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să vă-mpăcaţi,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vă-mpăcaţi cu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viaţa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traiul vostru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Ieşiţi ne-ntârziat,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Oricine va veni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va-mpărăţi,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în curând El va veni!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93442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V-aduc Cuvântul prea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Chemarea blândă-a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Grăbiţi şi m-ascultaţi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să vă-mpăcaţi,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vă-mpăcaţi cu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ţara lui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nu-s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lacrimi nu sunt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numai mângâieri,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toţi cei mântuiţi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veşnic fericiţi,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Grăbiţi acum deci şi veniţi!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93442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V-aduc Cuvântul prea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Chemarea blândă-a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Grăbiţi şi m-ascultaţi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să vă-mpăcaţi,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vă-mpăcaţi cu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2977</TotalTime>
  <Words>208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613</cp:revision>
  <dcterms:created xsi:type="dcterms:W3CDTF">2013-10-07T13:04:08Z</dcterms:created>
  <dcterms:modified xsi:type="dcterms:W3CDTF">2013-12-11T10:26:47Z</dcterms:modified>
  <cp:contentStatus>test</cp:contentStatus>
</cp:coreProperties>
</file>