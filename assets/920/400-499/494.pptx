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4"/>
  </p:notesMasterIdLst>
  <p:handoutMasterIdLst>
    <p:handoutMasterId r:id="rId5"/>
  </p:handoutMasterIdLst>
  <p:sldIdLst>
    <p:sldId id="257" r:id="rId2"/>
    <p:sldId id="270" r:id="rId3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6019" autoAdjust="0"/>
    <p:restoredTop sz="94595" autoAdjust="0"/>
  </p:normalViewPr>
  <p:slideViewPr>
    <p:cSldViewPr>
      <p:cViewPr>
        <p:scale>
          <a:sx n="50" d="100"/>
          <a:sy n="50" d="100"/>
        </p:scale>
        <p:origin x="-1722" y="-10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handoutMaster" Target="handoutMasters/handoutMaster1.xml"/><Relationship Id="rId4" Type="http://schemas.openxmlformats.org/officeDocument/2006/relationships/notesMaster" Target="notesMasters/notesMaster1.xml"/><Relationship Id="rId9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12/12/2013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12/12/2013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2971800"/>
            <a:ext cx="91440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  <a:t>Te-aştept zilnic, Isuse! (canon)</a:t>
            </a:r>
            <a:endParaRPr lang="pt-BR" altLang="ro-RO" sz="4800" b="1" dirty="0" smtClean="0">
              <a:solidFill>
                <a:schemeClr val="bg1"/>
              </a:solidFill>
              <a:latin typeface="Georgia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4</a:t>
            </a:r>
            <a:r>
              <a:rPr lang="en-US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94</a:t>
            </a:r>
            <a:endParaRPr lang="ro-RO" sz="60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752600" y="373320"/>
            <a:ext cx="7391400" cy="24314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ro-RO" altLang="ro-RO" sz="38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 Te-aştept zilnic, Isuse,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Te-aştept ca să revii,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Purtând glorii nespuse,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În veci Domn să-mi fii!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494/920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3211</TotalTime>
  <Words>37</Words>
  <Application>Microsoft PowerPoint</Application>
  <PresentationFormat>On-screen Show (4:3)</PresentationFormat>
  <Paragraphs>8</Paragraphs>
  <Slides>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3" baseType="lpstr">
      <vt:lpstr>Imnuri noi</vt:lpstr>
      <vt:lpstr>Slide 1</vt:lpstr>
      <vt:lpstr>Slide 2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639</cp:revision>
  <dcterms:created xsi:type="dcterms:W3CDTF">2013-10-07T13:04:08Z</dcterms:created>
  <dcterms:modified xsi:type="dcterms:W3CDTF">2013-12-12T08:49:02Z</dcterms:modified>
  <cp:contentStatus>test</cp:contentStatus>
</cp:coreProperties>
</file>