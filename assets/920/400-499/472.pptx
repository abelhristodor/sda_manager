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Trâmbiţi răsună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3442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Trâmbiţi răsună prin negura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Strigă profeţii-n Sion.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aşteaptă de şase milenii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mântuiască-orice 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ce simţiţi că durerea vă-nvinge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sunt căi de scăpat,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Iată, pe cruce, Isus cum Se frânge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al vostru păcat!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3442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Dumnezeu mai împarte iertare,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Încă avem Salvator.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Încă o clipă de sfântă-ndurare,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azi e-al tuturor.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393442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ajută a mea pregătire,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încă nu-i prea târziu;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ca, apoi, îmbrăcat în mărire,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Veşnic cu Tine să fiu!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2979</TotalTime>
  <Words>125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614</cp:revision>
  <dcterms:created xsi:type="dcterms:W3CDTF">2013-10-07T13:04:08Z</dcterms:created>
  <dcterms:modified xsi:type="dcterms:W3CDTF">2013-12-12T05:57:15Z</dcterms:modified>
  <cp:contentStatus>test</cp:contentStatus>
</cp:coreProperties>
</file>