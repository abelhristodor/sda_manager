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Tine,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meu iubit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407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Cu Tine, Domnul meu iubit,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Mă simt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preafericit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hotărât sunt, cât trăiesc,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Te-ascult, să Te iubesc…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Bucuria mea cea mare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s-ascult al Tău Cuvânt!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am făcut prin crucea Ta,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vecia legământ…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Speranţe-n suflet mi se-aprind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lacrimi mă cuprind…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Uşoară-mi faci povara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Am în suflet pacea Ta.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Bucuria mea cea mare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s-ascult al Tău Cuvânt!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am făcut prin crucea Ta,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vecia legământ…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Citesc în ochii Tăi senini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Chemarea spre ’nălţimi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Şi-s fericit că iar găsesc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Noi puteri să biruiesc.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Bucuria mea cea mare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s-ascult al Tău Cuvânt!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am făcut prin crucea Ta,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vecia legământ…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2380</TotalTime>
  <Words>155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525</cp:revision>
  <dcterms:created xsi:type="dcterms:W3CDTF">2013-10-07T13:04:08Z</dcterms:created>
  <dcterms:modified xsi:type="dcterms:W3CDTF">2013-12-10T12:37:27Z</dcterms:modified>
  <cp:contentStatus>test</cp:contentStatus>
</cp:coreProperties>
</file>