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Eu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vesel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cânt</a:t>
            </a: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b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fr-F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lui </a:t>
            </a:r>
            <a:r>
              <a:rPr lang="fr-FR" altLang="ro-RO" sz="4800" b="1" dirty="0" err="1" smtClean="0">
                <a:solidFill>
                  <a:schemeClr val="bg1"/>
                </a:solidFill>
                <a:latin typeface="Georgia" pitchFamily="18" charset="0"/>
              </a:rPr>
              <a:t>Dumnezeu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401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81000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vesel cânt lui Dumnezeu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veci Îi voi cânta,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m-a chemat prin Fiul Său,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îndurarea Sa!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Umblam departe de Isus,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Eram făr’ ajutor,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El pe braţe m-a adus,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şi un bun Păstor.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81000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vesel cânt pentru Hristos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pentru harul Său,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l-a salvat pe păcătos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mâna celui rău!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De-aceea-n veci Îi voi cânta: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mi-este Salvator!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calea Sa de voi urma,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Voi fi biruitor.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381000"/>
            <a:ext cx="8229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cânt, eu cânt neîncetat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veci Îi voi cânta,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harul Său Şi-a arătat,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moarte-a mă salva!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Ferice e de tot acel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 Legea I-a păstrat: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Lucrând cu-ncredere şi zel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Va fi încoronat.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2352</TotalTime>
  <Words>150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517</cp:revision>
  <dcterms:created xsi:type="dcterms:W3CDTF">2013-10-07T13:04:08Z</dcterms:created>
  <dcterms:modified xsi:type="dcterms:W3CDTF">2013-12-10T12:21:05Z</dcterms:modified>
  <cp:contentStatus>test</cp:contentStatus>
</cp:coreProperties>
</file>