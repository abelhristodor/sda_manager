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	Iată, vine Domnul</a:t>
            </a:r>
          </a:p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nostru! (canon)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1000"/>
            <a:ext cx="8610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vine Domnul nostru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ne-aduce răsplătiri: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cu inima curată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trăi în fericiri!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Dumnezeu, cu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Dumnezeu vom fi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2564</TotalTime>
  <Words>42</Words>
  <Application>Microsoft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570</cp:revision>
  <dcterms:created xsi:type="dcterms:W3CDTF">2013-10-07T13:04:08Z</dcterms:created>
  <dcterms:modified xsi:type="dcterms:W3CDTF">2013-12-11T08:15:56Z</dcterms:modified>
  <cp:contentStatus>test</cp:contentStatus>
</cp:coreProperties>
</file>