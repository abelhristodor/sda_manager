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Mai sus de-albastre zări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78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Mai sus de-albastre zări, lăsăm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Privirea să ne zboare,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unde, grabnic, aşteptăm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Domnul, să coboare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slava Lui, pe norul alb,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cei aleşi s-adune!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Aşa Cuvântul spune!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Trecut-au ani de suferinţi,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 pribegiri amare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Şi-n dorul lacrimii fierbinţi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E-atâta aşteptare…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ce-ntârzii, Isuse bun?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Ni-e inima pustie!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O, vin’ şi ne mângâie!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Ni-e dor de casa Ta de sus,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ţara minunată!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Acolo, Doamne, Tu ne-ai spus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 ne vei duce-odată!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vii, să vii, Te aşteptăm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 braţele întinse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candele aprinse!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3000</TotalTime>
  <Words>136</Words>
  <Application>Microsoft PowerPoint</Application>
  <PresentationFormat>On-screen Show (4:3)</PresentationFormat>
  <Paragraphs>29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619</cp:revision>
  <dcterms:created xsi:type="dcterms:W3CDTF">2013-10-07T13:04:08Z</dcterms:created>
  <dcterms:modified xsi:type="dcterms:W3CDTF">2013-12-12T06:00:27Z</dcterms:modified>
  <cp:contentStatus>test</cp:contentStatus>
</cp:coreProperties>
</file>