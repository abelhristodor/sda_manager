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Plecăm, Stăpâne-n via 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Plecăm, Stăpâne-n via Ta,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ăci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ne-ai îndemnat;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singur ceas a mai rămas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lume de lucrat.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Domnul secerişului,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 Mântuitor,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Inspiră pe-ai Tăi ucenici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ă-şi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facă slujba lor!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Doamne, ştii pe orice om,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ricât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depărtat,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nimeni nu-i străin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 de neglijat!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Alungă bezna lumii grea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ce-i păcătos,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toţi să vadă slava Ta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jertfa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Izvor de sfinte frumuseţi,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O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cean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ape vii,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Tine, Doamne,ne-ndreptăm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reaplinul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Învaţă-ne să fim model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faptă şi-n cuvânt,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ţinem sus stindardul Tău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veci curat şi sfânt!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405348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Dreptate plină de iubiri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 neprihănit,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eşti al nostru Dumnezeu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Rege preamărit.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Ajută-ne ca să grăbim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ult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aşteptata zi,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ura lumii va-nceta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pacea va domni!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2530</TotalTime>
  <Words>64</Words>
  <Application>Microsoft PowerPoint</Application>
  <PresentationFormat>On-screen Show (4:3)</PresentationFormat>
  <Paragraphs>40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563</cp:revision>
  <dcterms:created xsi:type="dcterms:W3CDTF">2013-10-07T13:04:08Z</dcterms:created>
  <dcterms:modified xsi:type="dcterms:W3CDTF">2013-12-11T08:04:53Z</dcterms:modified>
  <cp:contentStatus>test</cp:contentStatus>
</cp:coreProperties>
</file>