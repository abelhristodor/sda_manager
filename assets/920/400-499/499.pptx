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Acesta-i Salvatorul meu!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Acesta-i Salvatorul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care am crezut,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Acesta-i Cel ce m-a iubit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când eu n-am ştiut!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 veni, da, Mântuitorul!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Sa iubire am cunoscut.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Tresălta-voi cu tot poporul: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Iată-n Cine am crezut!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Se-arată în curând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toată slava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El am pus nădejdea mea;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Îl voi vedea!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 veni, da, Mântuitorul!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Sa iubire am cunoscut.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Tresălta-voi cu tot poporul: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Iată-n Cine am crezut!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dacă pentru Domnul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cruce voi purta,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Curând, curând Îl voi vedea: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răsplata mea!</a:t>
            </a:r>
            <a:endParaRPr lang="en-US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Va veni, da, Mântuitorul!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Sa iubire am cunoscut.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Tresălta-voi cu tot poporul: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Iată-n Cine am crezut!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499/920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3277</TotalTime>
  <Words>164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648</cp:revision>
  <dcterms:created xsi:type="dcterms:W3CDTF">2013-10-07T13:04:08Z</dcterms:created>
  <dcterms:modified xsi:type="dcterms:W3CDTF">2013-12-12T08:56:14Z</dcterms:modified>
  <cp:contentStatus>test</cp:contentStatus>
</cp:coreProperties>
</file>