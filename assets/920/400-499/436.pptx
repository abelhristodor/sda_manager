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azi plecăm în lucrare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azi plecăm în lucrare,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cu noi, fraţi creştini,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secerişul 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lucrători prea puţini!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veniţi cu grăbire,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semănăm, să secerăm,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înarmaţi cu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Lucrarea s-o terminăm!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tot lucra până-n seară,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senin, fie 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Poate lucrarea-i amară,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secera-vom cântând!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veniţi cu grăbire,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semănăm, să secerăm,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înarmaţi cu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Lucrarea s-o terminăm!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Peste puţin totu-i gata,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va fi încheiat;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aduce răsplata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acei ce-au lucrat.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veniţi cu grăbire,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semănăm, să secerăm,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înarmaţi cu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Lucrarea s-o terminăm!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2512</TotalTime>
  <Words>162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560</cp:revision>
  <dcterms:created xsi:type="dcterms:W3CDTF">2013-10-07T13:04:08Z</dcterms:created>
  <dcterms:modified xsi:type="dcterms:W3CDTF">2013-12-11T07:50:25Z</dcterms:modified>
  <cp:contentStatus>test</cp:contentStatus>
</cp:coreProperties>
</file>