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Bucuros mă gândesc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căminul ceresc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10134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Bucuros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căminul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mine cu drag pregătit: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acolo,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âte-ar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 să-ntâlnesc,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 n-aş fi deloc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 fi marea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cei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 vor fi;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coroana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va da,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 stele şi eu voi avea.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525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Îl rog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dea har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lucrez pentru dragostea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mulţi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salvez pentru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 stele să pot aduna!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 fi marea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cei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 vor fi;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coroana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va da,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 stele şi eu voi avea.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8100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Fericit voi păşi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ângă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mântuiţi,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Într-al păcii Eden minunat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voi fi împreună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mei preaiubiţi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care-am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trudi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6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 fi marea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cei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 vor fi;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coroana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va da,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 stele şi eu voi avea.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2473</TotalTime>
  <Words>250</Words>
  <Application>Microsoft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547</cp:revision>
  <dcterms:created xsi:type="dcterms:W3CDTF">2013-10-07T13:04:08Z</dcterms:created>
  <dcterms:modified xsi:type="dcterms:W3CDTF">2013-12-11T07:14:47Z</dcterms:modified>
  <cp:contentStatus>test</cp:contentStatus>
</cp:coreProperties>
</file>