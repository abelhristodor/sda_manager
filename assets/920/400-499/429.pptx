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Iubirea lui Hristos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ne-a adunat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-76200"/>
            <a:ext cx="89154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Iubirea lui Hristos ne-a adunat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ne-a trimis în sfântă „cruciadă”,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cei pierduţi în valuri de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cei ce au uitat de mult să creadă…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Iată-mă, trimite-mă,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gata-n fiecare clipă!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zori mă voi scula să-mi caut fraţii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Biblia în mâna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eu în mâna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-76200"/>
            <a:ext cx="89154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Vom căuta în parcuri, pe maidan,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străzile oraşelor şi-n jungle,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Străbate-vom orice meridian,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unde doar iubirea vrea să umble!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Iată-mă, trimite-mă,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gata-n fiecare clipă!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zori mă voi scula să-mi caut fraţii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Biblia în mâna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eu în mâna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-76200"/>
            <a:ext cx="89154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Vom căuta pe fraţii noştri azi,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orice neam şi-n marile biserici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Şi-i vom salva, răbdând orice necaz,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De-atâţia zei tereştri, luciferici…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Iată-mă, trimite-mă,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gata-n fiecare clipă!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zori mă voi scula să-mi caut fraţii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Biblia în mâna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eu în mâna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-76200"/>
            <a:ext cx="89154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Avem un zel mai aprig ca oricând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Spirit Sfânt ni-e dat fără măsură,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rămână palmă de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Necercetată astăzi de Scriptură!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Iată-mă, trimite-mă,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gata-n fiecare clipă!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zori mă voi scula să-mi caut fraţii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Biblia în mâna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eu în mâna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-76200"/>
            <a:ext cx="89154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 e gata să Se-arate-n zori,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Potop de foc e gata să se-ncingă,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noi suntem cu El căutători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nu-i pe lume forţă să ne-nvingă!</a:t>
            </a:r>
            <a:endParaRPr lang="ro-RO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Iată-mă, trimite-mă,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gata-n fiecare clipă!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zori mă voi scula să-mi caut fraţii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Biblia în mâna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eu în mâna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2486</TotalTime>
  <Words>340</Words>
  <Application>Microsoft PowerPoint</Application>
  <PresentationFormat>On-screen Show (4:3)</PresentationFormat>
  <Paragraphs>62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552</cp:revision>
  <dcterms:created xsi:type="dcterms:W3CDTF">2013-10-07T13:04:08Z</dcterms:created>
  <dcterms:modified xsi:type="dcterms:W3CDTF">2013-12-11T07:35:41Z</dcterms:modified>
  <cp:contentStatus>test</cp:contentStatus>
</cp:coreProperties>
</file>