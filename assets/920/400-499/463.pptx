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 de zi Eu te chem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93442"/>
            <a:ext cx="91440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Zi de zi Eu te chem, să te-ntorci te aştept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suspin, nevoind să te pierd…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Fiul meu cel pierdut,te voi strânge la piept,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Iubitor, faţa ta să-ţi dezmierd.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Ştiu, ai fost chinuit, rătăcind prin străini,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Ai în sufletul gol răni adânci…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iubirea-Mi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gonit,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pieri al tău chin,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Vindecat, nu vei şti să mai plângi.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Suferinţa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purtând,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pentru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oameni trăind,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Chinul lor nesfârşit Eu l-am dus…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lăsând nesilit cerul de mărgărit,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Decât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tot i-am iubit mai presus.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aceea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suspin,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 chem şi tu fugi.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Oare Eu M-am jertfit în zadar?…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Când mereu Mă respingi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Mi-o usuci,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Fiindcă mâine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plânge amar!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Frate drag, tu auzi cum te cheamă Isus?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Înţelegi tu duiosul Său glas?…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Să-L amâni înc-un an, nici măcar zile nu-s!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Hotărăşte şi-ntoarce-te azi!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Mâine-i însă ascuns şi va fi prea târziu…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Un torent, vremea curge-n abis!…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Azi iubirea lui Hrist, focul ei veşnic viu</a:t>
            </a:r>
          </a:p>
          <a:p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Îţi arată tot cerul deschis.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2934</TotalTime>
  <Words>221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603</cp:revision>
  <dcterms:created xsi:type="dcterms:W3CDTF">2013-10-07T13:04:08Z</dcterms:created>
  <dcterms:modified xsi:type="dcterms:W3CDTF">2013-12-11T10:10:33Z</dcterms:modified>
  <cp:contentStatus>test</cp:contentStatus>
</cp:coreProperties>
</file>