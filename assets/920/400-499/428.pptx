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Pentru cel ce însetează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cel ce însetează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După-un strop de clar izvor,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ape să-şi oprească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Obositul său picior,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Ştim un ostrov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pustiul arzător,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Domnul, ce împarte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Apă vie tuturor…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cel care trudeşte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 de zi, către ’nălţimi,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neguri, să ajungă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Altă lume, de lumini,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Ştim un drum ce-n slavă duce,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 de lacrimi şi de spini!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Domnului ne cheamă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ne-aşteaptă heruvimi!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Ducem veste-n valea morţii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Despre-un cer nepieritor,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afle orişicine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avem un Salvator;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Ştim un ostrov de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neguri, fără nor,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Domnul, ce împarte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Veşnicie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2483</TotalTime>
  <Words>148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551</cp:revision>
  <dcterms:created xsi:type="dcterms:W3CDTF">2013-10-07T13:04:08Z</dcterms:created>
  <dcterms:modified xsi:type="dcterms:W3CDTF">2013-12-11T07:34:05Z</dcterms:modified>
  <cp:contentStatus>test</cp:contentStatus>
</cp:coreProperties>
</file>