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0" r:id="rId3"/>
    <p:sldId id="271" r:id="rId4"/>
    <p:sldId id="272" r:id="rId5"/>
    <p:sldId id="273" r:id="rId6"/>
    <p:sldId id="274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Vă cheamă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405348"/>
            <a:ext cx="84582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cheamă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oia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să-mpliniţi,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Acum, la al milei hotar!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brazdele lumii speranţă să fiţi,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duceţi solia de har!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9372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Porniţi, lucrători ai Cuvântului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Sfidaţi provocări şi necaz;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Lui e puterea pe-ntregul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Lui este braţul viteaz!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nu ocoliţi nicio palmă de loc,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Vestiţi adevărul oricui!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valuri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flăcări de foc,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Purtaţi steagul dragostei Lui!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405348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toată puterea-ntreitei solii,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Întregul pământ luminaţi!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intre în rânduri bătrâni şi copii,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Solia de har proclamaţi!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Acum 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momentul,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timp de slujit,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Vorbiţi despre cerul frumos!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vremea vestirii, e ceas de sfârşit,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Prieteni, vă cheamă Hristos!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2803</TotalTime>
  <Words>169</Words>
  <Application>Microsoft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587</cp:revision>
  <dcterms:created xsi:type="dcterms:W3CDTF">2013-10-07T13:04:08Z</dcterms:created>
  <dcterms:modified xsi:type="dcterms:W3CDTF">2013-12-11T08:39:21Z</dcterms:modified>
  <cp:contentStatus>test</cp:contentStatus>
</cp:coreProperties>
</file>