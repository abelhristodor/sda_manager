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pe Stânca mântuirii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 pe Stânca mântuirii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Luminează-al vieţii far!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trimite raze-n lume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Şi-al îndreptăţirii har.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Dârză-i marea şi-agitată,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Arca-i plină de drumeţi…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Lăsaţi lămpile să ardă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salvarea multor vieţi!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Neagră-i noaptea necredinţei,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Groaznic muge-al mării val!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Mii de ochi timid se-ndreaptă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lumina de pe mal…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Dârză-i marea şi-agitată,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Arca-i plină de drumeţi…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Lăsaţi lămpile să ardă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salvarea multor vieţi!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Fraţi iubiţi, lumini aprindeţi,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vreun vas de valuri prins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 putea pieri pe-aproape,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Dacă-n port e farul stins…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Dârză-i marea şi-agitată,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Arca-i plină de drumeţi…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Lăsaţi lămpile să ardă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salvarea multor vieţi!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Răspândiţi lumina sacră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Peste mări, prin munţi şi văi!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Sfântul Spirit ne-a aprins-o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timpul cel de-apoi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Dârză-i marea şi-agitată,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Arca-i plină de drumeţi…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Lăsaţi lămpile să ardă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salvarea multor vieţi!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Proclamaţi solia-n lume,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glas tare îndemnaţi,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se-adune toţi aleşii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Cei cu inima curaţi.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Dârză-i marea şi-agitată,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Arca-i plină de drumeţi…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Lăsaţi lămpile să ardă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salvarea multor vieţi!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Îndemnaţi-i să rămână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Credincioşi pân’ la sfârşit,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intre toţi în ceruri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va fi venit!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Dârză-i marea şi-agitată,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Arca-i plină de drumeţi…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Lăsaţi lămpile să ardă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salvarea multor vieţi!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2430</TotalTime>
  <Words>280</Words>
  <Application>Microsoft PowerPoint</Application>
  <PresentationFormat>On-screen Show (4:3)</PresentationFormat>
  <Paragraphs>68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541</cp:revision>
  <dcterms:created xsi:type="dcterms:W3CDTF">2013-10-07T13:04:08Z</dcterms:created>
  <dcterms:modified xsi:type="dcterms:W3CDTF">2013-12-11T06:59:26Z</dcterms:modified>
  <cp:contentStatus>test</cp:contentStatus>
</cp:coreProperties>
</file>