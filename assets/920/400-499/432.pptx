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Peste munţi, peste mări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Peste munţi, peste mări,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voi pleca,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Vestea deloc n-a ajuns,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Milioane ce n-au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cunoscut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audă şi ei de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are cu El,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urma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scumpă de 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mai sunt încă multe-n abis,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ajut, 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le-aducă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staul ’napoi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mine Isus m-a trimis.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525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Voi, ce-aţi stat risipind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imp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bani în plăceri,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Împlinind vis lumesc,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mincinos,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sculaţi chiar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plecaţi peste zări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slujind, să urmaţi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2496</TotalTime>
  <Words>131</Words>
  <Application>Microsoft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556</cp:revision>
  <dcterms:created xsi:type="dcterms:W3CDTF">2013-10-07T13:04:08Z</dcterms:created>
  <dcterms:modified xsi:type="dcterms:W3CDTF">2013-12-11T07:42:29Z</dcterms:modified>
  <cp:contentStatus>test</cp:contentStatus>
</cp:coreProperties>
</file>