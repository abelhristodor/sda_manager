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Isuse, dă-mi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Cuvântul Tău!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405348"/>
            <a:ext cx="8610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Isuse, dă-mi Cuvântul Tău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pot vorbi la fel şi eu;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Tu m-ai scos din rele căi,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Să-i scot şi eu pe fraţii mei!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Mi-arată, Doamne, drumul bun,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altora şi eu să-l spun;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Dă-mi astăzi pâinea Ta din cer,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S-o duc şi celor care pier!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405348"/>
            <a:ext cx="8610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Puternic prin al Tău Cuvânt,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fie-n mine Duhul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flăcări sau în gropi cu lei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Să-i întăresc pe fraţii mei!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Mi-arată, Doamne, drumul bun,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altora şi eu să-l spun;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Dă-mi astăzi pâinea Ta din cer,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S-o duc şi celor care pier!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405348"/>
            <a:ext cx="8610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Vorbeşte, Doamne, eu ascult,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ştiu cât m-ai iubit de mult!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tot ce-mi dai, prin harul Tău,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drag la fel să-mpart şi eu.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Mi-arată, Doamne, drumul bun,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altora şi eu să-l spun;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Dă-mi astăzi pâinea Ta din cer,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S-o duc şi celor care pier!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2569</TotalTime>
  <Words>201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571</cp:revision>
  <dcterms:created xsi:type="dcterms:W3CDTF">2013-10-07T13:04:08Z</dcterms:created>
  <dcterms:modified xsi:type="dcterms:W3CDTF">2013-12-11T08:25:22Z</dcterms:modified>
  <cp:contentStatus>test</cp:contentStatus>
</cp:coreProperties>
</file>