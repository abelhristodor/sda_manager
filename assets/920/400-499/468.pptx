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12/11/2013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Spre-acele ţărmuri </a:t>
            </a:r>
            <a:b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</a:br>
            <a:r>
              <a:rPr lang="it-IT" altLang="ro-RO" sz="4800" b="1" dirty="0" smtClean="0">
                <a:solidFill>
                  <a:schemeClr val="bg1"/>
                </a:solidFill>
                <a:latin typeface="Georgia" pitchFamily="18" charset="0"/>
              </a:rPr>
              <a:t>din veşnicii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4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68</a:t>
            </a:r>
            <a:endParaRPr lang="ro-RO" sz="6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3442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Spre-acele ţărmuri din 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Domnul îi cheamă şi pe copii!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Îngeri cu harpe cântă cu dor,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I-auzi cum sună cântecul lor: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Vino acasă, cerul te vrea,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Totul e gata, nu-ntârzia!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Nu asculta de glasul oricui,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te-aşteaptă în casa Lui!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3442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Spre-acele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ţărmuri din veşnicii,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Părinţii-ndeamnă pe-ai lor copii: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Vino acasă, copil pierdut,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 te iubeşte nimeni mai mult!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Vino acasă, cerul te vrea,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Totul e gata, nu-ntârzia!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Nu asculta de glasul oricui,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te-aşteaptă în casa Lui!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685800" y="393442"/>
            <a:ext cx="84582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Patria mea, ce mult te doresc!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Ştiu că acolo toţi mă iubesc!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Este deja un loc pregătit,</a:t>
            </a:r>
          </a:p>
          <a:p>
            <a:r>
              <a:rPr lang="vi-VN" altLang="ro-RO" sz="4000" smtClean="0">
                <a:solidFill>
                  <a:schemeClr val="bg1"/>
                </a:solidFill>
                <a:latin typeface="Georgia" pitchFamily="18" charset="0"/>
              </a:rPr>
              <a:t>Vino şi tu să fii fericit!</a:t>
            </a:r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endParaRPr lang="en-US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R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Vino acasă, cerul te vrea,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Totul e gata, nu-ntârzia!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Nu asculta de glasul oricui,</a:t>
            </a:r>
          </a:p>
          <a:p>
            <a:r>
              <a:rPr lang="pt-BR" altLang="ro-RO" sz="4000" dirty="0" smtClean="0">
                <a:solidFill>
                  <a:schemeClr val="bg1"/>
                </a:solidFill>
                <a:latin typeface="Georgia" pitchFamily="18" charset="0"/>
              </a:rPr>
              <a:t>Tatăl te-aşteaptă în casa Lui!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468/920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2949</TotalTime>
  <Words>180</Words>
  <Application>Microsoft PowerPoint</Application>
  <PresentationFormat>On-screen Show (4:3)</PresentationFormat>
  <Paragraphs>35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609</cp:revision>
  <dcterms:created xsi:type="dcterms:W3CDTF">2013-10-07T13:04:08Z</dcterms:created>
  <dcterms:modified xsi:type="dcterms:W3CDTF">2013-12-11T10:18:34Z</dcterms:modified>
  <cp:contentStatus>test</cp:contentStatus>
</cp:coreProperties>
</file>