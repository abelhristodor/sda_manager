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6"/>
  </p:notesMasterIdLst>
  <p:handoutMasterIdLst>
    <p:handoutMasterId r:id="rId7"/>
  </p:handoutMasterIdLst>
  <p:sldIdLst>
    <p:sldId id="257" r:id="rId2"/>
    <p:sldId id="270" r:id="rId3"/>
    <p:sldId id="271" r:id="rId4"/>
    <p:sldId id="272" r:id="rId5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6019" autoAdjust="0"/>
    <p:restoredTop sz="94595" autoAdjust="0"/>
  </p:normalViewPr>
  <p:slideViewPr>
    <p:cSldViewPr>
      <p:cViewPr>
        <p:scale>
          <a:sx n="50" d="100"/>
          <a:sy n="50" d="100"/>
        </p:scale>
        <p:origin x="-1722" y="-10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FE3429-872E-4523-809B-7A0BAA095DAB}" type="datetimeFigureOut">
              <a:rPr lang="en-US" smtClean="0"/>
              <a:pPr/>
              <a:t>12/11/2013</a:t>
            </a:fld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D754CC-FE53-4598-8192-1A208EF3D0F6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81B913-81F6-4B4E-9B50-70EEE9F43977}" type="datetimeFigureOut">
              <a:rPr lang="en-US" smtClean="0"/>
              <a:pPr/>
              <a:t>12/11/2013</a:t>
            </a:fld>
            <a:endParaRPr lang="ro-RO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o-R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670031-C710-4790-BDCF-54A0A1FF89E4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hf sldNum="0"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2971800"/>
            <a:ext cx="91440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altLang="ro-RO" sz="4800" b="1" dirty="0" smtClean="0">
                <a:solidFill>
                  <a:schemeClr val="bg1"/>
                </a:solidFill>
                <a:latin typeface="Georgia" pitchFamily="18" charset="0"/>
              </a:rPr>
              <a:t>Aş vrea să duc în lume</a:t>
            </a:r>
            <a:endParaRPr lang="ro-RO" altLang="ro-RO" sz="4800" b="1" dirty="0" smtClean="0">
              <a:solidFill>
                <a:schemeClr val="bg1"/>
              </a:solidFill>
              <a:latin typeface="Georgia" pitchFamily="18" charset="0"/>
            </a:endParaRPr>
          </a:p>
          <a:p>
            <a:pPr algn="ctr"/>
            <a:r>
              <a:rPr lang="vi-VN" altLang="ro-RO" sz="4800" b="1" dirty="0" smtClean="0">
                <a:solidFill>
                  <a:schemeClr val="bg1"/>
                </a:solidFill>
                <a:latin typeface="Georgia" pitchFamily="18" charset="0"/>
              </a:rPr>
              <a:t>pacea Ta!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 4</a:t>
            </a:r>
            <a:r>
              <a:rPr lang="ro-RO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39</a:t>
            </a:r>
            <a:endParaRPr lang="ro-RO" sz="60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0" y="405348"/>
            <a:ext cx="9144000" cy="50167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Aş vrea să duc în lume pacea Ta,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Iubire între cei ce se urăsc,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Iertare unde-i plânsă inima,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Credinţă-n cei ce se-ndoiesc!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Revarsă, Doamne, Duhul Tău bogat,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Să mângâi cum şi Tu m-ai mângâiat,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Să simtă lumea harul Tău întreg,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Pe cei neînţeleşi să-i înţeleg!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4</a:t>
            </a: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39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0" y="405348"/>
            <a:ext cx="9144000" cy="50167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2.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Aş vrea să duc în lume pacea Ta,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Cuvântul plin de har dumnezeiesc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 toţi cei însetaţi să poată bea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Din Tine, sfânt Izvor ceresc!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Revarsă, Doamne, Duhul Tău cel Sfânt,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Speranţe să se-aprindă pe pământ,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Lumina Ta s-alunge noaptea grea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 toţi cei trişti să cânte slava Ta!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4</a:t>
            </a: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39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0" y="405348"/>
            <a:ext cx="9144000" cy="50167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3.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Aş vrea să duc în lume pacea Ta,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Putere celor care obosesc,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Să-mi dau şi eu, ca Tine, viaţa mea,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M-ascund în Tine, să trăiesc! </a:t>
            </a:r>
            <a:endParaRPr lang="ro-RO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Revarsă, Doamne, Duhul Tău cel Sfânt,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Speranţe să se-aprindă pe pământ,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Lumina Ta s-alunge noaptea grea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 toţi cei trişti să cânte slava Ta!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4</a:t>
            </a: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39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2528</TotalTime>
  <Words>209</Words>
  <Application>Microsoft PowerPoint</Application>
  <PresentationFormat>On-screen Show (4:3)</PresentationFormat>
  <Paragraphs>33</Paragraphs>
  <Slides>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5" baseType="lpstr">
      <vt:lpstr>Imnuri noi</vt:lpstr>
      <vt:lpstr>Slide 1</vt:lpstr>
      <vt:lpstr>Slide 2</vt:lpstr>
      <vt:lpstr>Slide 3</vt:lpstr>
      <vt:lpstr>Slide 4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131</dc:title>
  <dc:subject>aaaaa</dc:subject>
  <dc:creator>Ionut I</dc:creator>
  <cp:lastModifiedBy>Luminita</cp:lastModifiedBy>
  <cp:revision>564</cp:revision>
  <dcterms:created xsi:type="dcterms:W3CDTF">2013-10-07T13:04:08Z</dcterms:created>
  <dcterms:modified xsi:type="dcterms:W3CDTF">2013-12-11T08:09:54Z</dcterms:modified>
  <cp:contentStatus>test</cp:contentStatus>
</cp:coreProperties>
</file>