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handoutMasterIdLst>
    <p:handoutMasterId r:id="rId9"/>
  </p:handoutMasterIdLst>
  <p:sldIdLst>
    <p:sldId id="257" r:id="rId2"/>
    <p:sldId id="270" r:id="rId3"/>
    <p:sldId id="271" r:id="rId4"/>
    <p:sldId id="272" r:id="rId5"/>
    <p:sldId id="273" r:id="rId6"/>
    <p:sldId id="274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Trâmbiţi,</a:t>
            </a:r>
            <a:endParaRPr lang="en-US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sunaţi peste cer şi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Trâmbiţi, sunaţi peste cer şi pământ: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Voi, peregrini, vă uniţi într-un cânt: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Vine Isus, vine-n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Spuneţi, coline şi munţi şi câmpii: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Acel ce pe cruce muri,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Vine Isus, vine-n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Tunet şi fulger, spre ceruri strigaţi: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Râuri şi vânturi, solia purtaţi: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Vine Isus, vine-n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381000"/>
            <a:ext cx="8001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Veştile zboară prin lume de zor: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Strigă popoare-n durerile lor: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Vine Isus, vine-n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144000" cy="4185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Voi, credincioşi, către ceruri priviţi: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Peste o clipă veţi fi fericiţi: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8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Vine Isus, vine-n curând!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Vine Isus în curând!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3064</TotalTime>
  <Words>230</Words>
  <Application>Microsoft PowerPoint</Application>
  <PresentationFormat>On-screen Show (4:3)</PresentationFormat>
  <Paragraphs>48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627</cp:revision>
  <dcterms:created xsi:type="dcterms:W3CDTF">2013-10-07T13:04:08Z</dcterms:created>
  <dcterms:modified xsi:type="dcterms:W3CDTF">2013-12-12T06:41:09Z</dcterms:modified>
  <cp:contentStatus>test</cp:contentStatus>
</cp:coreProperties>
</file>