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Trâmbiţi, sunaţi!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sunaţi,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 s-a sfârşit!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Priviţi în zări: lumina s-a ivit!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Isus aşa cum ne-a promis!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Trâmbiţi, sunaţi la porţi de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7332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Cerul e plin de binecuvântări,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toţi ne-aşteaptă cu cântări!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pregătit locaşul nostru,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Trâmbiţi, sunaţi, că vine iar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7332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Cine-ar putea din drum a ne opri?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se văd minuni de veşnicii!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ce-am sperat, Isus va împlini.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Trâmbiţi, sunaţi, începe marea zi!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3169</TotalTime>
  <Words>116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631</cp:revision>
  <dcterms:created xsi:type="dcterms:W3CDTF">2013-10-07T13:04:08Z</dcterms:created>
  <dcterms:modified xsi:type="dcterms:W3CDTF">2013-12-12T08:32:55Z</dcterms:modified>
  <cp:contentStatus>test</cp:contentStatus>
</cp:coreProperties>
</file>