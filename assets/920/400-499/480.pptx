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70" r:id="rId3"/>
    <p:sldId id="271" r:id="rId4"/>
    <p:sldId id="272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12/12/2013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12/12/2013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O, vino, Tu, Emanuel!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4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80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143000" y="381000"/>
            <a:ext cx="8001000" cy="41857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O, vino, Tu, Emanuel,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Să izbăveşti pe Israel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Din greu exil, din lumea rea;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Speranţă-i în venirea Ta!</a:t>
            </a:r>
            <a:endParaRPr lang="en-US" altLang="ro-RO" sz="38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38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Cântaţi! Strigaţi! Emanuel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Se-ntoarce iar la Israel!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480/920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143000" y="381000"/>
            <a:ext cx="8001000" cy="41857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Înţelepciunea cea de sus,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Te aşteptăm la noi, Isus,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Ca să domneşti cu Legea Ta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Să-nvingă-n lume dragostea!</a:t>
            </a:r>
            <a:endParaRPr lang="en-US" altLang="ro-RO" sz="38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38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Cântaţi! Strigaţi! Emanuel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Se-ntoarce iar la Israel!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480/920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143000" y="381000"/>
            <a:ext cx="8001000" cy="43088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3800" b="1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O, vino, Tu, al lumii dor,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Să fim cu toţii un popor,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Să cerţi invidii şi război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Şi cerul să-l aduci la noi!</a:t>
            </a:r>
          </a:p>
          <a:p>
            <a:endParaRPr lang="en-US" altLang="ro-RO" sz="38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Cântaţi! Strigaţi! Emanuel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Se-ntoarce iar la Israel!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480/920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3015</TotalTime>
  <Words>141</Words>
  <Application>Microsoft PowerPoint</Application>
  <PresentationFormat>On-screen Show (4:3)</PresentationFormat>
  <Paragraphs>29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621</cp:revision>
  <dcterms:created xsi:type="dcterms:W3CDTF">2013-10-07T13:04:08Z</dcterms:created>
  <dcterms:modified xsi:type="dcterms:W3CDTF">2013-12-12T06:33:39Z</dcterms:modified>
  <cp:contentStatus>test</cp:contentStatus>
</cp:coreProperties>
</file>