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marea Ta lucrare!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05348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marea Ta lucrare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se face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Nu-i prin putere, nici prin tărie,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prin Duhul Tău cel Sfânt!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Duhul Sfânt dă putere,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Duhul Sfânt dă tărie,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Nădejdea noastră şi biruinţa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Duhul Sfânt!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05348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trimiţi să spunem lumii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Izbăvirea de păcat;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Credinţa toată, speranţa noastră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E-n puterea ce ne-ai dat!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Duhul Sfânt dă putere,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Duhul Sfânt dă tărie,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Nădejdea noastră şi biruinţa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Duhul Sfânt!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05348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Nici putere, nici tărie,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nu avem deloc;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Mai sus ne cheamă, mai tari ne face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Al iubirii Tale foc!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Duhul Sfânt dă putere,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Duhul Sfânt dă tărie,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Nădejdea noastră şi biruinţa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Duhul Sfânt!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2583</TotalTime>
  <Words>156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574</cp:revision>
  <dcterms:created xsi:type="dcterms:W3CDTF">2013-10-07T13:04:08Z</dcterms:created>
  <dcterms:modified xsi:type="dcterms:W3CDTF">2013-12-11T08:33:42Z</dcterms:modified>
  <cp:contentStatus>test</cp:contentStatus>
</cp:coreProperties>
</file>