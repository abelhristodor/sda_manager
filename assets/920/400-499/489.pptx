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Atât de aproape e Domnul!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Atât de aproape e Domnul,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Aud râul vieţii curgând…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Văd pomul vieţii pe maluri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pacea în veci surâzând.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Alungă, Isuse,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ultima noapte de chin,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treacă, să treacă mai iute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ultimul lumii suspin!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73320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Atât de aproape e Domnul,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Văd îngerii gata de zbor…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Cetatea cea sfântă îmi cheamă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Privirea, cântarea de dor.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Dă-mi, Doamne, iubirea,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spun tuturor ce-ai promis,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fie deplină jertfirea,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trec peste-al lumii abis!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73320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Atât de aproape e Domnul,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Văd Legea deschisă în cer…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las Babilonul în urmă,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Cuvântul mi-e sigur reper.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rog, Doamne, iarăşi,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lacrima rugii de foc,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Fă-mi, Doamne, şi mie în ceruri,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Fă-mi, Doamne, şi mie un loc!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73320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Atât de aproape e Domnul,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Zăresc ai Edenului zori…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liniştea vieţii eterne,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Aud glas de biruitori.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Întoarce-Te, Doamne,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S-avem iarăşi cerul senin,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treacă, să treacă mai iute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ultimul lumii suspin!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3177</TotalTime>
  <Words>220</Words>
  <Application>Microsoft PowerPoint</Application>
  <PresentationFormat>On-screen Show (4:3)</PresentationFormat>
  <Paragraphs>41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633</cp:revision>
  <dcterms:created xsi:type="dcterms:W3CDTF">2013-10-07T13:04:08Z</dcterms:created>
  <dcterms:modified xsi:type="dcterms:W3CDTF">2013-12-12T08:36:04Z</dcterms:modified>
  <cp:contentStatus>test</cp:contentStatus>
</cp:coreProperties>
</file>