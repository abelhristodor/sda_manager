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Există ţara stelelor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558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Există ţara stelelor,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Tărâm de veşnicii,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De-ar fi tot cerul plin de nori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tot o vom zări!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ţinem pas întins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cerul necuprins;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harul Celui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rept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fânt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Pornim mai cu avânt!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Ne-aşteaptă Tatăl iubitor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îngerii cei buni.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Zburăm prin soare arzător,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neguri şi furtuni.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 Lui ne-a dat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cale de urmat;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Lumina ei ne va-ntări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nu ne vom opri!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Atâtea stele mari şi mici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Ne-ntâmpină cu dor,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ţara noastră nu-i aici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ţărmul pieritor…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Aşa ne-a fost promis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nu e doar un vis,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Acolo-i ţinta ce-o dorim,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ea călătorim!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Intraţi în rânduri chiar acum,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Urmaşi ai lui Isus,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jertfa Lui ne face drum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ţara cea de 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De-aproape să-L urmăm,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har înaintăm!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Avem o ţintă de atins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Şi-un Rege neînvins.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3657</TotalTime>
  <Words>187</Words>
  <Application>Microsoft PowerPoint</Application>
  <PresentationFormat>On-screen Show (4:3)</PresentationFormat>
  <Paragraphs>42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728</cp:revision>
  <dcterms:created xsi:type="dcterms:W3CDTF">2013-10-07T13:04:08Z</dcterms:created>
  <dcterms:modified xsi:type="dcterms:W3CDTF">2013-12-12T10:54:42Z</dcterms:modified>
  <cp:contentStatus>test</cp:contentStatus>
</cp:coreProperties>
</file>