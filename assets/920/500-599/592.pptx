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Doamne, Tu eşti Creatorul!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592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12442"/>
            <a:ext cx="8077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Tu eşti Creatorul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al Sabatului Domn,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eşti şi Mântuitorul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fiecare om!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ne-aducem iar aminte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De-ale Tale fapte sfinte,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pământul l-ai creat,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Doamne-aşa de minunat!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592/920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12442"/>
            <a:ext cx="8077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Îţi aducem mulţumire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Pentru-al Tău frumos Sabat,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marea mântuire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tot harul revărsat!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Semnul veşnic al puterii,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Semnul sfânt al ascultării,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Azi, în inimi, fie scris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a fost şi-n Paradis!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592/920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12442"/>
            <a:ext cx="8077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Tu în noi lucrează,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Dă-ne Duhul Tău cel Sfânt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ne binecuvântează,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în cer şi pe pământ!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Leagă, Doamne, mii de fire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Între noi şi-a Ta iubire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prin noi să răspândeşti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Semnul dragostei cereşti!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592/920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3926</TotalTime>
  <Words>145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773</cp:revision>
  <dcterms:created xsi:type="dcterms:W3CDTF">2013-10-07T13:04:08Z</dcterms:created>
  <dcterms:modified xsi:type="dcterms:W3CDTF">2013-12-12T11:56:33Z</dcterms:modified>
  <cp:contentStatus>test</cp:contentStatus>
</cp:coreProperties>
</file>