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Suntem străini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şi călători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străini şi călători,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ţara noastră este 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Privim spre ea nerăbdători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venirea lui Isus.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mai fi decât puţin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pribegit ca peregrin…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vine cum a zis,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fi cu El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Spre-a ne putea păstra curaţi,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tot ce-i rău ne-am despărţit;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sânge sfânt am fost spălaţi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către ceruri am pornit!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mai fi decât puţin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pribegit ca peregrin…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vine cum a zis,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fi cu El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în slavă va veni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tronul Său împărătesc!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străini nu vom mai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fii ai Tatălui ceresc!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mai fi decât puţin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pribegit ca peregrin…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vine cum a zis,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fi cu El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3489</TotalTime>
  <Words>173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698</cp:revision>
  <dcterms:created xsi:type="dcterms:W3CDTF">2013-10-07T13:04:08Z</dcterms:created>
  <dcterms:modified xsi:type="dcterms:W3CDTF">2013-12-12T10:37:59Z</dcterms:modified>
  <cp:contentStatus>test</cp:contentStatus>
</cp:coreProperties>
</file>