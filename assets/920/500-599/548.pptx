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Venim trudiţi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Venim trudiţi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deznădejde şi noapte,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C-un dor aprins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izbăvire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dreptate;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Cuvântul ne-a dus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nori tot mai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culmi, plini de speranţa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iar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tată-n fiu,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Ducem ştafeta nădejdii,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err="1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dulce-amar împărtăşit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profeţii;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mai mult decât ieri,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scrisă pe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Asigurarea că El ne-a condus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Popor advent,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Ridică-ţi fruntea şi cântă: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poţi privi de pe ’nălţime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Ţ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 n-a fost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Timpul mai preţios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S-aprinzi lumea de dorul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enirii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Pe-ntreg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Semnele-arată sfârşitul,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după-apus noi ştim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răsăritul: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pământ înnoit…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Tronul alb, strălucit…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Isuse,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oporul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pregătit!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3499</TotalTime>
  <Words>151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700</cp:revision>
  <dcterms:created xsi:type="dcterms:W3CDTF">2013-10-07T13:04:08Z</dcterms:created>
  <dcterms:modified xsi:type="dcterms:W3CDTF">2013-12-12T10:41:07Z</dcterms:modified>
  <cp:contentStatus>test</cp:contentStatus>
</cp:coreProperties>
</file>