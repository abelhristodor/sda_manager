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Mi-e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dor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de-acas’!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Mi-e dor de-acas’,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părintească,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Tatăl meu cel iubitor;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dac-ar fi ca rob să mă primească,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De-odihna Lui mi-e dor, mi-e dor…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mii de planuri am plecat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de-acasă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toate-acum pe suflet mă apasă,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singur dor, atât mi-a mai rămas: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(:Mi-e dor de-acas’!:)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Mi-e dor de-acas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vis 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Căminul meu, cămin ceresc…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ţara păcii, veşnic luminată,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casa mea, cât te doresc!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zboară mii de păsări călătoare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alte ţări cu linişte şi soare,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 străin, la fel şi eu te las: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(:Mi-e dor de-acas’!:)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372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Mi-e dor de-acas’,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imanu-aşteaptă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vasul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pârâiaşu-aleargă-n mări…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sânul mamei doarme copilaşul,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cât alean şi dezmierdări!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Plăceri şi bani, putere şi renume,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roua trec, trec toate-n astă lume…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toate-acum,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 mi-a mai rămas: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(:Mi-e dor de-acas’!:)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3737</TotalTime>
  <Words>201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732</cp:revision>
  <dcterms:created xsi:type="dcterms:W3CDTF">2013-10-07T13:04:08Z</dcterms:created>
  <dcterms:modified xsi:type="dcterms:W3CDTF">2013-12-12T11:04:45Z</dcterms:modified>
  <cp:contentStatus>test</cp:contentStatus>
</cp:coreProperties>
</file>