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Spune, tu, străjer trudit!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504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Spune, tu, străjer trudit: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Ceasul lumii cât mai e?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Cât mai e de suferit?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se-arată zorile?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„Sus, pe munţi, deja se-aprind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Zorii sfintei veşnicii,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Sună trâmbiţi de argint!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Vine, vine marea zi!”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Spune, tu, străjer trudit: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Cât mai este de oftat?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apare-n răsărit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Albul nor cel aşteptat?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„Văd,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uimit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cum se-mplinesc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Semne-n cer şi pe pământ!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Ştiu că ele ne vestesc: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Vine, vine Domnul sfânt!”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0"/>
            <a:ext cx="7543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Spune, glas de veghetor: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Dimineaţă când va fi?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Peste lacrimi, peste dor,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Soare când va răsări?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„Şoapta cerului ascult,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Chiar de-i încă noapte grea,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Însă nu mai este mult,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Domnu-n slava Sa!”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504/920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3292</TotalTime>
  <Words>163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654</cp:revision>
  <dcterms:created xsi:type="dcterms:W3CDTF">2013-10-07T13:04:08Z</dcterms:created>
  <dcterms:modified xsi:type="dcterms:W3CDTF">2013-12-12T09:32:55Z</dcterms:modified>
  <cp:contentStatus>test</cp:contentStatus>
</cp:coreProperties>
</file>