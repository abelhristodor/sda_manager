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El va veni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501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El va veni, poate fi dimineaţă,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zorii răsar peste neguri şi ceaţă;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va veni, limpezind toată zarea,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 ochi va vedea slava Sa!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Nu! Hristos nu va-ntârzia!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curând vom striga: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vine! Iată-L, vine!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Amin! Aleluia, Amin!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De-ar fi în apus când Isus va să vină,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noapte târziu, chiar în beznă deplină,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El va veni printre flăcări de slavă,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De-orice rău cei aleşi vor scăpa.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Nu! Hristos nu va-ntârzia!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curând vom striga: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vine! Iată-L, vine!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Amin! Aleluia, Amin!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Atâta frumos vom trăi pe vecie!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Tristeţi nu vor fi, nici sfârşit în pruncie!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Ah, cine-ar putea ziua Lui să descrie?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Fericiţi, cu Isus vom cina!</a:t>
            </a:r>
            <a:endParaRPr lang="en-US" altLang="ro-RO" sz="400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Nu! Hristos nu va-ntârzia!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curând vom striga: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vine! Iată-L, vine!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Amin! Aleluia, Amin!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3289</TotalTime>
  <Words>208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650</cp:revision>
  <dcterms:created xsi:type="dcterms:W3CDTF">2013-10-07T13:04:08Z</dcterms:created>
  <dcterms:modified xsi:type="dcterms:W3CDTF">2013-12-12T09:28:51Z</dcterms:modified>
  <cp:contentStatus>test</cp:contentStatus>
</cp:coreProperties>
</file>