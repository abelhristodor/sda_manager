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Măreţe Sabat!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Măreţe Sabat, cât sună de lin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Chemarea ta dinspre cerul senin!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rugăciune cu toţi ne-adunăm,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Tatălui din cer, de sus,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ărire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să-I dăm!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Măreţe Sabat, azi lucru-i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 este de griji curăţit,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apa vieţii se-adapă-n nesaţ,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Împreună mântuiţii,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surori, şi fraţi.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Măreţe Sabat, cu toţi adunaţi,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bucurie, pe-Isus lăudaţi!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ce-a murit ca să fim mântuiţi,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I-aduceţi închinare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mulţumiţi!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Măreţe Sabat, repaus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Tu-mi dai puterea să nădăjduiesc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odihnind azi, cum 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serba în veci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Sabatul 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3862</TotalTime>
  <Words>149</Words>
  <Application>Microsoft PowerPoint</Application>
  <PresentationFormat>On-screen Show (4:3)</PresentationFormat>
  <Paragraphs>29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756</cp:revision>
  <dcterms:created xsi:type="dcterms:W3CDTF">2013-10-07T13:04:08Z</dcterms:created>
  <dcterms:modified xsi:type="dcterms:W3CDTF">2013-12-12T11:29:57Z</dcterms:modified>
  <cp:contentStatus>test</cp:contentStatus>
</cp:coreProperties>
</file>