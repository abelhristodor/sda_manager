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handoutMasterIdLst>
    <p:handoutMasterId r:id="rId9"/>
  </p:handoutMasterIdLst>
  <p:sldIdLst>
    <p:sldId id="257" r:id="rId2"/>
    <p:sldId id="270" r:id="rId3"/>
    <p:sldId id="274" r:id="rId4"/>
    <p:sldId id="271" r:id="rId5"/>
    <p:sldId id="272" r:id="rId6"/>
    <p:sldId id="273" r:id="rId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altLang="ro-RO" sz="4800" b="1" dirty="0" err="1" smtClean="0">
                <a:solidFill>
                  <a:schemeClr val="bg1"/>
                </a:solidFill>
                <a:latin typeface="Georgia" pitchFamily="18" charset="0"/>
              </a:rPr>
              <a:t>Cine</a:t>
            </a:r>
            <a:r>
              <a:rPr lang="fr-F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-mi este </a:t>
            </a:r>
            <a:r>
              <a:rPr lang="fr-FR" altLang="ro-RO" sz="4800" b="1" dirty="0" err="1" smtClean="0">
                <a:solidFill>
                  <a:schemeClr val="bg1"/>
                </a:solidFill>
                <a:latin typeface="Georgia" pitchFamily="18" charset="0"/>
              </a:rPr>
              <a:t>frate</a:t>
            </a:r>
            <a:r>
              <a:rPr lang="fr-F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569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09600" y="0"/>
            <a:ext cx="8534400" cy="3170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Cine-mi este frate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Cine-i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sora mea?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Cel ce se decide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Legea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 păstra!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569/920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066800"/>
            <a:ext cx="7772400" cy="5029200"/>
          </a:xfrm>
        </p:spPr>
        <p:txBody>
          <a:bodyPr/>
          <a:lstStyle/>
          <a:p>
            <a:pPr>
              <a:buNone/>
            </a:pP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Cei săraci cu duhul,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pPr>
              <a:buNone/>
            </a:pP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nemângâiaţi,</a:t>
            </a:r>
          </a:p>
          <a:p>
            <a:pPr>
              <a:buNone/>
            </a:pP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Toţi cei blânzi ca mieii,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pPr>
              <a:buNone/>
            </a:pP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S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finţi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nepătaţi.</a:t>
            </a:r>
          </a:p>
          <a:p>
            <a:endParaRPr lang="ro-RO" sz="40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09600" y="0"/>
            <a:ext cx="8534400" cy="3170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Turma-aceea mică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Ş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i-orice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muritor,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Care-ascultă glasul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B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lândului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Păstor.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569/920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09600" y="0"/>
            <a:ext cx="8534400" cy="3170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Toţi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drept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-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credincioşii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S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labi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prigoniţi,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Care chiar de Domnul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F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i-vor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răsplătiţi.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569/920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09600" y="0"/>
            <a:ext cx="8534400" cy="3170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5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it-IT" altLang="ro-RO" sz="4000" dirty="0" smtClean="0">
                <a:solidFill>
                  <a:schemeClr val="bg1"/>
                </a:solidFill>
                <a:latin typeface="Georgia" pitchFamily="18" charset="0"/>
              </a:rPr>
              <a:t>Asta mi-e frăţia,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</a:t>
            </a:r>
            <a:r>
              <a:rPr lang="it-IT" altLang="ro-RO" sz="4000" dirty="0" smtClean="0">
                <a:solidFill>
                  <a:schemeClr val="bg1"/>
                </a:solidFill>
                <a:latin typeface="Georgia" pitchFamily="18" charset="0"/>
              </a:rPr>
              <a:t>u </a:t>
            </a:r>
            <a:r>
              <a:rPr lang="it-IT" altLang="ro-RO" sz="4000" dirty="0" smtClean="0">
                <a:solidFill>
                  <a:schemeClr val="bg1"/>
                </a:solidFill>
                <a:latin typeface="Georgia" pitchFamily="18" charset="0"/>
              </a:rPr>
              <a:t>ei </a:t>
            </a:r>
            <a:r>
              <a:rPr lang="it-IT" altLang="ro-RO" sz="4000" dirty="0" smtClean="0">
                <a:solidFill>
                  <a:schemeClr val="bg1"/>
                </a:solidFill>
                <a:latin typeface="Georgia" pitchFamily="18" charset="0"/>
              </a:rPr>
              <a:t>mă-nrudesc</a:t>
            </a:r>
            <a:r>
              <a:rPr lang="it-IT" altLang="ro-RO" sz="4000" dirty="0" smtClean="0">
                <a:solidFill>
                  <a:schemeClr val="bg1"/>
                </a:solidFill>
                <a:latin typeface="Georgia" pitchFamily="18" charset="0"/>
              </a:rPr>
              <a:t>;</a:t>
            </a:r>
          </a:p>
          <a:p>
            <a:r>
              <a:rPr lang="it-IT" altLang="ro-RO" sz="4000" dirty="0" smtClean="0">
                <a:solidFill>
                  <a:schemeClr val="bg1"/>
                </a:solidFill>
                <a:latin typeface="Georgia" pitchFamily="18" charset="0"/>
              </a:rPr>
              <a:t>Noi suntem poporul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it-IT" altLang="ro-RO" sz="4000" dirty="0" smtClean="0">
                <a:solidFill>
                  <a:schemeClr val="bg1"/>
                </a:solidFill>
                <a:latin typeface="Georgia" pitchFamily="18" charset="0"/>
              </a:rPr>
              <a:t>Tatălui </a:t>
            </a:r>
            <a:r>
              <a:rPr lang="it-IT" altLang="ro-RO" sz="4000" dirty="0" smtClean="0">
                <a:solidFill>
                  <a:schemeClr val="bg1"/>
                </a:solidFill>
                <a:latin typeface="Georgia" pitchFamily="18" charset="0"/>
              </a:rPr>
              <a:t>ceresc!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569/920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3768</TotalTime>
  <Words>112</Words>
  <Application>Microsoft PowerPoint</Application>
  <PresentationFormat>On-screen Show (4:3)</PresentationFormat>
  <Paragraphs>31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Imnuri noi</vt:lpstr>
      <vt:lpstr>Slide 1</vt:lpstr>
      <vt:lpstr>Slide 2</vt:lpstr>
      <vt:lpstr>Slide 3</vt:lpstr>
      <vt:lpstr>Slide 4</vt:lpstr>
      <vt:lpstr>Slide 5</vt:lpstr>
      <vt:lpstr>Slide 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741</cp:revision>
  <dcterms:created xsi:type="dcterms:W3CDTF">2013-10-07T13:04:08Z</dcterms:created>
  <dcterms:modified xsi:type="dcterms:W3CDTF">2013-12-12T11:17:14Z</dcterms:modified>
  <cp:contentStatus>test</cp:contentStatus>
</cp:coreProperties>
</file>