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Frumoasă ţară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Frumoasă ţară, scump regat,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cer în veci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 de roade încărcat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munţi de slavă plini,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Frumoasă ţară,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S-a umilit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dăruiască-n pacea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Căminul meu dorit!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Frumoasă ţară, veşnic plai,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îngeri fericiţi,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vers de cruce şi Sinai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oameni mântuiţi!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Frumoasă ţară,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 sângerat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dea, din fericirea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vis adevărat!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Frumoasă ţară, tainic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Cântat de-atâţi martiri,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ai fost nădejdea 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rug şi-n prigoniri!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Frumoasă ţară,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 fost străpuns,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slava ta comori să-mi 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har îndeajuns!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Frumoasă ţară port în 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marea de cristal,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cei răscumpăraţi cântând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harpă şi chimval!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Frumoasă ţară, 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 înviat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dea, în strălucirea ta,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Coroană de-mpărat!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3660</TotalTime>
  <Words>186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728</cp:revision>
  <dcterms:created xsi:type="dcterms:W3CDTF">2013-10-07T13:04:08Z</dcterms:created>
  <dcterms:modified xsi:type="dcterms:W3CDTF">2013-12-12T10:55:49Z</dcterms:modified>
  <cp:contentStatus>test</cp:contentStatus>
</cp:coreProperties>
</file>