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Sfârşitul veacului trăim!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Sfârşitul veacului trăim: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Un veac de ură şi război,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Dar, fericiţi, la cer privim!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 e mult şi vine Domnul iar la noi!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 iar, El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fericire negrăită!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 va sfârşi al nopţii chin amar,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Domnul vine iar!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 cerul şi pământul plin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semnele venirii Lui;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Cuvântul Său e „DA”, „AMIN”,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El nicio umbră de schimbare nu-i!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 iar, El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fericire negrăită!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 va sfârşi al nopţii chin amar,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Domnul vine iar!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Ce zi măreaţă, ce splendori,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Când trâmbiţa va răsuna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Domnul va veni pe nori!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Fericiţi şi plini de slavă-I vom cânta!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 iar, El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fericire negrăită!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 va sfârşi al nopţii chin amar,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Domnul vine iar!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3431</TotalTime>
  <Words>187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681</cp:revision>
  <dcterms:created xsi:type="dcterms:W3CDTF">2013-10-07T13:04:08Z</dcterms:created>
  <dcterms:modified xsi:type="dcterms:W3CDTF">2013-12-12T09:58:54Z</dcterms:modified>
  <cp:contentStatus>test</cp:contentStatus>
</cp:coreProperties>
</file>