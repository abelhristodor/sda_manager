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handoutMasterIdLst>
    <p:handoutMasterId r:id="rId7"/>
  </p:handoutMasterIdLst>
  <p:sldIdLst>
    <p:sldId id="257" r:id="rId2"/>
    <p:sldId id="270" r:id="rId3"/>
    <p:sldId id="271" r:id="rId4"/>
    <p:sldId id="272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12/12/2013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12/12/2013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altLang="ro-RO" sz="4800" b="1" dirty="0" smtClean="0">
                <a:solidFill>
                  <a:schemeClr val="bg1"/>
                </a:solidFill>
                <a:latin typeface="Georgia" pitchFamily="18" charset="0"/>
              </a:rPr>
              <a:t>Ce pace </a:t>
            </a:r>
            <a:r>
              <a:rPr lang="fr-FR" altLang="ro-RO" sz="4800" b="1" dirty="0" err="1" smtClean="0">
                <a:solidFill>
                  <a:schemeClr val="bg1"/>
                </a:solidFill>
                <a:latin typeface="Georgia" pitchFamily="18" charset="0"/>
              </a:rPr>
              <a:t>şi</a:t>
            </a:r>
            <a:r>
              <a:rPr lang="fr-FR" altLang="ro-RO" sz="4800" b="1" dirty="0" smtClean="0">
                <a:solidFill>
                  <a:schemeClr val="bg1"/>
                </a:solidFill>
                <a:latin typeface="Georgia" pitchFamily="18" charset="0"/>
              </a:rPr>
              <a:t> ce </a:t>
            </a:r>
            <a:r>
              <a:rPr lang="fr-FR" altLang="ro-RO" sz="4800" b="1" dirty="0" err="1" smtClean="0">
                <a:solidFill>
                  <a:schemeClr val="bg1"/>
                </a:solidFill>
                <a:latin typeface="Georgia" pitchFamily="18" charset="0"/>
              </a:rPr>
              <a:t>bucurie</a:t>
            </a:r>
            <a:r>
              <a:rPr lang="fr-FR" altLang="ro-RO" sz="4800" b="1" dirty="0" smtClean="0">
                <a:solidFill>
                  <a:schemeClr val="bg1"/>
                </a:solidFill>
                <a:latin typeface="Georgia" pitchFamily="18" charset="0"/>
              </a:rPr>
              <a:t>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571</a:t>
            </a:r>
            <a:endParaRPr lang="ro-RO" sz="60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609600" y="0"/>
            <a:ext cx="85344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Ce pace şi ce bucurie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S-avem un aşa Dumnezeu!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Uniţi prin a crucii solie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Vom trăi pentru Numele Său.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Chiar slabi şi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nevrednici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 toate,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Stăm toţi lângă El, turma Lui…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 condamne cel rău, ştim că poate,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Dar o altă biserică nu-i!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571/920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609600" y="0"/>
            <a:ext cx="85344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Nu-i cinste mai mare sub soare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Decât cu Isus să ne ştim,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Simţind grija Lui iubitoare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având adevărul divin!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Chiar slabi şi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nevrednici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 toate,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Stăm toţi lângă El, turma Lui…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 condamne cel rău, ştim că poate,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Dar o altă biserică nu-i!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571/920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609600" y="0"/>
            <a:ext cx="85344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Iubirea, mai tare ca moartea,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La viaţă din morţi ne-a chemat.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 veci cu Isus ne e partea,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Izbăviţi de dureri şi păcat!…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Chiar slabi </a:t>
            </a:r>
            <a:r>
              <a:rPr lang="vi-VN" altLang="ro-RO" sz="4000" smtClean="0">
                <a:solidFill>
                  <a:schemeClr val="bg1"/>
                </a:solidFill>
                <a:latin typeface="Georgia" pitchFamily="18" charset="0"/>
              </a:rPr>
              <a:t>şi </a:t>
            </a:r>
            <a:r>
              <a:rPr lang="vi-VN" altLang="ro-RO" sz="4000" smtClean="0">
                <a:solidFill>
                  <a:schemeClr val="bg1"/>
                </a:solidFill>
                <a:latin typeface="Georgia" pitchFamily="18" charset="0"/>
              </a:rPr>
              <a:t>nevrednici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 toate,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Stăm toţi lângă El, turma Lui…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 condamne cel rău, ştim că poate,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Dar o altă biserică nu-i!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571/920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3772</TotalTime>
  <Words>193</Words>
  <Application>Microsoft PowerPoint</Application>
  <PresentationFormat>On-screen Show (4:3)</PresentationFormat>
  <Paragraphs>35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Imnuri noi</vt:lpstr>
      <vt:lpstr>Slide 1</vt:lpstr>
      <vt:lpstr>Slide 2</vt:lpstr>
      <vt:lpstr>Slide 3</vt:lpstr>
      <vt:lpstr>Slide 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743</cp:revision>
  <dcterms:created xsi:type="dcterms:W3CDTF">2013-10-07T13:04:08Z</dcterms:created>
  <dcterms:modified xsi:type="dcterms:W3CDTF">2013-12-12T11:21:16Z</dcterms:modified>
  <cp:contentStatus>test</cp:contentStatus>
</cp:coreProperties>
</file>