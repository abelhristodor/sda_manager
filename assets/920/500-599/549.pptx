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Ne aşteaptă-un cămin strălucit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549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 aşteaptă-un cămin strălucit,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credinţă şi-acum Îl vedeţi;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cămin de Isus pregătit,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Luminos, fericit şi măreţ!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 timp nu va mai fi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ce Tatăl ne-adună pe toţi!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va răsări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Soarele mult doritei dreptăţi!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Sus cântarea răsună frumos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Hristos preamărind ne-ncetat!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Fericiţii tresaltă voios,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păcatul s-a dus, e uitat!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 timp nu va mai fi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ce Tatăl ne-adună pe toţi!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va răsări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Soarele mult doritei dreptăţi!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pământul cel nou, proslăvit,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Într-un spirit şi-un gând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servim,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Isus care-atât ne-a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Pătimind ca să ne mântuim!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 timp nu va mai fi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ce Tatăl ne-adună pe toţi!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va răsări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Soarele mult doritei dreptăţi!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căminul măreţ, uimitor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Odihnesc fericiţii tihniţi…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venit iată şi rândul 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destul cât au fost prigoniţi!</a:t>
            </a:r>
            <a:endParaRPr lang="en-US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 timp nu va mai fi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ce Tatăl ne-adună pe toţi!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va răsări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Soarele mult doritei dreptăţi!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3515</TotalTime>
  <Words>220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703</cp:revision>
  <dcterms:created xsi:type="dcterms:W3CDTF">2013-10-07T13:04:08Z</dcterms:created>
  <dcterms:modified xsi:type="dcterms:W3CDTF">2013-12-12T10:43:05Z</dcterms:modified>
  <cp:contentStatus>test</cp:contentStatus>
</cp:coreProperties>
</file>