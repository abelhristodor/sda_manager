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Dumnezeu e numai dragoste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e numai dragoste,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izvor îmbelşugat,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Ce-Şi revarsă viaţa fără preţ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Săturând orice-nsetat.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ne fie, Doamne, dragostea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sigiliu veşnic sfânt!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pământ, mai tare decât 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nici moarte, nici mormânt…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necazul lumii, prin pustiu,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Tu să ne mângâi,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aprinzi în noi, cât nu-i târziu,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Focul dragostei dintâi!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poruncă mare am primit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Moştenire de la El;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Ca, aşa cum Domnul ne-a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iubim şi noi la fel!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3855</TotalTime>
  <Words>126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753</cp:revision>
  <dcterms:created xsi:type="dcterms:W3CDTF">2013-10-07T13:04:08Z</dcterms:created>
  <dcterms:modified xsi:type="dcterms:W3CDTF">2013-12-12T11:25:18Z</dcterms:modified>
  <cp:contentStatus>test</cp:contentStatus>
</cp:coreProperties>
</file>