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Se aşterne frumos,</a:t>
            </a:r>
            <a:endParaRPr lang="en-US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peste suflet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528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-76200"/>
            <a:ext cx="9144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>
              <a:buAutoNum type="arabicPeriod"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aşterne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frumos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suflet, un cânt,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adună din inimi,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dor adunat din vecii şi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 de cer fremătând ne-ncetat…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 timpul măreţ, de profeţi aşteptat,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timpul dorit şi chemat;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Iubirii divine de-acum vom cânta: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în veci, Osana!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-76200"/>
            <a:ext cx="9144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aude, crescând, zvonul ploii târzii,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întinde pe-ntregul pământ.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Semne-n cer se-nteţesc,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grăbesc glasuri mii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Într-un ultim şi sfânt legământ.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 timpul măreţ, de profeţi aşteptat,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timpul dorit şi chemat;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Iubirii divine de-acum vom cânta: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în veci, Osana!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-76200"/>
            <a:ext cx="9144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revarsă-n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văpăi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eru-ntreg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luminând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Slava Lui peste-al lumii hotar…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venit ziua Lui, ziua Mielului blând,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Tresăltaţi, Hrist e Domn, vine iar!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 timpul măreţ, de profeţi aşteptat,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timpul dorit şi chemat;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Iubirii divine de-acum vom cânta: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în veci, Osana!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3455</TotalTime>
  <Words>202</Words>
  <Application>Microsoft PowerPoint</Application>
  <PresentationFormat>On-screen Show (4:3)</PresentationFormat>
  <Paragraphs>39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688</cp:revision>
  <dcterms:created xsi:type="dcterms:W3CDTF">2013-10-07T13:04:08Z</dcterms:created>
  <dcterms:modified xsi:type="dcterms:W3CDTF">2013-12-12T10:08:34Z</dcterms:modified>
  <cp:contentStatus>test</cp:contentStatus>
</cp:coreProperties>
</file>