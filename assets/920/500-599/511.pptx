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Domnul revine!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511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Domnul revine! Ce solemnă veste!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Ceasul profetic se-mplineşte clar,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 Său Cuvânt pe veci statornic este,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Tot ce-am sperat nu poate fi-n zadar!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Domnul revine! Trâmbiţi de trezire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Sună, chemând la trai curat şi sfânt,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Înveşmântaţi ’n-a Sa neprihănire,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fim „mireasa” Mielului cel blând.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Domnul revine! Prin a Lui iubire,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Vom birui lucrarea celui rău,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Căci, peste orice val de ispitire,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Mult mai puternic este harul Său.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Domnul revine! Azi vestim în lume: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Suntem în cel din urmă ceas de har!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ştie toţi că nu-i decât un Nume,</a:t>
            </a:r>
          </a:p>
          <a:p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Prin care-avem al mântuirii dar.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3374</TotalTime>
  <Words>147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665</cp:revision>
  <dcterms:created xsi:type="dcterms:W3CDTF">2013-10-07T13:04:08Z</dcterms:created>
  <dcterms:modified xsi:type="dcterms:W3CDTF">2013-12-12T09:40:59Z</dcterms:modified>
  <cp:contentStatus>test</cp:contentStatus>
</cp:coreProperties>
</file>