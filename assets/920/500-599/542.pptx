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pace stă cel credincios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542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pace stă cel credincios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la venirea lui Hristos!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 de nădejde-a adormit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Domnul nu l-a părăsit.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Oricine-am fi, suntem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Creaţi cu-al Domnului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viaţa e un timp de har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S-aflăm al mântuirii dar.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Trăim aici puţin timp doar,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viaţă plină de amar,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prin Isus vom câştiga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Pământul nou în slava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Aştept ivirea noii vieţi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învierea celor drepţi;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Aştept viaţa de apoi,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Când Dumnezeu va fi cu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3465</TotalTime>
  <Words>120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692</cp:revision>
  <dcterms:created xsi:type="dcterms:W3CDTF">2013-10-07T13:04:08Z</dcterms:created>
  <dcterms:modified xsi:type="dcterms:W3CDTF">2013-12-12T10:29:48Z</dcterms:modified>
  <cp:contentStatus>test</cp:contentStatus>
</cp:coreProperties>
</file>