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Cum ne va fi?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ne va fi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luptă-amară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după-un trai aşa împovărat,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moşteni o minunată ţară,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Pământul nou, atât de aşteptat?…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praful scuturând de pe picioare,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luăm adio de la suferinţi,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ne-om şterge faţa de sudoare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moştenim aşa făgăduinţi…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ne va fi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zări albastre,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îngeri sfinţi vom fi întâmpinaţi,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ajungând la ţinta vieţii noastre,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tresălta, pe veci eliberaţi?…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Acolo-n veci e numai tinereţe,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vremii dinţi nimic nu au de ros…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cântec nou oricine o să-nveţe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laude iubirea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549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900" b="1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900" smtClean="0">
                <a:solidFill>
                  <a:schemeClr val="bg1"/>
                </a:solidFill>
                <a:latin typeface="Georgia" pitchFamily="18" charset="0"/>
              </a:rPr>
              <a:t>Cum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ne va fi când vom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vede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          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Şi ochii Săi cei buni şi iubitori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Şi-acele răni din care se vărsară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Mulţimi de stropi de sânge salvator?…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’Nainte deci, ’nainte pe cărare,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Chiar orişicât ar fi să suferim!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Răsplata e de mii de ori mai mare,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Decât ce-am şti chiar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noi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ne dorim!…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3652</TotalTime>
  <Words>198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728</cp:revision>
  <dcterms:created xsi:type="dcterms:W3CDTF">2013-10-07T13:04:08Z</dcterms:created>
  <dcterms:modified xsi:type="dcterms:W3CDTF">2013-12-12T10:53:11Z</dcterms:modified>
  <cp:contentStatus>test</cp:contentStatus>
</cp:coreProperties>
</file>