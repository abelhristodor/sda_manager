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7" r:id="rId9"/>
    <p:sldId id="27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Există o ţară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 lui Hristos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Există-o ţară-a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loc sublim, ce loc frumos!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Aceea fi-va ţara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putea intra în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ţara mea, o,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Îndată voi intra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 voi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sfinţi voi locui,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chiar mi-a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plăcut şi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cu mine va intra,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ochii mei Îl voi vedea!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 iubire-o voi simţi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care El mă mântui.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ţara mea, o,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Îndată voi intra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 voi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sfinţi voi locui,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chiar mi-a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plăcut şi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favoare să vedem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 nostru în Salem,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veşnicii cu El vom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slava Lui vom locui.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ţara mea, o,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Îndată voi intra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 voi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sfinţi voi locui,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chiar mi-a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plăcut şi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mântuiţii vor primi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Răsplata lor în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fi-vor tot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Şi-or preamări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ţara mea, o,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Îndată voi intra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 voi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sfinţi voi locui,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chiar mi-a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plăcut şi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3598</TotalTime>
  <Words>308</Words>
  <Application>Microsoft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719</cp:revision>
  <dcterms:created xsi:type="dcterms:W3CDTF">2013-10-07T13:04:08Z</dcterms:created>
  <dcterms:modified xsi:type="dcterms:W3CDTF">2013-12-12T10:47:13Z</dcterms:modified>
  <cp:contentStatus>test</cp:contentStatus>
</cp:coreProperties>
</file>