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Cum va fi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veşnicie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va fi în veşnicie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Sabat lângă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sfântă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Răul, când va fi răpus?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slavă de nespus!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va fi o viaţă nouă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pământul înnoit,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va spune: „Pace vouă”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nostru preaiubit,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locaşul fericit?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Pregustăm din veşnicie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Azi, în Sabat, pacea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Ne-nchinăm cu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din toată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3958</TotalTime>
  <Words>105</Words>
  <Application>Microsoft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778</cp:revision>
  <dcterms:created xsi:type="dcterms:W3CDTF">2013-10-07T13:04:08Z</dcterms:created>
  <dcterms:modified xsi:type="dcterms:W3CDTF">2013-12-12T12:00:58Z</dcterms:modified>
  <cp:contentStatus>test</cp:contentStatus>
</cp:coreProperties>
</file>