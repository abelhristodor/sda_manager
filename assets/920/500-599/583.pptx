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Sabatul de Domnul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dat nouă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Sabatul de Domnul dat nouă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soare frumos a sosit!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Prinosul cântărilor noastre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L-aducem cui ni l-a zidit.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vifor, în foc şi în valuri,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glas de zefir cristalin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Vorbeşte Acel ce din veacuri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 al lumii destin!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De-i grea şi spinoasă cărarea,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nu disperăm 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Isus ceartă marea,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pace aici între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piept inima îmi tresaltă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Domnul, prin Spiritul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ochii, şi mintea-mi deşteaptă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şi s-ascult de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văd răsărind mii de stele,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vântul şi norii pornesc,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Uimit de cereasca-I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Isus Îl slăvesc!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şi sub cer e serbare,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Făpturile Te proslăvesc!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Lucrările mâinilor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Sabatul sfânt se-odihnesc!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Domnul nostru, în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rece mormânt Se-odihni,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semn al jertfirii depline,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cruce, când singur muri.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mâine-aducând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morţi îi trezeşte din somn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să le dea-n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al Sabatului Domn!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12442"/>
            <a:ext cx="8229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Poporul cel sfânt se adună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Tine, Isus, să-l primeşti,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frunte le pune cunună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semnul sfinţirii cereşti!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3879</TotalTime>
  <Words>249</Words>
  <Application>Microsoft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760</cp:revision>
  <dcterms:created xsi:type="dcterms:W3CDTF">2013-10-07T13:04:08Z</dcterms:created>
  <dcterms:modified xsi:type="dcterms:W3CDTF">2013-12-12T11:36:28Z</dcterms:modified>
  <cp:contentStatus>test</cp:contentStatus>
</cp:coreProperties>
</file>