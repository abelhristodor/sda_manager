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zi de bucurie!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zi de bucurie,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Sabat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Sclipiri de veşnicie aprinzi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e-acest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de lumină,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imiţi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slava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îngerii se-nchină,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zi de sărbătoare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şi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Fântână pe cărare,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zvor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viaţă,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pacea ta divină,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utere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primesc,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ramuri de lumină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 înfloresc!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casa Ta, Isuse,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 în veci, aş vrea,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desfătări nespuse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ăsesc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dreapta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Privesc la ziua-aceea,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vei reveni: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mare sărbătoare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 în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3866</TotalTime>
  <Words>152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758</cp:revision>
  <dcterms:created xsi:type="dcterms:W3CDTF">2013-10-07T13:04:08Z</dcterms:created>
  <dcterms:modified xsi:type="dcterms:W3CDTF">2013-12-12T11:33:25Z</dcterms:modified>
  <cp:contentStatus>test</cp:contentStatus>
</cp:coreProperties>
</file>