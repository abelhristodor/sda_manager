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la lucrul nostru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591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12442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la lucrul nostru, Doamne,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Sabat ne-ai chemat,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(:Ca un far pe ţărmul vremii,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lume înălţat!:)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12442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Ne-nchinăm cu mulţumire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altar de Sabat sfânt;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(:Dă-ne pace şi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Leagă cerul de pământ!:)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12442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Pregustări de veşnicie,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Dă-ne harul Tău bogat,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(:Într-o sfântă părtăşie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Fă-ne cântecul curat!:)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12442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Dă-ne azi înviorare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un Sabat luminos,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(:O fierbinte aşteptare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A-ntâlnirii cu Hristos!:)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3936</TotalTime>
  <Words>107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772</cp:revision>
  <dcterms:created xsi:type="dcterms:W3CDTF">2013-10-07T13:04:08Z</dcterms:created>
  <dcterms:modified xsi:type="dcterms:W3CDTF">2013-12-12T11:55:44Z</dcterms:modified>
  <cp:contentStatus>test</cp:contentStatus>
</cp:coreProperties>
</file>