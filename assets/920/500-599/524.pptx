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Lăsaţi lămpile acum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ardă!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Lăsaţi lămpile acum să ardă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în rugă privegheaţi!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Voi, cu candela împodobită,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Isus întâmpinaţi!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Privegheaţi, Isus revine!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Privegheaţi că în curând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 va duce-n slăvi senine,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Edenul Său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401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Lepădaţi plăceri şi răutate,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Staţi uniţi lângă Hristos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vrăjmaşul nu vă va abate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Cât ar fi de mânios!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Privegheaţi, Isus revine!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Privegheaţi că în curând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 va duce-n slăvi senine,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Edenul Său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Rugăciuni de sfântă consacrare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Lui Isus Îi adresaţi,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Care-n Ghetsimani în prosternare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V-arătă cum să luptaţi!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Privegheaţi, Isus revine!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Privegheaţi că în curând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 va duce-n slăvi senine,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Edenul Său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21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Privegheaţi şi ţineţi sfânta Lege,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Fie lupta cât de grea,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curând se-arată-al nostru Rege,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Îmbrăcat în slava Sa!</a:t>
            </a:r>
            <a:endParaRPr lang="en-US" altLang="ro-RO" sz="37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Privegheaţi, Isus revine!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Privegheaţi că în curând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 va duce-n slăvi senine,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În Edenul Său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3435</TotalTime>
  <Words>203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682</cp:revision>
  <dcterms:created xsi:type="dcterms:W3CDTF">2013-10-07T13:04:08Z</dcterms:created>
  <dcterms:modified xsi:type="dcterms:W3CDTF">2013-12-12T09:59:59Z</dcterms:modified>
  <cp:contentStatus>test</cp:contentStatus>
</cp:coreProperties>
</file>