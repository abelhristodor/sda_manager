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Spuneţi în lume!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Spuneţi în lume, printre popoare,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Spuneţi orişicui,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Noaptea dispare, Domnul apare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maiestatea Lui!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Da, vine Domnul slavei,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Mielul pentru noi jertfit!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Haideţi cu osanale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cu bun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Veşti de războaie nu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ne-nspăimântă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Nici ameninţări!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Semne în astre, multe dezastre,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Sunt doar avertizări!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Da, vine Domnul slavei,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Mielul pentru noi jertfit!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Haideţi cu osanale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cu bun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Vă bucuraţi, privind către ceruri,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Voi, ce-L aşteptaţi!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 răsplătire! Ce fericire!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Glorie Lui cântaţi!</a:t>
            </a:r>
            <a:endParaRPr lang="vi-VN" altLang="ro-RO" sz="37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Da, vine Domnul slavei,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Mielul pentru noi jertfit!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Haideţi cu osanale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cu bun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3442</TotalTime>
  <Words>148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684</cp:revision>
  <dcterms:created xsi:type="dcterms:W3CDTF">2013-10-07T13:04:08Z</dcterms:created>
  <dcterms:modified xsi:type="dcterms:W3CDTF">2013-12-12T10:01:08Z</dcterms:modified>
  <cp:contentStatus>test</cp:contentStatus>
</cp:coreProperties>
</file>