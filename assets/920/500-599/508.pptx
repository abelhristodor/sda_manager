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Aleluia, Domnul vine!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Aleluia, Domnul vine!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Pregătiţi al Său popor!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Îngeri mii vestesc solia: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Iată, vine pe alb nor!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Aleluia, Domnul vine!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Vine-al nostru Salvator!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Decât lumea de-ntuneric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Cerul este mai presus!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lumină şi speranţă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Vine, vine iar Isus!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Aleluia, vine ziua!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Noapte grea a fost de-ajuns!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Ziua mântuirii Sale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 arată în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Vor vedea cu toţii slava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mărirea Celui Sfânt!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Aşteptaţi, în consacrare,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Zorii unui nou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Vă treziţi, străjeri ai lumii,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Profeţia s-a-mplinit!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mai este timp de-acuma!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Cine este pregătit?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Aleluia! Aleluia!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Mântuirea a sosit!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3318</TotalTime>
  <Words>147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657</cp:revision>
  <dcterms:created xsi:type="dcterms:W3CDTF">2013-10-07T13:04:08Z</dcterms:created>
  <dcterms:modified xsi:type="dcterms:W3CDTF">2013-12-12T09:38:40Z</dcterms:modified>
  <cp:contentStatus>test</cp:contentStatus>
</cp:coreProperties>
</file>