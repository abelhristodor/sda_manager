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Ascultaţi, străjerul cheamă!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Ascultaţi, străjerul cheamă!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muntele cel sfânt daţi larmă,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Sunaţi din trâmbiţă-n Sion!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Miezul nopţii-n turnuri bate,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Deci scoală-te şi lasă toate,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al redeşteptării zvon!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Se v-arăta,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Să-ţi dea răsplata Sa,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Haideţi, grăbiţi, cu toţi veniţi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cer vă pregătiţi!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Auzi paznicii cum sună,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Cum urlă-a neamur’lor furtună!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Fecioarelor, vă deşteptaţi!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Mirele-n nor alb apare,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Încoronat ca mândrul soare!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A’ voastre lămpi iluminaţi!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Ah, vino pe-al Tău tron,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Isuse, veşnic Domn,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Noi Te urmăm, ne bucurăm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nunta Ta ca să intrăm!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Laudă mărire Ţie,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gura noastră pe vecie,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Ţi-aducem toţi, Hristos Isus!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cetatea cea de aur,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Încununaţi cu-ai vieţii lauri,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Mai sus de îngeri Tu ne-ai pus.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ochiul n-a privit,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nimeni n-a simţit,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Ce loc slăvit, Isus iubit,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pentru noi ai pregătit!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3379</TotalTime>
  <Words>200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670</cp:revision>
  <dcterms:created xsi:type="dcterms:W3CDTF">2013-10-07T13:04:08Z</dcterms:created>
  <dcterms:modified xsi:type="dcterms:W3CDTF">2013-12-12T09:42:33Z</dcterms:modified>
  <cp:contentStatus>test</cp:contentStatus>
</cp:coreProperties>
</file>