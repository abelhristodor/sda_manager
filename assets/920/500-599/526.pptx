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Luminezi tu, oare?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526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-76200"/>
            <a:ext cx="914400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Luminezi tu, oare, lumea care moare,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Neavând drept soare pe Isus cel blând?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Rază luminoasă poartă a ta faţă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Chiar asemeni Celui Sfânt?…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O, frate, frate drag,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Te întreabă, dacă-a’ tale fapte </a:t>
            </a:r>
            <a:b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 alţii-atrag!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Dacă nu, degrabă, </a:t>
            </a:r>
            <a:b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uminează-ntreagă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viaţa ta </a:t>
            </a:r>
            <a:b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Spirit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-76200"/>
            <a:ext cx="914400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Plină-i de iubire oare-a ta simţire,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compătimire ai de cel sărman?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Pui tu stăruinţă pentru biruinţă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Până-n ceruri vei intra?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O, frate, frate drag,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Te întreabă, dacă-a’ tale fapte </a:t>
            </a:r>
            <a:b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 alţii-atrag!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Dacă nu, degrabă, </a:t>
            </a:r>
            <a:b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uminează-ntreagă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viaţa ta </a:t>
            </a:r>
            <a:b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prin Spirit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-76200"/>
            <a:ext cx="914400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În curând Se-arată Domnul care poartă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 toţi drepţii-n ceată către cerul ’nalt!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Vrei şi tu a merge sus, spre a culege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Roada unui trai curat?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O, frate, frate drag,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Te întreabă, dacă-a’ tale fapte </a:t>
            </a:r>
            <a:b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 alţii-atrag!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Dacă nu, degrabă, </a:t>
            </a:r>
            <a:b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uminează-ntreagă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viaţa ta </a:t>
            </a:r>
            <a:b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Spirit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-76200"/>
            <a:ext cx="9144000" cy="618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Sau doreşti tu, poate, a rămâne-n moarte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Şi să nu ai parte de eternul cer?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Când cei drepţi sălta-vor şi în cer cânta-vor,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În abis tu vrei să pieri?…</a:t>
            </a:r>
            <a:endParaRPr lang="en-US" altLang="ro-RO" sz="36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6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O, frate, frate drag,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Te întreabă, dacă-a’ tale fapte </a:t>
            </a:r>
            <a:b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pe alţii-atrag!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Dacă nu, degrabă, </a:t>
            </a:r>
            <a:b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uminează-ntreagă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viaţa ta </a:t>
            </a:r>
            <a:b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Spirit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-76200"/>
            <a:ext cx="9144000" cy="618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Hai la luptă sfântă, către cer te-avântă,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Cum Isus cuvântă-n Evanghelia Sa!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Strălucire mare, ca un veşnic soare,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Răsplătire vei avea!</a:t>
            </a:r>
            <a:endParaRPr lang="en-US" altLang="ro-RO" sz="36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6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O, frate, frate drag,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Te întreabă, dacă-a’ tale fapte </a:t>
            </a:r>
            <a:endParaRPr lang="en-US" altLang="ro-RO" sz="36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pe alţii-atrag!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Dacă nu, degrabă, </a:t>
            </a:r>
            <a:b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uminează-ntreagă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viaţa ta </a:t>
            </a:r>
            <a:b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60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60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Spirit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3449</TotalTime>
  <Words>269</Words>
  <Application>Microsoft PowerPoint</Application>
  <PresentationFormat>On-screen Show (4:3)</PresentationFormat>
  <Paragraphs>53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686</cp:revision>
  <dcterms:created xsi:type="dcterms:W3CDTF">2013-10-07T13:04:08Z</dcterms:created>
  <dcterms:modified xsi:type="dcterms:W3CDTF">2013-12-12T10:04:44Z</dcterms:modified>
  <cp:contentStatus>test</cp:contentStatus>
</cp:coreProperties>
</file>