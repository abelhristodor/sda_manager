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Din cer,</a:t>
            </a:r>
            <a:endParaRPr lang="en-US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din sfântul sanctuar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538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0"/>
            <a:ext cx="8229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Din cer, din sfântul sanctuar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 pregăteşte timp solemn,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cel din urmă ceas de har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fie pus, pe frunte, semn.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Suntem gata, gata a primi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Semnul vieţii pentru veşnicii,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Suntem gata a-L întâmpina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Cel ce vine-n slava Sa!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538/920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0"/>
            <a:ext cx="8229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Sunt îngeri pe pământ trimişi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Să-i sigileze pe cei buni,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cei aflaţi în carte scrişi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clipa ultimei furtuni.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Suntem gata, gata a primi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Semnul vieţii pentru veşnicii,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Suntem gata a-L întâmpina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Cel ce vine-n slava Sa!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538/920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0"/>
            <a:ext cx="8229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ceata celor mântuiţi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Vei fi şi tu, voi fi şi eu?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Acum e timpul, pregătiţi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Să-L întâlnim pe Dumnezeu!</a:t>
            </a:r>
            <a:endParaRPr lang="en-US" altLang="ro-RO" sz="400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Suntem gata, gata a primi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Semnul vieţii pentru veşnicii,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Suntem gata a-L întâmpina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Cel ce vine-n slava Sa!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538/920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3572</TotalTime>
  <Words>171</Words>
  <Application>Microsoft PowerPoint</Application>
  <PresentationFormat>On-screen Show (4:3)</PresentationFormat>
  <Paragraphs>36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715</cp:revision>
  <dcterms:created xsi:type="dcterms:W3CDTF">2013-10-07T13:04:08Z</dcterms:created>
  <dcterms:modified xsi:type="dcterms:W3CDTF">2013-12-12T10:25:53Z</dcterms:modified>
  <cp:contentStatus>test</cp:contentStatus>
</cp:coreProperties>
</file>