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Revedea-ne-vom odată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545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Revedea-ne-vom odată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lumina cea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Unde-i viaţa minunată,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e Hristos Isus!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Ne-om vedea, ne-om vedea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ne vom vedea odată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lumina cea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e Hristos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Vom vedea pe fraţii noştri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După-a vieţii luptă grea;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Colo sus la masa obştii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al vieţii pom vom sta!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Ne-om vedea, ne-om vedea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ne vom vedea odată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lumina cea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e Hristos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Vom vedea cetatea sfântă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marea de cristal,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cânta cu cei ce cântă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ospăţul cel regal.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Ne-om vedea, ne-om vedea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ne vom vedea odată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lumina cea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e Hristos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Însă inima ne doare,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cei dragi, când ne gândim: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Fi-vor toţi acolo, 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Isus să ne-ntâlnim?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Ne-om vedea, ne-om vedea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ne vom vedea odată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lumina cea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e Hristos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3482</TotalTime>
  <Words>207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696</cp:revision>
  <dcterms:created xsi:type="dcterms:W3CDTF">2013-10-07T13:04:08Z</dcterms:created>
  <dcterms:modified xsi:type="dcterms:W3CDTF">2013-12-12T10:36:05Z</dcterms:modified>
  <cp:contentStatus>test</cp:contentStatus>
</cp:coreProperties>
</file>