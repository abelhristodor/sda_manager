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S-ajungă-al nostru glas!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S-ajungă-al nostru glas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Tău de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Duh, acelaşi pas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poartă-n sanctuar.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S-ajungă-al nostru cânt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Tău din cer!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Duh, acelaşi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Ne-aduce noi puteri.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S-ajungă-al nostru cor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Tău de 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Duh, acelaşi dor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 cheamă la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3774</TotalTime>
  <Words>79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743</cp:revision>
  <dcterms:created xsi:type="dcterms:W3CDTF">2013-10-07T13:04:08Z</dcterms:created>
  <dcterms:modified xsi:type="dcterms:W3CDTF">2013-12-12T11:21:39Z</dcterms:modified>
  <cp:contentStatus>test</cp:contentStatus>
</cp:coreProperties>
</file>