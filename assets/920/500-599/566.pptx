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plăcut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frumos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566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plăcut e şi frumos: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Strâns uniţi toţi în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frăţie toţi trăind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Domnul preamărind…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Într-un glas i-auzi în cor: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„Domnul ni-e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El fiind salvaţi,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toţi în Domnul fraţi!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Mână-n mână toţi umblând,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Unul pentru altul stând,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Dintr-o gură-n cântul lor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Preamăresc pe Creator!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vorbesc cum Dumnezeu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iubit prin Fiul Său;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Astfel noi copii să-I fim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ca fraţii să trăim.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Domnul, Cel ce ne-a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foarte mulţumit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ne vede strâns uniţi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aşa de fericiţi!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Astfel, bucurându-L noi,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numiţi copii ai Săi,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plăcere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dreapta Sa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va binecuvânta!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Aleluia lui Hristos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Îi aducem bucuros,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din lume ne-a luat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 viaţă ne-a chemat;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Ne-a-nvăţat să ne iubim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ca fraţii să trăim!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Laudă, mărire Lui, 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Azi şi-n veacul veacului!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566/920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3747</TotalTime>
  <Words>193</Words>
  <Application>Microsoft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736</cp:revision>
  <dcterms:created xsi:type="dcterms:W3CDTF">2013-10-07T13:04:08Z</dcterms:created>
  <dcterms:modified xsi:type="dcterms:W3CDTF">2013-12-12T11:08:57Z</dcterms:modified>
  <cp:contentStatus>test</cp:contentStatus>
</cp:coreProperties>
</file>