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Ne pregătim de drum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509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9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Ne pregătim de drum, e înserare,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E-un ultim ceas de har în univers…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Mai zăbovim doar o clipă pe cale,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înălţăm un cânt şi-un ultim vers.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Domnul cel minunat,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rednic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şi-adevărat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Ne-a dat vecia şi cerul ne-a dat!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 Împăratului nostru să fie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Slava şi lauda în veac de veac!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6063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Ne îndreptăm spre ţărm cu nerăbdare,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Biruitori, trecând valuri şi vânt;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mii de ani Isus e-n aşteptare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moştenim cu El noul pământ!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Domnul cel minunat,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rednic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şi-adevărat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Ne-a dat vecia şi cerul ne-a dat!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 Împăratului nostru să fie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Slava şi lauda în veac de veac!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6063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Al miazănoaptei cer se însenină,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Cununi de slavă se-adună de zor;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pajişti verzi inundate-n lumină,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Ne-aşteaptă îngeri cu harpe de dor.</a:t>
            </a: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Domnul cel minunat,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3800" smtClean="0">
                <a:solidFill>
                  <a:schemeClr val="bg1"/>
                </a:solidFill>
                <a:latin typeface="Georgia" pitchFamily="18" charset="0"/>
              </a:rPr>
              <a:t>rednic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şi-adevărat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Ne-a dat vecia şi cerul ne-a dat!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 Împăratului nostru să fie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Slava şi lauda în veac de veac!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3370</TotalTime>
  <Words>200</Words>
  <Application>Microsoft PowerPoint</Application>
  <PresentationFormat>On-screen Show (4:3)</PresentationFormat>
  <Paragraphs>38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664</cp:revision>
  <dcterms:created xsi:type="dcterms:W3CDTF">2013-10-07T13:04:08Z</dcterms:created>
  <dcterms:modified xsi:type="dcterms:W3CDTF">2013-12-12T09:39:48Z</dcterms:modified>
  <cp:contentStatus>test</cp:contentStatus>
</cp:coreProperties>
</file>