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păcii Se-arată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0"/>
            <a:ext cx="7239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 păcii Se-arată,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Semne mii prevestesc: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(:Vine Domnul îndată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Împăratul ceresc!:)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0"/>
            <a:ext cx="7239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 slavei Se-arată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Peste orice popor,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(:Le va da drept răsplată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După faptele lor.:)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0"/>
            <a:ext cx="7239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Secerişul e mare,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Roade scumpe se coc,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(:Grâul pus e-n hambare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neghina pe foc.:)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05000" y="0"/>
            <a:ext cx="7239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Te întreabă, creştine,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cât nu-i prea târziu,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(:Oare cât stai de bine?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Eşti neghină sau grâu?:)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3376</TotalTime>
  <Words>103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666</cp:revision>
  <dcterms:created xsi:type="dcterms:W3CDTF">2013-10-07T13:04:08Z</dcterms:created>
  <dcterms:modified xsi:type="dcterms:W3CDTF">2013-12-12T09:41:30Z</dcterms:modified>
  <cp:contentStatus>test</cp:contentStatus>
</cp:coreProperties>
</file>