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Vezi, pe nori El vine iar!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Vezi, pe nori El vine iară,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pe cruce răstignit!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mii Îl înconjoară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Judecata a sosit!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vine-mpărăţia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vine-mpărăţia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Orice ochi Îl recunoaşte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Hristos cel înviat,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Bucuria-n toţi renaşte,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tot va fi curat!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vine-mpărăţia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vine-mpărăţia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Cer, pământ, se înspăimântă,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Tremurând sub trâmbiţări!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duşmanii-n faţa-I sfântă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topesc în remuşcări!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vine-mpărăţia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vine-mpărăţia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Slavă, cinste şi-nchinare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Ţie, Miel nebiruit!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Tresăltaţi, pământ şi mare,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Izbăvirea a sosit!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vine-mpărăţia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vine-mpărăţia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3550</TotalTime>
  <Words>161</Words>
  <Application>Microsoft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709</cp:revision>
  <dcterms:created xsi:type="dcterms:W3CDTF">2013-10-07T13:04:08Z</dcterms:created>
  <dcterms:modified xsi:type="dcterms:W3CDTF">2013-12-12T10:20:53Z</dcterms:modified>
  <cp:contentStatus>test</cp:contentStatus>
</cp:coreProperties>
</file>