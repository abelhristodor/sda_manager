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umbra serii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cade iar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12442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umbra serii cade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Venim în sfânt locaş de har;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Prinos de rugă şi cântări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Aprindă stele-n depărtări.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12442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Întinde, Doamne, mâna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deschide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pacea serii, să primim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sfatului divin.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12442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glasul Tău, cel preaiubit,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Alungă-al nopţii văl cernit,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Lumini de har mântuitor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S-aprinzi în viaţa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3966</TotalTime>
  <Words>87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782</cp:revision>
  <dcterms:created xsi:type="dcterms:W3CDTF">2013-10-07T13:04:08Z</dcterms:created>
  <dcterms:modified xsi:type="dcterms:W3CDTF">2013-12-12T12:05:29Z</dcterms:modified>
  <cp:contentStatus>test</cp:contentStatus>
</cp:coreProperties>
</file>