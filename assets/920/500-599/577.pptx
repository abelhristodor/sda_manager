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Aleluia, zi frumoasă!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zi frumoasă,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frumoasă ca oricând!…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grija nu ne-apasă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 zi de Sabat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Binecuvântarea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ne va bucura!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Sfântă zi de dulce-odihnă,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de lumină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tu ne dai în tihnă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Darul Duhului divin!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Toarnă, Tată, al Tău har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cerescul Tău altar!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sfinţeşte-nvăţătura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prin servii Tăi ne-arăţi,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deschide Tu Scriptura,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să fim mereu atenţi,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Să-nţelegem cu folos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Graiul Tău aşa duios…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binecuvântează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Ziua-ntreagă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Udă şi-nrădăcinează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Adevărul predicat,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la ziua Ta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Sabat veşnic vom serba!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3856</TotalTime>
  <Words>142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754</cp:revision>
  <dcterms:created xsi:type="dcterms:W3CDTF">2013-10-07T13:04:08Z</dcterms:created>
  <dcterms:modified xsi:type="dcterms:W3CDTF">2013-12-12T11:26:03Z</dcterms:modified>
  <cp:contentStatus>test</cp:contentStatus>
</cp:coreProperties>
</file>