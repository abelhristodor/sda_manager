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Ai curaj, tu, turmă mică!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517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-152400"/>
            <a:ext cx="8305800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Ai curaj, tu, turmă mică,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upta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nu o conteni!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vrăjmaş nu-ţi fie frică,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Isus vei birui!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Fraţilor, lăsaţi să sune ăst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ângâietor cuvânt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: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 a Tatălui dorinţă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vă dea un nou pământ!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(:E a Tatălui dorinţă!:)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 a Tatălui dorinţă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vă dea un nou pământ!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-152400"/>
            <a:ext cx="8305800" cy="63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Nu vă daţi în mreaja lumii, 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ofta cărnii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n-o-mpliniţi!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Lepădaţi orice ispită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luptă vă gătiţi!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Chiar de-om suferi ocara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entru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crucea lui Isus,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curând primim răsplata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la Regele de sus!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(:În curând primim răsplata!:)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curând primim răsplata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la Regele de 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-152400"/>
            <a:ext cx="8305800" cy="63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Dacă lupţi pentru cunună,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Z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vârle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ce-i stânjenitor,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Căci va sta la Sfânta Cină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umai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cel învingător!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Coapsele acum vă-ncingeţi,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ămpile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vă pregătiţi,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Noaptea-ntreagă strajă faceţi,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Mirele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ca să-L primiţi!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(:Noaptea-ntreagă strajă faceţi!: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Noaptea-ntreagă strajă faceţi,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Mirele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ca să-L primiţi!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-152400"/>
            <a:ext cx="8305800" cy="63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Privegheaţi fără-ncetare,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Z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orii-acum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s-au arătat!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Pentru mulţi, acea zi mare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ceva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neaşteptat!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Veseli fiţi că vine Domnul,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Z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iua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chiar de nu o ştiţi,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Pregătească-se tot omul, 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F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raţi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, surori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n-US" altLang="ro-RO" sz="37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fiţi pregătiţi!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(:Pregătească-se tot omul!:)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Pregătească-se tot omul, 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F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raţi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, surori,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fiţi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pregătiţi!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3403</TotalTime>
  <Words>254</Words>
  <Application>Microsoft PowerPoint</Application>
  <PresentationFormat>On-screen Show (4:3)</PresentationFormat>
  <Paragraphs>54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675</cp:revision>
  <dcterms:created xsi:type="dcterms:W3CDTF">2013-10-07T13:04:08Z</dcterms:created>
  <dcterms:modified xsi:type="dcterms:W3CDTF">2013-12-12T09:49:23Z</dcterms:modified>
  <cp:contentStatus>test</cp:contentStatus>
</cp:coreProperties>
</file>