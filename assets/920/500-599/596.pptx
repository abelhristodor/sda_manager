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Astăzi în ziua de Sabat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Astăzi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ziua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toţi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am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adunat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Pentru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aduce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mărire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ce ne-a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salvat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ne-ajută-n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Ascultători să-Ţi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Cântece de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 să-Ţi jertfim.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Glorie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slavă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mărire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ce S-a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jertfit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a Sa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suferinţă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Pace ne-a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dăruit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ne-ajută-n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Ascultători să-Ţi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Cântece de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 să-Ţi jertfim.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El 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făgăduinţa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vom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închina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Zilnic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Sus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mărirea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Sa!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ne-ajută-n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Ascultători să-Ţi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Cântece de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 să-Ţi jertfim.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3962</TotalTime>
  <Words>134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779</cp:revision>
  <dcterms:created xsi:type="dcterms:W3CDTF">2013-10-07T13:04:08Z</dcterms:created>
  <dcterms:modified xsi:type="dcterms:W3CDTF">2013-12-12T12:02:09Z</dcterms:modified>
  <cp:contentStatus>test</cp:contentStatus>
</cp:coreProperties>
</file>