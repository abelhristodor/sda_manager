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"/>
  </p:notesMasterIdLst>
  <p:handoutMasterIdLst>
    <p:handoutMasterId r:id="rId8"/>
  </p:handoutMasterIdLst>
  <p:sldIdLst>
    <p:sldId id="257" r:id="rId2"/>
    <p:sldId id="270" r:id="rId3"/>
    <p:sldId id="271" r:id="rId4"/>
    <p:sldId id="272" r:id="rId5"/>
    <p:sldId id="273" r:id="rId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12/12/2013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12/12/2013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Vedeţi cum azi surâde!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581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524000" y="0"/>
            <a:ext cx="76200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Vedeţi cum azi surâde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Albastrul cer senin!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 ziua de odihnă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 Domnului divin!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Să ţinem ziua de Sabat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Din inimă, c-un cuget curat,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Sfânt Sabat, sfânt Sabat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De Dumnezeu creat!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581/920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524000" y="0"/>
            <a:ext cx="76200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Ce linişte solemnă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Acolo poţi s-observi,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Oriunde voia-I sfântă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Se face de-ai Săi servi!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Să ţinem ziua de Sabat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Din inimă, c-un cuget curat,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Sfânt Sabat, sfânt Sabat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De Dumnezeu creat!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581/920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524000" y="0"/>
            <a:ext cx="76200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Ne-atrage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 tărie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Al lui Isus Duh Sfânt;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Nespusă bucurie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Ne face-al Său Cuvânt!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Să ţinem ziua de Sabat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Din inimă, c-un cuget curat,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Sfânt Sabat, sfânt Sabat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De Dumnezeu creat!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581/920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524000" y="0"/>
            <a:ext cx="76200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4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Ce dulce chiar aicea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Ne e Sabatul sfânt,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Dar cum va fi atuncea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Pe-un înnoit pământ?…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Să ţinem ziua de Sabat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Din inimă, c-un cuget curat,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Sfânt Sabat, sfânt Sabat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De Dumnezeu creat!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581/920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3867</TotalTime>
  <Words>189</Words>
  <Application>Microsoft PowerPoint</Application>
  <PresentationFormat>On-screen Show (4:3)</PresentationFormat>
  <Paragraphs>46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Imnuri noi</vt:lpstr>
      <vt:lpstr>Slide 1</vt:lpstr>
      <vt:lpstr>Slide 2</vt:lpstr>
      <vt:lpstr>Slide 3</vt:lpstr>
      <vt:lpstr>Slide 4</vt:lpstr>
      <vt:lpstr>Slide 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759</cp:revision>
  <dcterms:created xsi:type="dcterms:W3CDTF">2013-10-07T13:04:08Z</dcterms:created>
  <dcterms:modified xsi:type="dcterms:W3CDTF">2013-12-12T11:34:23Z</dcterms:modified>
  <cp:contentStatus>test</cp:contentStatus>
</cp:coreProperties>
</file>