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va pieri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cel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539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pieri cel credincios: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viaţă Domnu-l va chema;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se-ncrede în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odihneşte-n mâna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pieri cel ce-a avut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suflet bun şi nepătat,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Dumnezeu L-a cunoscut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credinţă L-a urmat!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pieri cel ce-a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Neprihănirea Domnului,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stă şi doarme liniştit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aşteptarea zilei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va pieri cel ce-a gustat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rupul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frânt pe Golgota;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Dumnezeu s-a-ncredinţat,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el va învia!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3575</TotalTime>
  <Words>114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717</cp:revision>
  <dcterms:created xsi:type="dcterms:W3CDTF">2013-10-07T13:04:08Z</dcterms:created>
  <dcterms:modified xsi:type="dcterms:W3CDTF">2013-12-12T10:27:50Z</dcterms:modified>
  <cp:contentStatus>test</cp:contentStatus>
</cp:coreProperties>
</file>