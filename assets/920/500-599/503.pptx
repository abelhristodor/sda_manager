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Sculaţi, căci Domnul vine!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Sculaţi, căci Domnul vine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Rege şi-Mpărat!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Primiţi cum se cuvine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Cel ce ne-a salvat!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Creştini, vă deşteptaţi: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Aproape-i veşnicia!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toată bucuria,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Solia proclamaţi!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Aproape este Domnul,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Cei obidiţi, sculaţi!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voi plânsul, dorul,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Privirea ridicaţi!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Domnul adorat,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marea Sa putere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Ne-aduce mângâiere,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scapă de oftat!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Sculaţi cu grabă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Săraci de pe pământ!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vine cu-ndurare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cerul Său cel sfânt;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Veţi fi cu toţi bogaţi,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Domnul vă hrăneşte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ceruri vă primeşte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Să-I fiţi de-a pururi fraţi!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Răsplată mare-aduce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Acel ce ne-a iubit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noi pe cruce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dragoste-a murit!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de mult dorim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Rege al măririi,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Izvor al nemuririi,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să Te slăvim!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3292</TotalTime>
  <Words>174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652</cp:revision>
  <dcterms:created xsi:type="dcterms:W3CDTF">2013-10-07T13:04:08Z</dcterms:created>
  <dcterms:modified xsi:type="dcterms:W3CDTF">2013-12-12T09:32:06Z</dcterms:modified>
  <cp:contentStatus>test</cp:contentStatus>
</cp:coreProperties>
</file>