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Sculaţi</a:t>
            </a:r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fraţi, toţi!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Sculaţi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fraţi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toţi şi capul sus,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Zoriţi în pregătire!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mâine va veni Isus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(:În toată-a Sa mărire!:)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vine spre a-mpărăţi,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Pe-ai Lui să-i libereze;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Aşa cum le făgădui,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(:Vrea să-i încoroneze!:)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mică turmă-n grele vremi,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Iubită eşti de Tatăl,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ai curaj, să nu te temi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(:Căci vine Domnul, iată-L!:)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Şi dacă lumea te-a urât,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Ocara-i ţi-e onoare…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Statornică să fii şi-atât: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(:Isus îţi e scăpare!:)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Mărire lui Isus eu cânt,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El sper totdeauna;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’L-aştept să vină în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(:Ca să-mi primesc cununa!:)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3417</TotalTime>
  <Words>152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679</cp:revision>
  <dcterms:created xsi:type="dcterms:W3CDTF">2013-10-07T13:04:08Z</dcterms:created>
  <dcterms:modified xsi:type="dcterms:W3CDTF">2013-12-12T09:54:24Z</dcterms:modified>
  <cp:contentStatus>test</cp:contentStatus>
</cp:coreProperties>
</file>