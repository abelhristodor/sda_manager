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ce ţară minunată!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ţară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Pe-acel ţărm atât dorit!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ea, iubirea-mi toată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Suie-n zbor neobosit…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ajunge, voi ajunge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Plaiul ei, al ei palat!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Preţul Golgotei, de sânge,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Mi-este har nemăsurat!…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ţară de mărire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dincolo de zări!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Doru-mi fără mărginire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Trece zilnic depărtări!…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ajunge ţara dragă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oraşu-mpărătesc;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am şi viaţa-ntreagă,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pentru ea jertfesc!…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ţară a iubirii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cei ce-atât au plâns,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pe pragul întâlnirii,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Lacrimi nu mai sunt de strâns…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ajunge-această ţară,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ai mei îi voi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calea cât de-amară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ocara cât de grea!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ţară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Pe-acel ţărm atât dorit,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Ţara mea, răscumpărată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Isus, ce m-a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ajunge iar acasă,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căminul fericit!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voi sta la masă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Cu-Mpăratul meu iubit!…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3738</TotalTime>
  <Words>197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732</cp:revision>
  <dcterms:created xsi:type="dcterms:W3CDTF">2013-10-07T13:04:08Z</dcterms:created>
  <dcterms:modified xsi:type="dcterms:W3CDTF">2013-12-12T11:05:33Z</dcterms:modified>
  <cp:contentStatus>test</cp:contentStatus>
</cp:coreProperties>
</file>