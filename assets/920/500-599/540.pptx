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Val de 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540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-76200"/>
            <a:ext cx="7696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Val de pace şi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prin Domnul am aflat,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văzui ’n-a Sa privire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Dorul Lui de-a fi salvat!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iubire, ce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din partea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slăvi de nemurire,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mă las de El condus.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Şi-n mormânt de-aş fi o vreme,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Sigur stau în mâna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El o să mă cheme,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Ochii mei Îl vor vedea!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iubire, ce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din partea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slăvi de nemurire,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mă las de El condus.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-76200"/>
            <a:ext cx="7696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iubirea-I minunată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mi-am pus nădejdea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mai mult ca altădată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 făgăduinţa Sa.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iubire, ce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din partea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slăvi de nemurire,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mă las de El condus.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-76200"/>
            <a:ext cx="7696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Val de pace şi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prin Domnul am aflat,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aştept a Sa venire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fiu la cer ’nălţat.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iubire, ce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din partea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slăvi de nemurire,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mă las de El condus.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3461</TotalTime>
  <Words>219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691</cp:revision>
  <dcterms:created xsi:type="dcterms:W3CDTF">2013-10-07T13:04:08Z</dcterms:created>
  <dcterms:modified xsi:type="dcterms:W3CDTF">2013-12-12T10:28:45Z</dcterms:modified>
  <cp:contentStatus>test</cp:contentStatus>
</cp:coreProperties>
</file>