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E-atâta cânt…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597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12442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E-atâta cânt sub cerul necuprins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suflete, astăzi, soare s-a aprins;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îngeri mii înalţă slavă-n cor!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 minunată din cer lăsată!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Revarsă, azi, belşugul Tău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 divină dă-ne Tu în dar!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Pe-ai Tăi copii să-i binecuvântezi: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 Tăi să fie în veşnicie!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22860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Rămână-n veci ce Domnul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Avem Legea Lui, un scut adevărat!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Acelaşi ieri şi azi şi-n veşnicii,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iubeşte, El mântuieşte!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porţi de cer,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privim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spre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Orion,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unde răsare al iubirii Domn;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I-aşternem azi covor de inimi noi: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Salvarea noastră, Isus trăiască!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3964</TotalTime>
  <Words>142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781</cp:revision>
  <dcterms:created xsi:type="dcterms:W3CDTF">2013-10-07T13:04:08Z</dcterms:created>
  <dcterms:modified xsi:type="dcterms:W3CDTF">2013-12-12T12:04:17Z</dcterms:modified>
  <cp:contentStatus>test</cp:contentStatus>
</cp:coreProperties>
</file>