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Frumos e-al păcii </a:t>
            </a:r>
            <a:b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sfânt sălaş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585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12442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Frumos e-al păcii sfânt sălaş,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linişte deplină!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cer coboară armonii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raze de lumină!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12442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Aşa va fi şi mai frumos,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Cuvinte n-am a spune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Privind, la marea de cristal,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Sclipiri din altă lume…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12442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ziua scumpă de Sabat,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Dăm Tatălui mărire,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fie binecuvântat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slavă-n nemurire!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3903</TotalTime>
  <Words>82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765</cp:revision>
  <dcterms:created xsi:type="dcterms:W3CDTF">2013-10-07T13:04:08Z</dcterms:created>
  <dcterms:modified xsi:type="dcterms:W3CDTF">2013-12-12T11:40:26Z</dcterms:modified>
  <cp:contentStatus>test</cp:contentStatus>
</cp:coreProperties>
</file>