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veste bună pe înălţimi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 veste bună pe înălţimi: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Vine-n curând mult dorita zi!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Dar câţi vor fi dintre cei chemaţi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va veni?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Astăzi, alege pe Domnul: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E cea mai bună zi!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Şi vei avea loc la nunta Lui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va veni!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loc de spini, aur împletit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Are pe cap Cel Crucificat;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nor venind, El va fi privit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 şi Împărat!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Astăzi, alege pe Domnul: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E cea mai bună zi!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Şi vei avea loc la nunta Lui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va veni!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Al slavei fulger va lumina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răsărit până la apus;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ceruri Legea se va vedea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Sfântă, ca Isus!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Astăzi, alege pe Domnul: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E cea mai bună zi!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Şi vei avea loc la nunta Lui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va veni!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Domnul atunci va privi cu drag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 cei în albe veşminte stând;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Doar ei vor trece-al veciei prag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un nou pământ!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Astăzi, alege pe Domnul: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E cea mai bună zi!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Şi vei avea loc la nunta Lui</a:t>
            </a:r>
          </a:p>
          <a:p>
            <a:r>
              <a:rPr lang="it-IT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va veni!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3317</TotalTime>
  <Words>230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656</cp:revision>
  <dcterms:created xsi:type="dcterms:W3CDTF">2013-10-07T13:04:08Z</dcterms:created>
  <dcterms:modified xsi:type="dcterms:W3CDTF">2013-12-12T09:35:53Z</dcterms:modified>
  <cp:contentStatus>test</cp:contentStatus>
</cp:coreProperties>
</file>