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Şi la lucru, şi pe 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la lucru, şi pe cale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Despre Sion vesel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nicicând nu cânt mai vesel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în Sabatul sfânt!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Griji, dureri în Sabat zboară,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Mulţumesc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mă-mpresoară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credinţă cresc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faţa Ta o caut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credinţă orişicând,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îmi eşti atât de-aproape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Sabatul Tău cel sfânt!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Griji, dureri în Sabat zboară,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Mulţumesc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mă-mpresoară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credinţă cresc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Îngerii pot să mărească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cântări pe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ca despre har să cânte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nu pot, ci numai eu.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Griji, dureri în Sabat zboară,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Mulţumesc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mă-mpresoară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credinţă cresc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mult aş vrea să laud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Celui Preamărit,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spun oricărui suflet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odihna ce-am găsit…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Griji, dureri în Sabat zboară,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Mulţumesc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mă-mpresoară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credinţă cresc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3912</TotalTime>
  <Words>202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770</cp:revision>
  <dcterms:created xsi:type="dcterms:W3CDTF">2013-10-07T13:04:08Z</dcterms:created>
  <dcterms:modified xsi:type="dcterms:W3CDTF">2013-12-12T11:43:51Z</dcterms:modified>
  <cp:contentStatus>test</cp:contentStatus>
</cp:coreProperties>
</file>