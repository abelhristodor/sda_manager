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Apocalipsa (canon)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180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Apocalipsa, ceasul profetic,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Dangăt de clopot, fulgere în răsărit!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Dang, dang! Vine judecata!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3414</TotalTime>
  <Words>32</Words>
  <Application>Microsoft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677</cp:revision>
  <dcterms:created xsi:type="dcterms:W3CDTF">2013-10-07T13:04:08Z</dcterms:created>
  <dcterms:modified xsi:type="dcterms:W3CDTF">2013-12-12T09:52:36Z</dcterms:modified>
  <cp:contentStatus>test</cp:contentStatus>
</cp:coreProperties>
</file>