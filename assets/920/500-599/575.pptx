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Duh de iubire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575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Duh de iubire, pace şi lumină,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pietre vii clădeşte-Ţi templul Tău!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poţi lega, în dragoste deplină,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Inimi cu inimi pentru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Duh de unire, Duh de biruinţă,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slavă-n slavă Tu mereu ne porţi,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părtăşie dă-ne stăruinţă,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pentru unul, unul pentru toţi!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Leagă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-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strâns de-al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crucii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                                 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steag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sânge,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Mână în mână să-l putem purta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Şi, peste lumea care încă plânge,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ducem binecuvântarea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Un singur trup, o singură zidire,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aşteptăm la noi să vii curând;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revarsă ploaie de iubire,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coboară cerul pe pământ!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3827</TotalTime>
  <Words>147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751</cp:revision>
  <dcterms:created xsi:type="dcterms:W3CDTF">2013-10-07T13:04:08Z</dcterms:created>
  <dcterms:modified xsi:type="dcterms:W3CDTF">2013-12-12T11:24:46Z</dcterms:modified>
  <cp:contentStatus>test</cp:contentStatus>
</cp:coreProperties>
</file>