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0" r:id="rId3"/>
    <p:sldId id="271" r:id="rId4"/>
    <p:sldId id="272" r:id="rId5"/>
    <p:sldId id="273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Vreau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să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cânt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azi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b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un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imn</a:t>
            </a:r>
            <a:endParaRPr lang="fr-F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555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0"/>
            <a:ext cx="8382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Vreau să cânt azi un imn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espre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ţara de sus,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 cămin de noi toţi aşteptat!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Fericitul sălaş pregătit de Isus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Unde nu-i nici amar, nici oftat,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Azi îl cânt şi-l repet ne-ncetat: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Fericitul sălaş pregătit de Isus,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Unde nu-i nici amar, nici oftat…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555/920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0"/>
            <a:ext cx="8382000" cy="62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Ca prin vis doar zăresc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U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oraş uimitor,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Între ziduri de iaspis curat;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pământul cel nou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M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gândesc şi mi-e dor,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Ah, mi-e dor de-acel loc minunat,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oraşul cel fără păcat…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pământul cel nou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M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 gândesc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mi-e dor,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Ah, mi-e dor de-acel loc minunat!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555/920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0"/>
            <a:ext cx="8382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Ce frumos şi măreţ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F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i-va-n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ţara de sus,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Unde lacrimi de dor nu mai sunt…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Fericiţii acolo ’nălţaţi de Isus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Vor trăi ce-au crezut pe pământ,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Cetăţeni ai oraşului sfânt…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Fericiţii acolo ’nălţaţi de Isus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Vor trăi ce-au crezut pe pământ.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555/920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0"/>
            <a:ext cx="8382000" cy="62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Tot ce ochi omenesc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N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icăieri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n-a zărit,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Nici prin mintea cuiva n-a trecut,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Le va da Dumnezeu</a:t>
            </a:r>
            <a:r>
              <a:rPr lang="en-US" altLang="ro-RO" sz="4000" dirty="0" smtClean="0">
                <a:solidFill>
                  <a:schemeClr val="bg1"/>
                </a:solidFill>
                <a:latin typeface="Georgia" pitchFamily="18" charset="0"/>
              </a:rPr>
              <a:t>	</a:t>
            </a: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elor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L-au iubit,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Au răbdat, au sperat şi-au crezut,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prieteni cu El s-au făcut…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Le va da Dumnezeu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elor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L-au iubit,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Au răbdat, au sperat şi-au crezut.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555/920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3634</TotalTime>
  <Words>210</Words>
  <Application>Microsoft PowerPoint</Application>
  <PresentationFormat>On-screen Show (4:3)</PresentationFormat>
  <Paragraphs>46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724</cp:revision>
  <dcterms:created xsi:type="dcterms:W3CDTF">2013-10-07T13:04:08Z</dcterms:created>
  <dcterms:modified xsi:type="dcterms:W3CDTF">2013-12-12T10:50:01Z</dcterms:modified>
  <cp:contentStatus>test</cp:contentStatus>
</cp:coreProperties>
</file>