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ce bucurie!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smtClean="0">
                <a:solidFill>
                  <a:srgbClr val="FFDD4B"/>
                </a:solidFill>
                <a:latin typeface="Georgia" pitchFamily="18" charset="0"/>
              </a:rPr>
              <a:t>Imnul 584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12442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ce bucurie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simţim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Liberi de-orice grijă,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servim!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întreg cuprinsul,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cântând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Preamărim pe Domnul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Sabatul Său!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12442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 ştim că oriunde-s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dunaţi doi-trei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făgăduinţa: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e-ntre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Steaua cea din Iacov,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Soare-al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 şi-al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răsare astăzi,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Sabatul Său!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12442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puteri divine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 ca să-ntărească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e-orice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credincios.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ce se-adună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a-L proslăvi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ca să sfinţească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şaptea 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12442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zi frumoasă!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şi liber,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rog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în zi de Sabat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oţi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adunări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Cerem de la Domnul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inecuvântări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12442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cântări în coruri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prin uşa milei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ăutaţi smeriţi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 în cer în chivot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crisă-i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Sa;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de-auzi porunca,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întârzia!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3905</TotalTime>
  <Words>207</Words>
  <Application>Microsoft PowerPoint</Application>
  <PresentationFormat>On-screen Show (4:3)</PresentationFormat>
  <Paragraphs>51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765</cp:revision>
  <dcterms:created xsi:type="dcterms:W3CDTF">2013-10-07T13:04:08Z</dcterms:created>
  <dcterms:modified xsi:type="dcterms:W3CDTF">2013-12-12T11:39:35Z</dcterms:modified>
  <cp:contentStatus>test</cp:contentStatus>
</cp:coreProperties>
</file>