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7" r:id="rId2"/>
    <p:sldId id="270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Sculaţi, Domnul nostru vine! (canon)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Sculaţi, Domnul nostru vine,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Săltaţi, dealuri şi coline!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Frumoasă-i speranţa noastră,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cer fruntea ridicăm!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3313</TotalTime>
  <Words>38</Words>
  <Application>Microsoft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655</cp:revision>
  <dcterms:created xsi:type="dcterms:W3CDTF">2013-10-07T13:04:08Z</dcterms:created>
  <dcterms:modified xsi:type="dcterms:W3CDTF">2013-12-12T09:34:48Z</dcterms:modified>
  <cp:contentStatus>test</cp:contentStatus>
</cp:coreProperties>
</file>