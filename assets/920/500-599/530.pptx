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Fraţilor, vedeţi semnalul?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Fraţilor, vedeţi semnalul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veşnicii?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soseşte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ajutorul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birui!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„Nu cedaţi, Eu vin curând!”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ne-ndeamnă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cu ochii către cer: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sta prin al Său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-76200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Mari ispite ne atrag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partea celui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vitejii ştiu să lupte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„Nu cedaţi, Eu vin curând!”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ne-ndeamnă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cu ochii către cer: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sta prin al Său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-76200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 steagul! Sună goarna! Haideţi, bravi ostaşi!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Hristos străpungem oastea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arelui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vrăjmaş!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„Nu cedaţi, Eu vin curând!”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ne-ndeamnă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cu ochii către cer: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sta prin al Său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-76200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Greu şi lung mai e războiul,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va sfârşi;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vine-al nostru Domn,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vom birui!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„Nu cedaţi, Eu vin curând!”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ne-ndeamnă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cu ochii către cer: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sta prin al Său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3464</TotalTime>
  <Words>173</Words>
  <Application>Microsoft PowerPoint</Application>
  <PresentationFormat>On-screen Show (4:3)</PresentationFormat>
  <Paragraphs>44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690</cp:revision>
  <dcterms:created xsi:type="dcterms:W3CDTF">2013-10-07T13:04:08Z</dcterms:created>
  <dcterms:modified xsi:type="dcterms:W3CDTF">2013-12-12T10:15:22Z</dcterms:modified>
  <cp:contentStatus>test</cp:contentStatus>
</cp:coreProperties>
</file>