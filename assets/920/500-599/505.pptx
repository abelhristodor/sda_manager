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Ascultaţi veste bună, popoare!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Ascultaţi veste bună, popoare,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Tresăltaţi, că zorii răsar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nu-i altă veste mai mare,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(:Mai plină de-atâta har!:)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Iată, noaptea se destramă,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Soarele e-n răsărit;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Se-arată-al păcii Împărat,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Cântaţi-I de bun venit!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Să cântăm împreună, popoare,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curând Isus va veni,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Atunci ura-n veci va dispare	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(:Şi dragostea va domni.:) 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Iată, noaptea se destramă,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Soarele e-n răsărit;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Se-arată-al păcii Împărat,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Cântaţi-I de bun venit!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Ascultaţi veste bună, popoare,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Dumnezeu e-al vostru-Mpărat;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Primiţi-L, întreaga suflare,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(:Căci El ne-a răscumpărat!:)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Iată, noaptea se destramă,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Soarele e-n răsărit;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Se-arată-al păcii Împărat,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Cântaţi-I de bun venit!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3295</TotalTime>
  <Words>130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654</cp:revision>
  <dcterms:created xsi:type="dcterms:W3CDTF">2013-10-07T13:04:08Z</dcterms:created>
  <dcterms:modified xsi:type="dcterms:W3CDTF">2013-12-12T09:34:30Z</dcterms:modified>
  <cp:contentStatus>test</cp:contentStatus>
</cp:coreProperties>
</file>