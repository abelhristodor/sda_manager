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Dor nestins de apă vie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552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Dor nestins de apă vie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 cerul necuprins,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adânc de veşnicie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aripa Lui m-a prins.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Adieri din pomul vieţii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 de stele mi-au adus,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 de pacea dimineţii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 glasul Tău, Isus…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Tot pe drumuri fără stele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Pasul meu trudit m-a dus;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Rătăcesc şi azi prin ele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mi-e dor să vii, Isus…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Braţul Tău divin întinde-mi,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Umbrele în jur când cresc;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Farul crucii mi-l aprinde,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 în noapte să găsesc…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Lângă poarta de lumină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aştept, Isuse-acum,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 de dor mi-e plină,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Pasul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obosit de drum;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Iartă-mi rătăcirea toată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pustiul de păcat;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mă duci la Tine, Tată,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Edenul minunat!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3588</TotalTime>
  <Words>153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719</cp:revision>
  <dcterms:created xsi:type="dcterms:W3CDTF">2013-10-07T13:04:08Z</dcterms:created>
  <dcterms:modified xsi:type="dcterms:W3CDTF">2013-12-12T10:45:52Z</dcterms:modified>
  <cp:contentStatus>test</cp:contentStatus>
</cp:coreProperties>
</file>