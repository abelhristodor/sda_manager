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Merg spre casă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564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0"/>
            <a:ext cx="8839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Merg spre casă, m-aşteaptă Tatăl,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o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noapte,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noapte am de plâns…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grea cărarea, dar nu îmi pasă,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Atât mi-e gândul, s-ajung acasă…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Merg spre casă, m-aşteaptă Tatăl,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o noapte,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noapte am de plâns.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0"/>
            <a:ext cx="8839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Lângă Tatăl, în ţara păcii,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de mult, de mult cu inima ajuns;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Destule patimi, destulă teamă,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rătăcire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mă cheamă.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Tatăl, în ţara păcii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de mult, de mult cu inima ajuns.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0"/>
            <a:ext cx="8839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 e soare în ţara sfântă,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Tatăl meu e pentru veci lumina ei;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Nu-i suferinţă şi nu-i nici moarte,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bine-acasă şi nu-i departe…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e soare în ţara sfântă,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Tatăl meu e pentru veci lumina ei.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0"/>
            <a:ext cx="8839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Merg spre casă, ce bucurie!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aşteaptă Tatăl meu cel iubitor.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ce pustie e-această lume,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am în ceruri comori mai bune!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Merg spre casă, ce bucurie!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aşteaptă Tatăl meu cel iubitor!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3742</TotalTime>
  <Words>215</Words>
  <Application>Microsoft PowerPoint</Application>
  <PresentationFormat>On-screen Show (4:3)</PresentationFormat>
  <Paragraphs>36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734</cp:revision>
  <dcterms:created xsi:type="dcterms:W3CDTF">2013-10-07T13:04:08Z</dcterms:created>
  <dcterms:modified xsi:type="dcterms:W3CDTF">2013-12-12T11:07:05Z</dcterms:modified>
  <cp:contentStatus>test</cp:contentStatus>
</cp:coreProperties>
</file>