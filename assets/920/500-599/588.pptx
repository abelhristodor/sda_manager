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nou Sabat</a:t>
            </a:r>
          </a:p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12442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nou Sabat, zi de pace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Isus în odihna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toate se-mplinesc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ând 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ziua Lui, odihna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da! Aleluia,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3908</TotalTime>
  <Words>57</Words>
  <Application>Microsoft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769</cp:revision>
  <dcterms:created xsi:type="dcterms:W3CDTF">2013-10-07T13:04:08Z</dcterms:created>
  <dcterms:modified xsi:type="dcterms:W3CDTF">2013-12-12T11:42:13Z</dcterms:modified>
  <cp:contentStatus>test</cp:contentStatus>
</cp:coreProperties>
</file>