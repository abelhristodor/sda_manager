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Isus, Domnul vieţii, revine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536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Isus, Domnul vieţii, revine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haină de judecător,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rosti o sentinţă de bine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Sau doar un cuvânt arzător?…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Pregătit azi grânarul aşteaptă,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 în păcat zăbovim?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va fi judecata Lui dreaptă,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 târziu să ne mai pregătim!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De-ai slujit pe Isus, El va spune: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„Ai fost robul bun, credincios!”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nespus de cumplit o să sune: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„În foc cu-acest rob ticălos!”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Pregătit azi grânarul aşteaptă,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 în păcat zăbovim?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va fi judecata Lui dreaptă,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 târziu să ne mai pregătim!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Celor sfinţi, împărţind haine albe,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bucuros va zâmbi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din piept osanale, ca salve,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Deodată spre El vor porni!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Pregătit azi grânarul aşteaptă,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 în păcat zăbovim?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va fi judecata Lui dreaptă,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 târziu să ne mai pregătim!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Poate-n somn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aşteptarea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ni-e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vasul răbdării e plin?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Isus ne invită la nuntă,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Ulei să nu fie puţin!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Pregătit azi grânarul aşteaptă,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 în păcat zăbovim?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va fi judecata Lui dreaptă,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 târziu să ne mai pregătim!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3563</TotalTime>
  <Words>247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714</cp:revision>
  <dcterms:created xsi:type="dcterms:W3CDTF">2013-10-07T13:04:08Z</dcterms:created>
  <dcterms:modified xsi:type="dcterms:W3CDTF">2013-12-12T10:24:10Z</dcterms:modified>
  <cp:contentStatus>test</cp:contentStatus>
</cp:coreProperties>
</file>