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Iubesc poporul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10668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Iubesc poporul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sfânt şi-adevărat!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Acesta e poporul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9906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Iubesc locaşul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Zidit din pietre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Acesta e căminul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voi trăi!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60960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Eu, pentru el, am strâns,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şi cântări,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Atâta dor şi-atâta plâns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binecuvântări!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7620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 frumoasa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Te voi revedea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din Sion va străluci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Împărăţia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3744</TotalTime>
  <Words>100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735</cp:revision>
  <dcterms:created xsi:type="dcterms:W3CDTF">2013-10-07T13:04:08Z</dcterms:created>
  <dcterms:modified xsi:type="dcterms:W3CDTF">2013-12-12T11:07:45Z</dcterms:modified>
  <cp:contentStatus>test</cp:contentStatus>
</cp:coreProperties>
</file>