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Acum se spune orişicui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se spune orişicui,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celui ce nu vrea să-i spui,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Domnul vine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ceruri de la Tatăl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Se coboară pe alb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drept suprem Judecător!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tot ochiu-L va vedea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Şi-orice defaimă va-nceta.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e timpul harului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se mai iartă orişicui,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timpul când s-o fi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 de cel nepocăit!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cei drepţi abia se ţin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Judelui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păcătoşi unde-or fugi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 mâniei Sale zi?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Oriunde-aş fi, orice-aş grăi,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Ajută-mi voia-Ţi a-mplini,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Tu, iubit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poţi fi blând Judecător!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3569</TotalTime>
  <Words>147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714</cp:revision>
  <dcterms:created xsi:type="dcterms:W3CDTF">2013-10-07T13:04:08Z</dcterms:created>
  <dcterms:modified xsi:type="dcterms:W3CDTF">2013-12-12T10:24:57Z</dcterms:modified>
  <cp:contentStatus>test</cp:contentStatus>
</cp:coreProperties>
</file>