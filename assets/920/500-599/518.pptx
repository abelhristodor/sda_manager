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Deşi nu ştim când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09800" y="0"/>
            <a:ext cx="69342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Deşi nu ştim când,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ce ceas Hristos vine,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Dar tot ştim atât: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sunt semne mulţime,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Vestind pe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Arătarea-n ’nălţime;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ce ceas, nu ştim când!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04800"/>
            <a:ext cx="91440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Va veni, privegheaţi deci în rugă,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Va veni,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Aleluia,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Aleluia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pe nor,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Îmbrăcat în mărire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ce ceas, nu ştim când!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09800" y="0"/>
            <a:ext cx="69342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Lumina-a ieşit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Şi-nţeleptu-o găseşte,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Stătea prorocit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Tot ce azi se vesteşte,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totu-i sfârşit,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Deci, ce-alegi, hotărăşte,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nu-i timp de gândit!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0010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Va veni, privegheaţi deci în rugă,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Va veni,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Aleluia,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Aleluia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pe nor,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Îmbrăcat în mărire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ce ceas, nu ştim când!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09800" y="0"/>
            <a:ext cx="69342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În rugă vegheaţi,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Ţineţi candela plină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grabnic lucraţi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mai este lumină!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Mult n-o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s-aşteptaţi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Isus stă să vină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Privegheaţi, vă rugaţi!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3414</TotalTime>
  <Words>191</Words>
  <Application>Microsoft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677</cp:revision>
  <dcterms:created xsi:type="dcterms:W3CDTF">2013-10-07T13:04:08Z</dcterms:created>
  <dcterms:modified xsi:type="dcterms:W3CDTF">2013-12-12T09:52:23Z</dcterms:modified>
  <cp:contentStatus>test</cp:contentStatus>
</cp:coreProperties>
</file>