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Paradis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Paradis, Dumnezeul iubirii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dăruit un Sabat minunat;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l-a sfinţit şi l-a dat omenirii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altar peste veacuri ’nălţat.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preamărim, Dumnezeule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Tu-mplineşti ale noastre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printre nori, ca o rază de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de Sabat cobori lângă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Purtând din zori gingăşie de floare,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şi tăria înalţilor munţi,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semn etern de curată-nchinare,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Sabatul sfânt vrem 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scriem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frunţi.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preamărim, Dumnezeule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Tu-mplineşti ale noastre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printre nori, ca o rază de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de Sabat cobori lângă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nu cedăm închinării păgâne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stricăm Legea Celui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Căci, pentru veci, ziua-a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şaptea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rămâne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de-nchinat şi pe noul pământ.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preamărim, Dumnezeule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Tu-mplineşti ale noastre nevoi;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printre nori, ca o rază de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de Sabat cobori lângă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3958</TotalTime>
  <Words>191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777</cp:revision>
  <dcterms:created xsi:type="dcterms:W3CDTF">2013-10-07T13:04:08Z</dcterms:created>
  <dcterms:modified xsi:type="dcterms:W3CDTF">2013-12-12T11:59:53Z</dcterms:modified>
  <cp:contentStatus>test</cp:contentStatus>
</cp:coreProperties>
</file>