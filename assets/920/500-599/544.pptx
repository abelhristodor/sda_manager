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Glas de slavă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544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Glas de slavă, glas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preamărire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Celui care ne-a’nviat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la El, în strălucire,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morminte ne-a chemat!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zi uimitoare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îngeri şi pentru toţi cei vii!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Sărbătoare mare: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toţi cei dragi vom întâlni!…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Îmbrăcaţi în sfântă nemurire,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ceruri, fericiţi, suim,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nu-i nicio mâhnire,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vreo urmă de suspin!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zi uimitoare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îngeri şi pentru toţi cei vii!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Sărbătoare mare: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toţi cei dragi vom întâlni!…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a noastră viaţă trecătoare,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Ţinem minte numai bucurii…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ce-i greu şi tot ce doare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 pierit în veşnicii!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zi uimitoare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îngeri şi pentru toţi cei vii!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Sărbătoare mare: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toţi cei dragi vom întâlni!…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Poarta slavei, iată, se deschide,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Răsplătind credinţa tuturor!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în braţe, ne cuprinde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Scumpul nostru Salvator!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zi uimitoare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îngeri şi pentru toţi cei vii!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Sărbătoare mare: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toţi cei dragi vom întâlni!…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3481</TotalTime>
  <Words>222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696</cp:revision>
  <dcterms:created xsi:type="dcterms:W3CDTF">2013-10-07T13:04:08Z</dcterms:created>
  <dcterms:modified xsi:type="dcterms:W3CDTF">2013-12-12T10:35:09Z</dcterms:modified>
  <cp:contentStatus>test</cp:contentStatus>
</cp:coreProperties>
</file>