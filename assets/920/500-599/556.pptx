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Mii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îngeri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vestitori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Mii de îngeri vestitori,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Mii de îngeri vestitori,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Fericiţi, către cer se-avântă-n zbor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Mii de îngeri vestitori.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Într-un nou Ierusalim,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Într-un nou Ierusalim,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Heruvimii anunţă că sosim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Într-un nou Ierusalim.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Orice om e aşteptat,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om e aşteptat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iubitul şi marele-Mpărat,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om e aşteptat.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Către ceruri am pornit,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ceruri am pornit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vedem pe al nostru Miel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ceruri am pornit.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tronul Său vom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tronul Său vom 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domnind cu Isus în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tronul Său vom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Mântuiţi prin harul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Mântuiţi prin harul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scăpa pentru veci de orice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Mântuiţi prin harul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3635</TotalTime>
  <Words>168</Words>
  <Application>Microsoft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724</cp:revision>
  <dcterms:created xsi:type="dcterms:W3CDTF">2013-10-07T13:04:08Z</dcterms:created>
  <dcterms:modified xsi:type="dcterms:W3CDTF">2013-12-12T10:51:01Z</dcterms:modified>
  <cp:contentStatus>test</cp:contentStatus>
</cp:coreProperties>
</file>