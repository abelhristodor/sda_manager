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Priveşte la Domnul!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543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Priveşte la Domnul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nu dispera,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El ştie durerea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in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inima ta!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El simte azi cu tine…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Noi plângem cu cei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suspină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plâng;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rugă şi mâinile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oastre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strâng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suntem lângă tine!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Domnul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frică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defel: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treci suferinţa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sprijină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braţele-I divine!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Se scrie în cer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oată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lacrima ta.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Tu n-ai să treci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singur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ora cea grea: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Isus e lângă tine.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3481</TotalTime>
  <Words>121</Words>
  <Application>Microsoft PowerPoint</Application>
  <PresentationFormat>On-screen Show (4:3)</PresentationFormat>
  <Paragraphs>30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695</cp:revision>
  <dcterms:created xsi:type="dcterms:W3CDTF">2013-10-07T13:04:08Z</dcterms:created>
  <dcterms:modified xsi:type="dcterms:W3CDTF">2013-12-12T10:33:53Z</dcterms:modified>
  <cp:contentStatus>test</cp:contentStatus>
</cp:coreProperties>
</file>