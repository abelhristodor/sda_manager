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0" r:id="rId3"/>
    <p:sldId id="271" r:id="rId4"/>
    <p:sldId id="272" r:id="rId5"/>
    <p:sldId id="273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Privesc</a:t>
            </a: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cu</a:t>
            </a: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dor</a:t>
            </a: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b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spre</a:t>
            </a: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 Canaan</a:t>
            </a:r>
            <a:endParaRPr lang="vi-VN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561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0"/>
            <a:ext cx="8001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Privesc cu dor spre Canaan,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 ţara cea de vis;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Acolo-n zări, peste Iordan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locul cel promis!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 </a:t>
            </a: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Gândul meu zboară ne-ncetat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Spre-acel cămin binecuvântat,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voi ajunge la liman,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doritul Canaan!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561/920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0"/>
            <a:ext cx="8001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Isus, măritul Împărat,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Aşteaptă cu mult dor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Poporul Său răscumpărat	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sânge salvator. 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 </a:t>
            </a: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Gândul meu zboară ne-ncetat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Spre-acel cămin binecuvântat,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voi ajunge la liman,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doritul Canaan!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561/920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0"/>
            <a:ext cx="8001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Lumina slavei curge blând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cele patru zări;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Cetatea, muntele cel sfânt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Zâmbesc în depărtări… 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 </a:t>
            </a: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Gândul meu zboară ne-ncetat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Spre-acel cămin binecuvântat,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voi ajunge la liman,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doritul Canaan!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561/920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0"/>
            <a:ext cx="8001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În ţara păcii nu-s dureri,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Nici moarte, nici suspin;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 ni-e viaţă şi puteri</a:t>
            </a:r>
          </a:p>
          <a:p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În veşnicul cămin. 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 </a:t>
            </a: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Gândul meu zboară ne-ncetat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Spre-acel cămin binecuvântat,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voi ajunge la liman,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doritul Canaan!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561/920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3734</TotalTime>
  <Words>102</Words>
  <Application>Microsoft PowerPoint</Application>
  <PresentationFormat>On-screen Show (4:3)</PresentationFormat>
  <Paragraphs>46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730</cp:revision>
  <dcterms:created xsi:type="dcterms:W3CDTF">2013-10-07T13:04:08Z</dcterms:created>
  <dcterms:modified xsi:type="dcterms:W3CDTF">2013-12-12T11:03:10Z</dcterms:modified>
  <cp:contentStatus>test</cp:contentStatus>
</cp:coreProperties>
</file>