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Eşti tu creştin adevărat?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534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Eşti tu creştin adevărat,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cu iubire-nveşmântat?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Ştii că Isus te-a căutat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 te-a găsit şi te-a salvat?:)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Eşti tu creştin curat mereu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Ascultător de Dumnezeu?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Trăieşti aşa precum s-a spus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(:Ca un copil al lui Isus?:)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Te-ai întrebat şi poţi să spui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eşti şi tu urmaşul Lui?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Că, mântuit, poţi merge-acum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(:Cu Domnul pe-al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dreptăţii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?:)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deci lumină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copil al Celui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Te-mbracă-n harul cel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(:Ca-ntr’adevăr să fii creştin!:)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3550</TotalTime>
  <Words>125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711</cp:revision>
  <dcterms:created xsi:type="dcterms:W3CDTF">2013-10-07T13:04:08Z</dcterms:created>
  <dcterms:modified xsi:type="dcterms:W3CDTF">2013-12-12T10:22:10Z</dcterms:modified>
  <cp:contentStatus>test</cp:contentStatus>
</cp:coreProperties>
</file>