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	În ziua-a şaptea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ne-adunăm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582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ziua-a şaptea ne-adunăm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cercetăm Cuvântul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Şi-al nostru gând să-l înălţăm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Cel ce-a-ntins pământul!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Căci astfel vrea şi Domnul: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purtăm ca sfinţii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noi şi chiar tot omul,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Dând fructele credinţei.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Şi-n ruga noastră-I mulţumim,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grai şi prin cântare,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toate cele ce primim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binecuvântare!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Căci astfel vrea şi Domnul: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purtăm ca sfinţii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noi şi chiar tot omul,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Dând fructele credinţei.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dacă-un rău am fi adus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Aproapelui vreodată,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soarele nici n-a apus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şi-mpăcăm pe dată!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Căci astfel vrea şi Domnul: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 purtăm ca sfinţii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noi şi chiar tot omul,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Dând fructele credinţei.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3869</TotalTime>
  <Words>147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759</cp:revision>
  <dcterms:created xsi:type="dcterms:W3CDTF">2013-10-07T13:04:08Z</dcterms:created>
  <dcterms:modified xsi:type="dcterms:W3CDTF">2013-12-12T11:35:07Z</dcterms:modified>
  <cp:contentStatus>test</cp:contentStatus>
</cp:coreProperties>
</file>