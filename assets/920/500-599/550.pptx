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Ierusalim, oraş slăvit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550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60960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Ierusalim, oraş slăvit,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mult eu te iubesc!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tine-n gând adorm ades’,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 mă trezesc…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572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Văd zidurile tale mari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porţi din pietre vii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străzi de aur preacurat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Săpate-n veşnicii.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572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ochi de om n-a mai văzut,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inimi n-au gândit,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e locul nostru,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Domnul pregătit.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53340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rog, puteri,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harul Tău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spre-a’ Tale răsplătiri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ţintă să privesc!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3526</TotalTime>
  <Words>119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705</cp:revision>
  <dcterms:created xsi:type="dcterms:W3CDTF">2013-10-07T13:04:08Z</dcterms:created>
  <dcterms:modified xsi:type="dcterms:W3CDTF">2013-12-12T10:44:27Z</dcterms:modified>
  <cp:contentStatus>test</cp:contentStatus>
</cp:coreProperties>
</file>