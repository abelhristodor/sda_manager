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Suntem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una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-n </a:t>
            </a:r>
            <a:b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iubirea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Lui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570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457200"/>
            <a:ext cx="8534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Suntem una-n iubirea 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puterea iubirii Lui;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Inimi lângă inimi,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Duhul Sfânt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Suntem una-n iubirea 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838200"/>
            <a:ext cx="8382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Suntem una-n slujirea Lui,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slujirea chemării Lui;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Mână-n mână, ducem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Vestea bună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Suntem una-n slujirea 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Suntem una-n nădejdea 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nădejdea venirii Lui;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spre Domnul ochii noştri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aţintiţi,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Suntem una-n nădejdea 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3768</TotalTime>
  <Words>94</Words>
  <Application>Microsoft PowerPoint</Application>
  <PresentationFormat>On-screen Show (4:3)</PresentationFormat>
  <Paragraphs>23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742</cp:revision>
  <dcterms:created xsi:type="dcterms:W3CDTF">2013-10-07T13:04:08Z</dcterms:created>
  <dcterms:modified xsi:type="dcterms:W3CDTF">2013-12-12T11:19:01Z</dcterms:modified>
  <cp:contentStatus>test</cp:contentStatus>
</cp:coreProperties>
</file>