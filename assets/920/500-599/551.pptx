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70" r:id="rId3"/>
    <p:sldId id="271" r:id="rId4"/>
    <p:sldId id="272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12/12/2013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12/12/2013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M-a cuprins un dor </a:t>
            </a:r>
            <a:b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de casă</a:t>
            </a:r>
            <a:endParaRPr lang="it-IT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551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14400" y="0"/>
            <a:ext cx="82296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M-a cuprins un dor de casă,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Dor de patria de sus…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Inima-mi se simte-atrasă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 iubirea lui Isus!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Fericire mult visată,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Cum să-ncapi în bietu-mi piept,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Când voi moşteni odată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Mult mai mult decât aştept?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551/920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14400" y="0"/>
            <a:ext cx="82296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Lumea cu-ale ei ispite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Nu mă poate ţine-n loc,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Căci spre cer îmi stau ţintite,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Dor aprins, priviri de foc!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O, nespusă bucurie,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Trai măreţ, de nedescris,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Când Isus va fi să vie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mărire cum a zis!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551/920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14400" y="0"/>
            <a:ext cx="82296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Azi, când inima-mi suspină,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Doru-mi zboară mângâios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Către ţara de lumină,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Ţara păcii lui Hristos…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Şi-nfrunt orice suferinţă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Amintindu-mi de-un cuvânt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Din a Lui făgăduinţă: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„Iată, zice, vin curând!”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551/920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3582</TotalTime>
  <Words>150</Words>
  <Application>Microsoft PowerPoint</Application>
  <PresentationFormat>On-screen Show (4:3)</PresentationFormat>
  <Paragraphs>32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717</cp:revision>
  <dcterms:created xsi:type="dcterms:W3CDTF">2013-10-07T13:04:08Z</dcterms:created>
  <dcterms:modified xsi:type="dcterms:W3CDTF">2013-12-12T10:45:11Z</dcterms:modified>
  <cp:contentStatus>test</cp:contentStatus>
</cp:coreProperties>
</file>