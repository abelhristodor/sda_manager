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Printre nori de osanale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Printre nori de osanale,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râuri de lumini,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de imnuri triumfale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heamă-acas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 pe cei străini.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Valea morţii se-nsenină,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Z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cer au răsărit,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Durerea s-a sfârşit…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(:Glorie, glorie, Aleluia!:)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Glorie, glorie,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Durerea s-a sfârşit…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cei ce-n val de patimi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devărul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l-au păstrat,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cei ce, printre lacrimi,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L-au aşteptat,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Porţi de aur, porţi de slavă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deschid spre veşnicii!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minunată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(:Glorie, glorie, Aleluia!:)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Glorie, glorie,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minunată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este Cel ce-aşază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asa-n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la toţi cei buni,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este Cel ce pune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fruntea lor cununi!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cu nume de iubire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iecare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strigat,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(:Glorie, glorie, Aleluia!:)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Glorie, glorie,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Dinspre lumile măririi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sanale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şi 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stelele iubire,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entru-a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 frumos deplin,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mântuirii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revarsă-n infinit!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fie mărit!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(:Glorie, glorie, Aleluia!:)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Glorie, glorie, Aleluia!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fie 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3289</TotalTime>
  <Words>165</Words>
  <Application>Microsoft PowerPoint</Application>
  <PresentationFormat>On-screen Show (4:3)</PresentationFormat>
  <Paragraphs>47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650</cp:revision>
  <dcterms:created xsi:type="dcterms:W3CDTF">2013-10-07T13:04:08Z</dcterms:created>
  <dcterms:modified xsi:type="dcterms:W3CDTF">2013-12-12T09:27:30Z</dcterms:modified>
  <cp:contentStatus>test</cp:contentStatus>
</cp:coreProperties>
</file>