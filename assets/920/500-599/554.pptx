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sfânt oraş!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oraş de slavă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Ierusalim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 cu sufletul senin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să te privesc!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străzi de aur să păşesc,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Nespus de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meu să mă-ntâlnesc,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Cel ce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fiecare-a şaptea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Lui să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cei sfinţi în veşnicii,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Mereu să mă închin!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3602</TotalTime>
  <Words>89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720</cp:revision>
  <dcterms:created xsi:type="dcterms:W3CDTF">2013-10-07T13:04:08Z</dcterms:created>
  <dcterms:modified xsi:type="dcterms:W3CDTF">2013-12-12T10:47:37Z</dcterms:modified>
  <cp:contentStatus>test</cp:contentStatus>
</cp:coreProperties>
</file>