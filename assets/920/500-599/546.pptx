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70" r:id="rId3"/>
    <p:sldId id="271" r:id="rId4"/>
    <p:sldId id="272" r:id="rId5"/>
    <p:sldId id="273" r:id="rId6"/>
    <p:sldId id="274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Las’ să merg!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546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0"/>
            <a:ext cx="81534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Las’ să merg, las’ să merg,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Isus doresc să-L văd,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Cuvântul Său curat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Sufletul mi-e însetat,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(:Lângă tronu-I vreau să şed!:)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546/920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0"/>
            <a:ext cx="81534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 frumos, ce frumos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în ţara lui Hristos!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Aripi, aripi de-aş avea,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Peste zări tot aş zbura,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(:Pân’ la tronu-I maiestuos!:)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546/920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0"/>
            <a:ext cx="81534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Cum va fi, cum va fi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Colo sus când voi sosi,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oraşul cel de aur,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 lui Dumnezeu tezaur,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(:Unde-n veci voi locui?:)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546/920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0"/>
            <a:ext cx="81534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Paradis, Paradis,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Porţile tu mi-ai deschis!…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splendoare e în tine,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Cine poate spune, cine?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(:Doamne, parcă e un vis!:)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546/920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0"/>
            <a:ext cx="81534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Soare sfânt, Soare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străbaţi întreg pământ,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Ochiul Tu mi l-ai deschis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văd ce mi-ai promis;</a:t>
            </a:r>
          </a:p>
          <a:p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(:Veşnic numai Ţie-Ţi cânt!:)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546/920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3486</TotalTime>
  <Words>186</Words>
  <Application>Microsoft PowerPoint</Application>
  <PresentationFormat>On-screen Show (4:3)</PresentationFormat>
  <Paragraphs>37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697</cp:revision>
  <dcterms:created xsi:type="dcterms:W3CDTF">2013-10-07T13:04:08Z</dcterms:created>
  <dcterms:modified xsi:type="dcterms:W3CDTF">2013-12-12T10:36:57Z</dcterms:modified>
  <cp:contentStatus>test</cp:contentStatus>
</cp:coreProperties>
</file>