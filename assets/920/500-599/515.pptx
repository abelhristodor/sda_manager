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Ziua cea mare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e-aşa de aproape!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515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Ziua cea mare e-aşa de aproape,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Cum poţi să dormi, moştenitor ceresc?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Scoală îndată, armura ţi-o pune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ieşi să-ntâmpini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cortegiu-mpărătesc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Fiu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al luminii, de ce să mai pregeţi?</a:t>
            </a:r>
          </a:p>
          <a:p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O, </a:t>
            </a:r>
            <a:r>
              <a:rPr lang="fr-FR" altLang="ro-RO" sz="3800" dirty="0" err="1" smtClean="0">
                <a:solidFill>
                  <a:schemeClr val="bg1"/>
                </a:solidFill>
                <a:latin typeface="Georgia" pitchFamily="18" charset="0"/>
              </a:rPr>
              <a:t>cât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 te-</a:t>
            </a:r>
            <a:r>
              <a:rPr lang="fr-FR" altLang="ro-RO" sz="3800" dirty="0" err="1" smtClean="0">
                <a:solidFill>
                  <a:schemeClr val="bg1"/>
                </a:solidFill>
                <a:latin typeface="Georgia" pitchFamily="18" charset="0"/>
              </a:rPr>
              <a:t>mbie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divinul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Isus!</a:t>
            </a:r>
          </a:p>
          <a:p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Deci scoală grabnic, căci Mirele vine</a:t>
            </a:r>
          </a:p>
          <a:p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Înconjurat de oştirile de sus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Vezi cum suspină o lume pierdută,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Geme de teama de ce va urma…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I-auzi, se-aude al cerului vuiet,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Grăbeşte, vino, şi nu întârzia!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Fugi de dorinţele lumii deşarte,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Toate vor trece luate de vânt!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Vezi, nu lăsa veşnicia să-ţi scape,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Învinge tot ce te leagă de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Numai spre Domnul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ăstrează-ţi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privirea,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Zilnic aşteaptă-L pe Cel Înviat!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Vezi cum se-aprinde lumina pe dealuri,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Încă puţin şi vei fi eliberat!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3385</TotalTime>
  <Words>177</Words>
  <Application>Microsoft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672</cp:revision>
  <dcterms:created xsi:type="dcterms:W3CDTF">2013-10-07T13:04:08Z</dcterms:created>
  <dcterms:modified xsi:type="dcterms:W3CDTF">2013-12-12T09:45:52Z</dcterms:modified>
  <cp:contentStatus>test</cp:contentStatus>
</cp:coreProperties>
</file>