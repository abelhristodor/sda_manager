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0" r:id="rId3"/>
    <p:sldId id="271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Şoapta vremii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Şoapta vremii, dinspre cer,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speranţă şi viaţă la noi se coboară,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 vesteşte tuturor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în slava promisă Isus vine iară!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Maranatha, suntem gata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ieşim a-L întâmpina!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ziua minunată,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Domnu-n mărirea Sa!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Maranatha, Maranatha,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94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Maranatha să cântăm,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Lumea-ntreagă să ştie că Domnul revine!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Maranatha să cântăm,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Bucuria cerească să simtă oricine!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Maranatha, suntem gata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ieşim a-L întâmpina!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ziua minunată,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Domnu-n mărirea Sa!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Maranatha, Maranatha,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3290</TotalTime>
  <Words>115</Words>
  <Application>Microsoft PowerPoint</Application>
  <PresentationFormat>On-screen Show (4:3)</PresentationFormat>
  <Paragraphs>26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652</cp:revision>
  <dcterms:created xsi:type="dcterms:W3CDTF">2013-10-07T13:04:08Z</dcterms:created>
  <dcterms:modified xsi:type="dcterms:W3CDTF">2013-12-12T09:30:26Z</dcterms:modified>
  <cp:contentStatus>test</cp:contentStatus>
</cp:coreProperties>
</file>