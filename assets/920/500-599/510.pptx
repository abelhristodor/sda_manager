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0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Sunt creat să fiu iubire (canon)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510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Sunt creat să fiu iubire,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Dumnezeu e Tatăl meu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curând, </a:t>
            </a:r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nemurire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Voi fi cu El, mereu!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3370</TotalTime>
  <Words>38</Words>
  <Application>Microsoft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665</cp:revision>
  <dcterms:created xsi:type="dcterms:W3CDTF">2013-10-07T13:04:08Z</dcterms:created>
  <dcterms:modified xsi:type="dcterms:W3CDTF">2013-12-12T09:40:12Z</dcterms:modified>
  <cp:contentStatus>test</cp:contentStatus>
</cp:coreProperties>
</file>