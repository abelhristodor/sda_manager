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Porţi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de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Sabat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b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se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deschid</a:t>
            </a:r>
            <a:endParaRPr lang="it-IT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594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12442"/>
            <a:ext cx="78486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Porţi de Sabat se deschid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cel neprihănit.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Prins de farmecul ceresc,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Fluvii de lumini primesc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să uit ce-i pământesc!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594/920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12442"/>
            <a:ext cx="78486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Porţi de Sabat s-au deschis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Către tainic Paradis.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Ceru-i minunat popas,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Îngeri cântă într-un glas: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„Vă grăbiţi spre-acest locaş!”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594/920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12442"/>
            <a:ext cx="78486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Porţi de Sabat ai deschis,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Doamne-aşa cum ai promis!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Pentru-această sfântă zi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Preamărit, Isus, să fii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acum, şi-n veşnicii!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594/920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3957</TotalTime>
  <Words>97</Words>
  <Application>Microsoft PowerPoint</Application>
  <PresentationFormat>On-screen Show (4:3)</PresentationFormat>
  <Paragraphs>23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777</cp:revision>
  <dcterms:created xsi:type="dcterms:W3CDTF">2013-10-07T13:04:08Z</dcterms:created>
  <dcterms:modified xsi:type="dcterms:W3CDTF">2013-12-12T12:00:31Z</dcterms:modified>
  <cp:contentStatus>test</cp:contentStatus>
</cp:coreProperties>
</file>