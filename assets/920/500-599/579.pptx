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sfânt Sabat!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579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sfânt Sabat, bine ai venit,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Balsam ceresc pentru cel trudit…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Părinte sfânt, Ţie ne-nchinăm,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Pacea Ta între noi o chemăm!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sfântă zi, ziua de Sabat,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ea reverşi har îmbelşugat,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mult simţim cât ne preţuieşti,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L-al Tău tron plin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sfânt popas, oază în pustiu,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ne-ntâlnim cu Isus, Cel Viu!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pacea Lui vom umbla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de-acum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credinţă, urmând pe-al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sfânt 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zvor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râu ceresc de har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ne dă azi, din sanctuar;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ce minuni în curând vor fi: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Sabat nou vom serba-n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3862</TotalTime>
  <Words>154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757</cp:revision>
  <dcterms:created xsi:type="dcterms:W3CDTF">2013-10-07T13:04:08Z</dcterms:created>
  <dcterms:modified xsi:type="dcterms:W3CDTF">2013-12-12T11:31:47Z</dcterms:modified>
  <cp:contentStatus>test</cp:contentStatus>
</cp:coreProperties>
</file>