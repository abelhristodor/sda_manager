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priveghem!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Să priveghem rugându-ne întruna,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nici nu ştim când Domnul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veni,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Iar semne-au fost, au fost întotdeauna,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fim dar treji, orice ar fi!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Să priveghem, să priveghem!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Vine Domnul,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Să priveghem fugind de ispitire,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Fiinţa noastră să ne-o consacrăm!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devenim fii demni de mântuire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pe Isus să-L aşteptăm!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Să priveghem, să priveghem!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Vine Domnul,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Să priveghem, căci noi în tot momentul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Cercaţi suntem de patimi omeneşti;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Uitând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trecutul,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să-ndreptăm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prezentul,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Privind mereu spre zări cereşti!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Să priveghem, să priveghem!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Vine Domnul,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3427</TotalTime>
  <Words>143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682</cp:revision>
  <dcterms:created xsi:type="dcterms:W3CDTF">2013-10-07T13:04:08Z</dcterms:created>
  <dcterms:modified xsi:type="dcterms:W3CDTF">2013-12-12T09:58:07Z</dcterms:modified>
  <cp:contentStatus>test</cp:contentStatus>
</cp:coreProperties>
</file>