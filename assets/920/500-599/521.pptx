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7" r:id="rId2"/>
    <p:sldId id="270" r:id="rId3"/>
    <p:sldId id="271" r:id="rId4"/>
    <p:sldId id="272" r:id="rId5"/>
    <p:sldId id="273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12/12/2013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Bate ceasul vremii</a:t>
            </a:r>
            <a:endParaRPr lang="pt-BR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521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0"/>
            <a:ext cx="8610600" cy="29392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Bate ceasul vremii, bate ceasul lumii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Miez de noapte pe-ntreg pământ!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Sus, în turnuri, mai veghezi? 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Zorii-au răsărit! Îi vezi?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Vine ziua, vine-n grabă marea zi!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521/920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0"/>
            <a:ext cx="8610600" cy="29392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Clipa e solemnă, datoria demnă,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Tu, străjer, dă de ştire-n grab’!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Ce s-a spus s-a împlinit! 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Ora-n turnuri a sosit!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Dă de ştire, dă de veste lumii-ntregi!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521/920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0"/>
            <a:ext cx="8610600" cy="29392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Minunate glorii, clipe de istorii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Au urcat către culmi de timp!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La al Cerului îndemn, 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Mai aşteaptă doar un semn,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Ia priveşte, ia ascultă marea zi!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521/920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0"/>
            <a:ext cx="8610600" cy="35086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4</a:t>
            </a:r>
            <a:r>
              <a:rPr lang="ro-RO" altLang="ro-RO" sz="37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 Trâmbiţi tot răsună, </a:t>
            </a:r>
            <a:endParaRPr lang="ro-RO" altLang="ro-RO" sz="37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3700" dirty="0" smtClean="0">
                <a:solidFill>
                  <a:schemeClr val="bg1"/>
                </a:solidFill>
                <a:latin typeface="Georgia" pitchFamily="18" charset="0"/>
              </a:rPr>
              <a:t>I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ată,</a:t>
            </a:r>
            <a:r>
              <a:rPr lang="ro-RO" altLang="ro-RO" sz="37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mulţi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se-adună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Pe Isus a-L întâmpina!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Oare eşti şi tu-ntre ei? 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Oare cânţi şi tu cu ei?</a:t>
            </a:r>
          </a:p>
          <a:p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Vino, Doamne, vin’ degrabă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ro-RO" altLang="ro-RO" sz="37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vino </a:t>
            </a:r>
            <a:r>
              <a:rPr lang="vi-VN" altLang="ro-RO" sz="3700" dirty="0" smtClean="0">
                <a:solidFill>
                  <a:schemeClr val="bg1"/>
                </a:solidFill>
                <a:latin typeface="Georgia" pitchFamily="18" charset="0"/>
              </a:rPr>
              <a:t>iar!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521/920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3421</TotalTime>
  <Words>170</Words>
  <Application>Microsoft PowerPoint</Application>
  <PresentationFormat>On-screen Show (4:3)</PresentationFormat>
  <Paragraphs>31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Imnuri noi</vt:lpstr>
      <vt:lpstr>Slide 1</vt:lpstr>
      <vt:lpstr>Slide 2</vt:lpstr>
      <vt:lpstr>Slide 3</vt:lpstr>
      <vt:lpstr>Slide 4</vt:lpstr>
      <vt:lpstr>Slide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680</cp:revision>
  <dcterms:created xsi:type="dcterms:W3CDTF">2013-10-07T13:04:08Z</dcterms:created>
  <dcterms:modified xsi:type="dcterms:W3CDTF">2013-12-12T09:56:01Z</dcterms:modified>
  <cp:contentStatus>test</cp:contentStatus>
</cp:coreProperties>
</file>