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Acelaşi nume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toţi purtăm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573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Acelaşi nume toţi purtăm,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Nu-i nimeni sus, nici jos,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Iudeu sau grec, un trup suntem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Capul e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nu avem de împărţit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Nimic pe-acest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mână-n mână am pornit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cerul nostru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Hristos cu Sine ne-a legat: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Apus şi Răsărit;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Popor sub steagul Lui chemat,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luptă pregătit.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Legaţi pe veci în slujba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suntem un popor;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Acelaşi steag îl vom purta,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harul salvator.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3777</TotalTime>
  <Words>113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745</cp:revision>
  <dcterms:created xsi:type="dcterms:W3CDTF">2013-10-07T13:04:08Z</dcterms:created>
  <dcterms:modified xsi:type="dcterms:W3CDTF">2013-12-12T11:22:34Z</dcterms:modified>
  <cp:contentStatus>test</cp:contentStatus>
</cp:coreProperties>
</file>