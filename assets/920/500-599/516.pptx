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Fraţilor, sosit e ceasul!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516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Fraţilor, sosit e ceasul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să vină iar Hristos!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Cerul e atât de-aproape,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e ceas mai preţios!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Cercetaţi a voastre inimi,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Orice faptă cumpăniţi!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Lepădaţi tot ce vă roade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Şi-n credinţă fiţi uniţi!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Luminaţi în întuneric,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Împliniţi al Său Cuvânt,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să recunoască lumea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 sunteţi din neamu-I sfânt!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Isus, nădejdea voastră,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Vă clădiţi ca pietre vii,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e Dătătorul vieţii,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 sunteţi ai Săi copii!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0"/>
            <a:ext cx="73914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Înainte, fără teamă,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Însuşi Domnul va lupta!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copiii care-L cheamă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Îi va binecuvânta!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Sus privirea, bărbăteşte,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 cei slabi şi obosiţi,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Domnul nostru Se grăbeşte,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 şi voi să vă grăbiţi!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3390</TotalTime>
  <Words>150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672</cp:revision>
  <dcterms:created xsi:type="dcterms:W3CDTF">2013-10-07T13:04:08Z</dcterms:created>
  <dcterms:modified xsi:type="dcterms:W3CDTF">2013-12-12T09:46:36Z</dcterms:modified>
  <cp:contentStatus>test</cp:contentStatus>
</cp:coreProperties>
</file>