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Timpul de har e pe sfârşit!</a:t>
            </a:r>
          </a:p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Timpul de har e pe sfârşit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veşnicia a sosit!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Lasă-te de lume şi pofta cea rea,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Domnului să-I dai toată inima!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3379</TotalTime>
  <Words>43</Words>
  <Application>Microsoft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669</cp:revision>
  <dcterms:created xsi:type="dcterms:W3CDTF">2013-10-07T13:04:08Z</dcterms:created>
  <dcterms:modified xsi:type="dcterms:W3CDTF">2013-12-12T09:42:52Z</dcterms:modified>
  <cp:contentStatus>test</cp:contentStatus>
</cp:coreProperties>
</file>