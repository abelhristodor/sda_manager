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Vino la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apa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viaţă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891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Vino la apa de viaţă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eşti atât de-nsetat,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Te-apropie cu credinţă,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vei fi mult adăpat!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Grăbeşte, vin’, nu-ntârzia,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în dar Domnul tău îţi va da!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Grăbeşte deci să devii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Domnul să fii-n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 la-acest râu de te-adapă,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Speranţa-ţi se va mări,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Orişice rău încetează,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Şi-un om nou vei deveni.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Grăbeşte, vin’, nu-ntârzia,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în dar Domnul tău îţi va da!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Grăbeşte deci să devii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Domnul să fii-n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 şi priveşte cum curge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cuget şi inimă,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bucurie vei merge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ţara cea veşnică.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Grăbeşte, vin’, nu-ntârzia,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în dar Domnul tău îţi va da!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Grăbeşte deci să devii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Domnul să fii-n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6490</TotalTime>
  <Words>173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1220</cp:revision>
  <dcterms:created xsi:type="dcterms:W3CDTF">2013-10-07T13:04:08Z</dcterms:created>
  <dcterms:modified xsi:type="dcterms:W3CDTF">2014-01-20T10:23:50Z</dcterms:modified>
  <cp:contentStatus>test</cp:contentStatus>
</cp:coreProperties>
</file>