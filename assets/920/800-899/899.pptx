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Fericit e tot acela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899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Fericit e tot acela,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Care-n orice pas făcut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Cere sfatul de la Domnul,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atuncea nu-i pierdut!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Fericirea din astă lume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ca a valurilor spume,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cea din ceruri ni-e dată-n daruri,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veci de Domnul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Fericit cel ce ascultă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Glasul blândului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are pacea şi mulţumirea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Dăruite chiar de sus!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Fericirea din astă lume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ca a valurilor spume,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cea din ceruri ni-e dată-n daruri,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veci de Domnul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Fericit cel ce în viaţă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S-a-mpăcat cu Dumnezeu: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 avea un scut puternic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va-nvinge tot ce-i rău!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Fericirea din astă lume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ca a valurilor spume,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cea din ceruri ni-e dată-n daruri,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veci de Domnul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6522</TotalTime>
  <Words>160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1229</cp:revision>
  <dcterms:created xsi:type="dcterms:W3CDTF">2013-10-07T13:04:08Z</dcterms:created>
  <dcterms:modified xsi:type="dcterms:W3CDTF">2014-01-20T10:48:11Z</dcterms:modified>
  <cp:contentStatus>test</cp:contentStatus>
</cp:coreProperties>
</file>