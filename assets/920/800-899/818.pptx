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Plin e de iubire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Plin e de iubire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Hristos!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Vină prigonire,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Eu voi fi voios.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(:Isus mă ia la sânul Său,:)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(:Sunt fericit.:) Sunt fericit.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copilăreşte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la sânul Tău,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Glasu-Ţi mă fereşte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mai face rău.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(:Isus mă ia la sânul Său,:)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(:Sunt fericit.:) Sunt fericit.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eu pe Tine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Pururi Te-aş avea,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Sigur mântuire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 voi afla.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(:Isus mă ia la sânul Său,:)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(:Sunt fericit.:) Sunt fericit.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a Ta pace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în pieptul meu.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 mă face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cânt mereu!</a:t>
            </a:r>
          </a:p>
          <a:p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(:Isus mă ia la sânul Său,:)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(:Sunt fericit.:) Sunt fericit.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5367</TotalTime>
  <Words>163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1069</cp:revision>
  <dcterms:created xsi:type="dcterms:W3CDTF">2013-10-07T13:04:08Z</dcterms:created>
  <dcterms:modified xsi:type="dcterms:W3CDTF">2014-01-14T08:16:46Z</dcterms:modified>
  <cp:contentStatus>test</cp:contentStatus>
</cp:coreProperties>
</file>