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Biruitorul va primi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guste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896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Biruitorul va primi să guste,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lemnul vieţii, cel din Paradis;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cel’lalt capăt al cărării-nguste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Uimit va zice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: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„Aievea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sau vis?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”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o mărire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far’ din fire,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(:Drept moştenire,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-aşteaptă sus.:)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753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Biruitorul n-are să se teamă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 doua moarte-n chin a celor răi,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Ci-n veac de veac cânta-va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dări de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seamă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felul cum a dus Isus pe-ai Săi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suferinţă: Din biruinţă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(:La biruinţă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i-a condus.:)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Biruitorul va mânca din mana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pâinea vieţii-ascunse în Hristos.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Şi-aceia căror asta le-este hrana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Primi-vor şi un nume nou, frumos.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Ăst nume mare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-o taină, pare: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(:Şi-l ştie-oricare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umai pe-al său.:)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134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Biruitorul, stând până la urmă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săvârşiri de fapte ce nu pier,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Stăpân pe neamuri,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tocmai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pe-o turmă,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le va paşte cu toiag de fier.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sfărâmate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 fi cu toate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(:Aste regate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lugi celui rău.:)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Biruitorul va primi veşminte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totul albe, ’n care poate sta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nunta Miel’lui cu-alte feţe sfinte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celor scrişi de Miel în cartea Sa.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va pune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să-i adune,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(:Să-i încunune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tunci pe toţi.:)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Biruitoru-ajunge-va să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stâlp în templul sfânt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servim;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Şi-atunci pe el trei nume se vor scrie: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Tatăl, Isus,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oul Ierusalim.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Oh, ce bogată,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fântă răsplată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(:Primeşti de-odată,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ntrând pe porţi!:)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Biruitorul va ședea’n mărire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Pe-acelaşi tron cu-Isus, la dreapta Lui,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cum şi Domnul, tot prin pătimire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A-nvins şi stă la dreapta Tatălui.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Lui domnie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 să ţie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(:Pentru vecie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mângâieri.:)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601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Doamne-ajută-mi Tu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biruinţă!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Vrăjmaşii-s mulţi, iar eu slăbit de tot!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Satana, lumea, multa suferinţă,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M-au copleşit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…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G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răbeşte!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mai pot!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Mi-ajuţi, ştiu bine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ă-nving pe-oricine: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(:Înving prin Tine,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Tu-mi dai puteri!:)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</a:t>
            </a:r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	</a:t>
            </a:r>
            <a:r>
              <a:rPr lang="ro-RO" sz="1800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URI </a:t>
            </a: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6523</TotalTime>
  <Words>291</Words>
  <Application>Microsoft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1228</cp:revision>
  <dcterms:created xsi:type="dcterms:W3CDTF">2013-10-07T13:04:08Z</dcterms:created>
  <dcterms:modified xsi:type="dcterms:W3CDTF">2014-01-20T10:49:27Z</dcterms:modified>
  <cp:contentStatus>test</cp:contentStatus>
</cp:coreProperties>
</file>