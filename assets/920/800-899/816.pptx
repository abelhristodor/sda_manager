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Mulţi îngeri sfinţi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816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Mulţi îngeri sfinţi în jurul nostru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trimişi spre-a noastră pază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deasupră-ne veghează Dumnezeu!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stâlp de lumină, nor de umbrire,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Du-ne, du-ne tot mereu!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stâlp de lumină, nor de umbrire,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Ia-ne Tu sub scutul Tău!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se apropie primejdii,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de grab’ ne-adăposteşte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sub scutu-I ne păzeşte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De-orice rău!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stâlp de lumină, nor de umbrire,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Du-ne, du-ne tot mereu!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stâlp de lumină, nor de umbrire,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Ia-ne Tu sub scutul Tău!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en-US" altLang="ro-RO" sz="4000" b="1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Doamne-n Tine ne încredem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Şi-aşteptăm a Ta venire,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ne-aduci ca răsplătire,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Ce-ai promis!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stâlp de lumină, nor de umbrire,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Du-ne, du-ne tot mereu!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stâlp de lumină, nor de umbrire,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Ia-ne Tu sub scutul Tău!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816/920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5337</TotalTime>
  <Words>178</Words>
  <Application>Microsoft PowerPoint</Application>
  <PresentationFormat>On-screen Show (4:3)</PresentationFormat>
  <Paragraphs>34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1067</cp:revision>
  <dcterms:created xsi:type="dcterms:W3CDTF">2013-10-07T13:04:08Z</dcterms:created>
  <dcterms:modified xsi:type="dcterms:W3CDTF">2014-01-14T08:08:03Z</dcterms:modified>
  <cp:contentStatus>test</cp:contentStatus>
</cp:coreProperties>
</file>