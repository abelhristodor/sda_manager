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ne găsim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mari nevoi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ne găsim în mari nevoi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ştim ce va fi 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fără sfat şi ajutor,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Luptăm cu ura tuturor: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singur drum ne-a mai rămas,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scăpăm de-orice necaz,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Şi-acest drum nu ni-l poate-opri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Vrăjmaşul, oricât s-ar căzni!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’Nălţând privirile spre cer,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Te rugăm din răsputeri;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Răbdarea Ta o preamărim,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Părinte, azi când suferim.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fă-ne ca să stăm,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tot ce-avem să-ntâmpinăm;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orice ni s-ar întâmpla,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vadă toţi iubirea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Fiul Tău, Isus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 socotit primejdios,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Hulit de toţi, calomniat,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 crucificat;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cât mult mai primejdioşi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Părea-vom noi cei păcătoşi?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deci nu ne mirăm defel,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trataţi, cum a fost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De-aceea, Tată, Te rugăm: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Orişice-ar fi să îndurăm,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voia Ta cu noi,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Şi-acum şi-n ce-o fi mai apoi!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ne laşi să ne-ndoim,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Ci, chiar de-ar fi ca să murim,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cedăm, să stăm vârtos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tot ce ne-a-nvăţat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5332</TotalTime>
  <Words>226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1066</cp:revision>
  <dcterms:created xsi:type="dcterms:W3CDTF">2013-10-07T13:04:08Z</dcterms:created>
  <dcterms:modified xsi:type="dcterms:W3CDTF">2014-01-14T08:06:13Z</dcterms:modified>
  <cp:contentStatus>test</cp:contentStatus>
</cp:coreProperties>
</file>