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Plecăm pe căi necunoscute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31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Plecăm pe căi necunoscute,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marea lucrare a Domnului,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vestim solia sfântă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revenirii Lui!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Astăzi noi urmând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alea lui Isus,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(:Ştim că în curând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veni de sus:)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ne ia la El!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Plecăm, plecăm cu voie bună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calea cea strâmtă a Domnului,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vestim solia sfântă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revenirii Lui!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Astăzi noi urmând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alea lui Isus,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(:Ştim că în curând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veni de sus:)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ne ia la El!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Plecăm să arătăm în lume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cea mare a Domnului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să vestim solia sfântă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revenirii Lui!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Astăzi noi urmând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alea lui Isus,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(:Ştim că în curând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veni de sus:)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ne ia la El!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5603</TotalTime>
  <Words>176</Words>
  <Application>Microsoft PowerPoint</Application>
  <PresentationFormat>On-screen Show (4:3)</PresentationFormat>
  <Paragraphs>38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1103</cp:revision>
  <dcterms:created xsi:type="dcterms:W3CDTF">2013-10-07T13:04:08Z</dcterms:created>
  <dcterms:modified xsi:type="dcterms:W3CDTF">2014-01-20T08:37:49Z</dcterms:modified>
  <cp:contentStatus>test</cp:contentStatus>
</cp:coreProperties>
</file>