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Sămânţa-arunc-o!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Sămânţa-arunc-o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zori de zi,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 pe ce vreme a zilei ar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Fie-n amiază sau pe înserat,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azi e timpul de semănat.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Semeni tu ziua sau când dă-n apus,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ai sau nu ai puteri de ajuns: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ajungi până la secerat,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ştie ce ai semănat.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dacă-un bob lângă drum pică,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Dincolo altu-ntre spini apucă,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pe un al treilea spini de-l răpun,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Cad însă multe-n pământ mai bun.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Semeni tu ziua sau când dă-n apus,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ai sau nu ai puteri de ajuns: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ajungi până la secerat,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ştie ce ai semănat.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dacă-alene tu semeni rău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Sau semeni doar ce-a crezut capul tău;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Semeni neghină, nu grâu curat: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să răsară ce-ai semănat.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Semeni tu ziua sau când dă-n apus,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ai sau nu ai puteri de ajuns: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ajungi până la secerat,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ştie ce ai semănat.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semeni astăzi cu-adânc oftat,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ochiul roş de mult lăcrimat,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’ntruna, nu te lăsa: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bucurie vei secera!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Semeni tu ziua sau când dă-n apus,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ai sau nu ai puteri de ajuns: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ajungi până la secerat,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ştie ce ai semănat.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5934</TotalTime>
  <Words>276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1139</cp:revision>
  <dcterms:created xsi:type="dcterms:W3CDTF">2013-10-07T13:04:08Z</dcterms:created>
  <dcterms:modified xsi:type="dcterms:W3CDTF">2014-01-20T08:58:08Z</dcterms:modified>
  <cp:contentStatus>test</cp:contentStatus>
</cp:coreProperties>
</file>