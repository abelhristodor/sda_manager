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Iubirea Tatălui vestind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33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652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 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Iubirea Tatălui vestind, 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u toţii să cântăm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Frumosul imn al mântuirii,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Şi-al Său Cuvânt noi predicând,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orim să intonăm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Frumosul imn al mântuirii!</a:t>
            </a:r>
          </a:p>
          <a:p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Deci porniţi, să vestiţi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vestiţi marea iubire;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Orişicui să vestiţi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Frumosul imn al mântuirii!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652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În orice loc să arătăm 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Regatul cel de sus,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Frumosul imn al mântuirii,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orişicui noi să vestim 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rin bunul Domn Isus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Frumosul imn al mântuirii!</a:t>
            </a:r>
          </a:p>
          <a:p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Deci porniţi, să vestiţi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vestiţi marea iubire;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Orişicui să vestiţi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Frumosul imn al mântuirii!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652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Şi prin iubirea lui Isus, 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 inimi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simţim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Frumosul imn al mântuirii,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Şi-atunci voioşi noi vom porni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380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altor’ să vestim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Frumosul imn al mântuirii!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Deci porniţi, să vestiţi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vestiţi marea iubire;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Orişicui să vestiţi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Frumosul imn al mântuirii!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5620</TotalTime>
  <Words>181</Words>
  <Application>Microsoft PowerPoint</Application>
  <PresentationFormat>On-screen Show (4:3)</PresentationFormat>
  <Paragraphs>41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1105</cp:revision>
  <dcterms:created xsi:type="dcterms:W3CDTF">2013-10-07T13:04:08Z</dcterms:created>
  <dcterms:modified xsi:type="dcterms:W3CDTF">2014-01-20T08:54:29Z</dcterms:modified>
  <cp:contentStatus>test</cp:contentStatus>
</cp:coreProperties>
</file>