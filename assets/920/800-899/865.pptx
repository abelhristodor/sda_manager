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iată stă să vină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iată stă să vină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erescul Canaan,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Oraşul de lumină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marea de cristal!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 fără seamă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sfinte melodii,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sufletu-mi te cheamă,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vii, să vii, să vii!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iată, stă să vină, vină, vină,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iată, stă să vină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erescul Canaan!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vânt sublim adie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din slăvi de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freamătu-i ne-mbie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dulcele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Cu-aceasta ni se-alină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tot ce suferim: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Căci, iată, stă să vină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Noul Ierusalim!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2202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iată, stă să vină, vină, vină,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iată, stă să vină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erescul Canaan!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6305</TotalTime>
  <Words>153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1182</cp:revision>
  <dcterms:created xsi:type="dcterms:W3CDTF">2013-10-07T13:04:08Z</dcterms:created>
  <dcterms:modified xsi:type="dcterms:W3CDTF">2014-01-20T09:44:03Z</dcterms:modified>
  <cp:contentStatus>test</cp:contentStatus>
</cp:coreProperties>
</file>