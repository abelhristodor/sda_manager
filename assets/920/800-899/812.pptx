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Orice-ar veni azi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peste noi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Orice-ar veni azi peste noi,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nu vom da nicicând ’napoi!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Hristos, prin harul Său,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scăpa de orice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de-L iubim, vom fi iubiţi,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El vom fi nedespărţiţi!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după cum El ne-a promis,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vom sta şi-n Paradis!:)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mult El ne-a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pentru noi El S-a jertfit.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izvor de mângâieri,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ne găsim în mari dureri.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fii cu noi în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lângă noi să nu mai pleci!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(:Azi Te rugăm, fă ce-ai 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iei şi-n Paradis.:)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5318</TotalTime>
  <Words>136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1062</cp:revision>
  <dcterms:created xsi:type="dcterms:W3CDTF">2013-10-07T13:04:08Z</dcterms:created>
  <dcterms:modified xsi:type="dcterms:W3CDTF">2014-01-14T07:39:03Z</dcterms:modified>
  <cp:contentStatus>test</cp:contentStatus>
</cp:coreProperties>
</file>