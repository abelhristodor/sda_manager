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Pe-ntinse valuri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813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Pe-ntinse valuri plutesc ne-ncetat,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un port veşnic, sfânt, adorat,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urma mea las o noapte de chin,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Moarte-aştepta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prada ei să devin.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Valul turbat spumegând mă lovea,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cufunde-n adânc încerca.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Moartea eternă şi greul păcat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Mă-mpresurau, dar Isus m-a salvat.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valuri reci şi-agitate plutesc,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sunt condus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e-al meu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sol ceresc.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Val de dureri şi-ndoieli urmăresc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Să-nghită barca în care plutesc.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îndoiala priveşte-ncruntat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atragă-n al morţii păcat,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simt voios străbătând val cu val,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sunt condus de Isus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liman.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0"/>
            <a:ext cx="91440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 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Sigur plutesc, fericit, cu mult spor,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Că-s ocrotit de-al meu Domn iubitor;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Iar când furtuni sau vreun vânt întâlnesc,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nu mă tem, căci spre Domnul privesc.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îmi conduce-a mea barcă uşor,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Spre portul sfânt ce-l 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aştept 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mult dor.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Văd prin credinţă-acel port minunat,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lăudat, o, Eden aşteptat!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5324</TotalTime>
  <Words>192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1064</cp:revision>
  <dcterms:created xsi:type="dcterms:W3CDTF">2013-10-07T13:04:08Z</dcterms:created>
  <dcterms:modified xsi:type="dcterms:W3CDTF">2014-01-14T07:41:36Z</dcterms:modified>
  <cp:contentStatus>test</cp:contentStatus>
</cp:coreProperties>
</file>