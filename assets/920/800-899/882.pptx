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3" r:id="rId3"/>
    <p:sldId id="274" r:id="rId4"/>
    <p:sldId id="275" r:id="rId5"/>
    <p:sldId id="27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Domnu-i iubirea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882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0"/>
            <a:ext cx="8382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Domnu-i iubirea ce mântuieşte,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Domnu-i iubirea, El m-a iubit!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Deci zic înc-o dată: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Domnu-i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Domnu-i iubirea,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m-a iubit!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0"/>
            <a:ext cx="8382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Zăceam în lanţul nelegiuirii,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Zăceam într-ânsul, făr’ ajutor…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Deci zic înc-o dată: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Domnu-i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Domnu-i iubirea,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m-a iubit!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0"/>
            <a:ext cx="8382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Mi-a dat pe Fiul, Fiu al măririi,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Mi-a dat pe Fiul ca salvator!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Deci zic înc-o dată: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Domnu-i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Domnu-i iubirea,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m-a iubit!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Evanghelie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mă cheamă,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al Său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sânge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fiu scăpat!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Deci zic înc-o dată: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Domnu-i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Domnu-i iubirea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m-a iubit!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6437</TotalTime>
  <Words>152</Words>
  <Application>Microsoft PowerPoint</Application>
  <PresentationFormat>On-screen Show (4:3)</PresentationFormat>
  <Paragraphs>38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1209</cp:revision>
  <dcterms:created xsi:type="dcterms:W3CDTF">2013-10-07T13:04:08Z</dcterms:created>
  <dcterms:modified xsi:type="dcterms:W3CDTF">2014-01-20T10:07:40Z</dcterms:modified>
  <cp:contentStatus>test</cp:contentStatus>
</cp:coreProperties>
</file>