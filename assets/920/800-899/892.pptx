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mult mă lupt</a:t>
            </a:r>
          </a:p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s-ajung mai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mult mă lupt s-ajung mai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ţinta pusă de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tot mereu greşeli mă-nving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ţinta nu pot s-o ating.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 progresat,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c-aici nu e de stat,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chiar când cred c-am biruit,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că la ţintă am sosit,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constat că n-am ajuns,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e cu mult mai sus.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 progresat,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c-aici nu e de stat,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dor mă trage către cer,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astă lume de dureri.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Alţii-au destul aicea jos,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viaţa lui Hristos.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 progresat,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c-aici nu e de stat,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Pe-acest pământ nu am cămin,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trist e să te simţi străin.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văd atras spre zări cereşti,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corurile îngereşti.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 progresat,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c-aici nu e de stat,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în credinţă le zăresc,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Căminurile ce doresc,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mă rog mai călduros,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Ajută-mi, scump Isus Hristos!</a:t>
            </a:r>
            <a:endParaRPr lang="vi-VN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 progresat,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c-aici nu e de stat,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6493</TotalTime>
  <Words>319</Words>
  <Application>Microsoft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1221</cp:revision>
  <dcterms:created xsi:type="dcterms:W3CDTF">2013-10-07T13:04:08Z</dcterms:created>
  <dcterms:modified xsi:type="dcterms:W3CDTF">2014-01-20T10:25:20Z</dcterms:modified>
  <cp:contentStatus>test</cp:contentStatus>
</cp:coreProperties>
</file>