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5" r:id="rId4"/>
    <p:sldId id="276" r:id="rId5"/>
    <p:sldId id="277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Cătăm acum loc de-odihnit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86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Cătăm acum loc de-odihnit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Şi ne încredem Tatălui celui din veci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chidem ochiul obosit,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să ştim că poate-i somnul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                                         morţii reci.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" y="3505200"/>
            <a:ext cx="7086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din cer,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El poartă grija orişicui: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Încredeţi-vă Lui!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220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soarele-i sub orizont,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Ziua s-a dus, lumina piere, unde e?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La fel din lume piere tot,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Când ochiu-adoarme: bogăţia, numele.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3429000"/>
            <a:ext cx="6400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din cer,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El poartă grija orişicui: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Încredeţi-vă Lui!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220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Aruncă-al grijilor pahar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De ce te-ai teme de-al mormântului urât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De-un somn ce curmă-al vieţii-amar,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Când, astfel, să ne libereze,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Domnu-a vrut?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886200"/>
            <a:ext cx="7543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din cer,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El poartă grija orişicui: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Încredeţi-vă Lui!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8458200" cy="3962400"/>
          </a:xfrm>
        </p:spPr>
        <p:txBody>
          <a:bodyPr/>
          <a:lstStyle/>
          <a:p>
            <a:pPr>
              <a:buNone/>
            </a:pP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În alte mâini lucrarea-ţi laşi,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Dacă aşa voieşte Dumnezeu de sus,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Şi spre odihnă-ţi iei sălaş</a:t>
            </a:r>
          </a:p>
          <a:p>
            <a:pPr>
              <a:buNone/>
            </a:pPr>
            <a:r>
              <a:rPr lang="ro-RO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Pân-la-nviere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 când te va scula Isus.</a:t>
            </a:r>
          </a:p>
          <a:p>
            <a:pPr>
              <a:buNone/>
            </a:pPr>
            <a:endParaRPr lang="ro-RO" altLang="ro-RO" dirty="0" smtClean="0">
              <a:solidFill>
                <a:schemeClr val="bg1"/>
              </a:solidFill>
              <a:latin typeface="Georgia" pitchFamily="18" charset="0"/>
            </a:endParaRPr>
          </a:p>
          <a:p>
            <a:pPr>
              <a:buNone/>
            </a:pP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din cer, 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El poartă grija orişicui: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Încredeţi-vă Lui!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6332</TotalTime>
  <Words>194</Words>
  <Application>Microsoft PowerPoint</Application>
  <PresentationFormat>On-screen Show (4:3)</PresentationFormat>
  <Paragraphs>43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1187</cp:revision>
  <dcterms:created xsi:type="dcterms:W3CDTF">2013-10-07T13:04:08Z</dcterms:created>
  <dcterms:modified xsi:type="dcterms:W3CDTF">2014-01-20T09:48:50Z</dcterms:modified>
  <cp:contentStatus>test</cp:contentStatus>
</cp:coreProperties>
</file>