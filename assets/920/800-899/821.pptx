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Lasă-ţi mintea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se-ntoarcă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Lasă-ţi mintea să se-ntoarcă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trecutul depărtat,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Auzi cele zece vorbe,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pe Sinai ţi s-au dat!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Iehova din nor grăieşte: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„Eu sunt Domnul Dumnezeu”,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sfânt îţi porunceşte,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El să n-ai alt 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Vezi cum fulgeră pe munte,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Auzi trâmbiţa sunând,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văpăi o voce tare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Se-aude solemn zicând: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„Să nu-ţi faci nici fel de chip,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Mie să-Mi slujeşti;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făpturi să nu te-nchini,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idoli să te păzeşti!”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Vezi! În tunet cum se-arată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lumea a zidit,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Asculte făptura toată,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Iehova-a poruncit: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„Să nu iei cumva-n deşert,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Meu nume nepătat;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să ştii că n-am să iert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Cui i-e vorba cu-njurat”.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pe munte jos, în vale,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poporul Său iubit,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Despre Sabatul cel mare,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astfel a vorbit: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„Ziua şaptea s-o sfinţeşti,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Niciun lucru să nu faci,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Corp şi suflet s-odihneşti,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în veci să nu o calci!”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„Tată, mamă să respecţi;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furi, să nu ucizi;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Căsnicia s-o cinsteşti,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Adulter să nu comiţi!”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iar va veni, atunci,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va judeca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sfintele porunci,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faptă bună, 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„Mărturie mincinoasă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 să vorbeşti”;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„A semenului tău casă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Nicidecum să nu pofteşti!”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viaţă vrei să ai,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 de vrei să fii,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dată pe Sinai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moarte să o ţii.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5403</TotalTime>
  <Words>318</Words>
  <Application>Microsoft PowerPoint</Application>
  <PresentationFormat>On-screen Show (4:3)</PresentationFormat>
  <Paragraphs>62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1076</cp:revision>
  <dcterms:created xsi:type="dcterms:W3CDTF">2013-10-07T13:04:08Z</dcterms:created>
  <dcterms:modified xsi:type="dcterms:W3CDTF">2014-01-14T08:23:18Z</dcterms:modified>
  <cp:contentStatus>test</cp:contentStatus>
</cp:coreProperties>
</file>