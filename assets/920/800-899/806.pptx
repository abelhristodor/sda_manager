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Binecuvântarea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806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A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Binecuvântarea lui Dumnezeu,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să ne ocrotească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noi El să ne ocrotească, Dumnezeu.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Înalţă-Şi a Sa faţă spre noi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de-acum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fim binecuvântaţi. Amin.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B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Binecuvântarea lui Dumnezeu,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să vă ocrotească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voi El să vă ocrotească, Dumnezeu.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Înalţă-Şi a Sa faţă spre voi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de-acum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fiţi binecuvântaţi. Amin.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C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Binecuvântarea lui Dumnezeu,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să te ocrotească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tin’ El să te ocrotească, Dumnezeu.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Înalţă-Şi a Sa faţă spre tin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’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de-acum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fii binecuvântat. Amin.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5310</TotalTime>
  <Words>119</Words>
  <Application>Microsoft PowerPoint</Application>
  <PresentationFormat>On-screen Show (4:3)</PresentationFormat>
  <Paragraphs>23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1057</cp:revision>
  <dcterms:created xsi:type="dcterms:W3CDTF">2013-10-07T13:04:08Z</dcterms:created>
  <dcterms:modified xsi:type="dcterms:W3CDTF">2014-01-14T07:24:56Z</dcterms:modified>
  <cp:contentStatus>test</cp:contentStatus>
</cp:coreProperties>
</file>