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Lasă inima să cânte!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82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Lasă inima să cânte,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Bucuraţi-vă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avem, mărit în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Isus, ca Dumnezeu!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Cântă-ntruna, cântă-ntruna,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slavă lui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veşnică-i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Plata celui credincios.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de mână ne conduce,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salvează din nevoi;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Lui, izvor perpetuu,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trimite forţe noi.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Cântă-ntruna, cântă-ntruna,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slavă lui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veşnică-i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Plata celui credincios.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cei drepţi mult îi iubeşte,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 găteşte-un loc frumos.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Iubiţi, deci, pe Cel ce scapă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păcat pe păcătos!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Cântă-ntruna, cântă-ntruna,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Slavă, slavă lui Hristos!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 veşnică-i de-acuma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Plata celui credincios.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5420</TotalTime>
  <Words>157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1082</cp:revision>
  <dcterms:created xsi:type="dcterms:W3CDTF">2013-10-07T13:04:08Z</dcterms:created>
  <dcterms:modified xsi:type="dcterms:W3CDTF">2014-01-14T08:40:25Z</dcterms:modified>
  <cp:contentStatus>test</cp:contentStatus>
</cp:coreProperties>
</file>