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73" r:id="rId3"/>
    <p:sldId id="274" r:id="rId4"/>
    <p:sldId id="275" r:id="rId5"/>
    <p:sldId id="276" r:id="rId6"/>
    <p:sldId id="277" r:id="rId7"/>
    <p:sldId id="278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Ne vom revedea odată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840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Ne vom revedea odată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Sus, în ţara zărilor,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 Domnul guvernează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dreptate pe popor!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oraşul cel de aur,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de iaspis zid bogat,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Vom cânta cântări măreţe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Lui Isus cel adorat!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curând, uniţi cu toţii,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tronul sfânt vom fi!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Atunci nimeni nu mai poate,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ne poate despărţi!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Vom vedea iar pe ai noştri,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Cei ce-n Domnu-au adormit,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la trâmbiţa din urmă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Învia-vor negreşit;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cu sfinţii-n număr mare,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Adunaţi de pe pământ,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Vom cânta noua cântare,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Sfinte harpe-n mâini având!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curând, uniţi cu toţii,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tronul sfânt vom fi!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Atunci nimeni nu mai poate,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ne poate despărţi!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Ca să fim cu El în ceruri,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Vine iar pe albul nor,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putere şi mărire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vom fi al Său popor!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Fericit va fi atuncea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Orişicare credincios,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va moşteni pământul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Împreună cu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curând, uniţi cu toţii,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tronul sfânt vom fi!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Atunci nimeni nu mai poate,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ne poate despărţi!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5952</TotalTime>
  <Words>234</Words>
  <Application>Microsoft PowerPoint</Application>
  <PresentationFormat>On-screen Show (4:3)</PresentationFormat>
  <Paragraphs>50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1144</cp:revision>
  <dcterms:created xsi:type="dcterms:W3CDTF">2013-10-07T13:04:08Z</dcterms:created>
  <dcterms:modified xsi:type="dcterms:W3CDTF">2014-01-20T09:03:18Z</dcterms:modified>
  <cp:contentStatus>test</cp:contentStatus>
</cp:coreProperties>
</file>