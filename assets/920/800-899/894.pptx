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păzesc, Isuse-nvaţă-mă, Legea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păzesc, Isuse-nvaţă-mă,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Ta, Legea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Voia-Ţi sfântă vreau să-ndeplinesc,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poţi ajuta!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fiu-n veci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urmez în veci doresc.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în veci, Ţie-n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Ţie să-Ţi servesc!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Bani, mărire nu mă fericesc,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folos, ce folos,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Dacă-n viaţă n-am vrut să primesc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Hristos!…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fiu-n veci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urmez în veci doresc.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în veci, Ţie-n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Ţie să-Ţi servesc!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Renunţ la tot ce e trecător;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Tu, numai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să-mi fii, în toate, Protector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Mângâietor!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fiu-n veci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urmez în veci doresc.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în veci, Ţie-n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Ţie să-Ţi servesc!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6497</TotalTime>
  <Words>176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1223</cp:revision>
  <dcterms:created xsi:type="dcterms:W3CDTF">2013-10-07T13:04:08Z</dcterms:created>
  <dcterms:modified xsi:type="dcterms:W3CDTF">2014-01-20T10:28:52Z</dcterms:modified>
  <cp:contentStatus>test</cp:contentStatus>
</cp:coreProperties>
</file>