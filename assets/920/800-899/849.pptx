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3" r:id="rId3"/>
    <p:sldId id="27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Locui-vom noi vreodată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Locui-vom noi vreodată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al nostru Domn Isus?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drepţii laolaltă,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Fi-vom noi în ceruri sus?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Dă-ne, Doamne, voie bună,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Ta să o păzim!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Vrem cu toţii împreună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 să locuim.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Merita-vom noi cununa,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 promisă de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cei ce ţin întruna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Lui ce ne-a impus?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Dă-ne, Doamne, voie bună,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Ta să o păzim!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Vrem cu toţii împreună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 să locuim.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5977</TotalTime>
  <Words>104</Words>
  <Application>Microsoft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1152</cp:revision>
  <dcterms:created xsi:type="dcterms:W3CDTF">2013-10-07T13:04:08Z</dcterms:created>
  <dcterms:modified xsi:type="dcterms:W3CDTF">2014-01-20T09:19:21Z</dcterms:modified>
  <cp:contentStatus>test</cp:contentStatus>
</cp:coreProperties>
</file>