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mamă scumpă!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" y="-76200"/>
            <a:ext cx="9220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mamă scumpă, prin cântarea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Iubirea-ţi dulce s-onorez aş vrea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s-aduc slavă-n veci lui Dumnezeu,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lângă Tine pot să-I cânt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" y="-76200"/>
            <a:ext cx="9220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Unde, pe lume, voi putea găsi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Jertfă mai scumpă ce s-ar oferi?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Ziua 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grija ta am fost,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la Isus găsit-am adăpost.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" y="-76200"/>
            <a:ext cx="9220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 Sfinte, mult Te voi ruga: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Tu iubire pentru mama mea!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Ajută-mi, Doamne-ntruna s-o ascult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mângâiere multă să-i aduc!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" y="-76200"/>
            <a:ext cx="9220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Ţie, Părinte Sfânt, Îţi mulţumesc;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Tău eu vreau să-L preamăresc,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de-aproape astfel m-ai iubit: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Mi-ai dat o mamă, dar nepreţuit!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6360</TotalTime>
  <Words>148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1194</cp:revision>
  <dcterms:created xsi:type="dcterms:W3CDTF">2013-10-07T13:04:08Z</dcterms:created>
  <dcterms:modified xsi:type="dcterms:W3CDTF">2014-01-20T09:57:00Z</dcterms:modified>
  <cp:contentStatus>test</cp:contentStatus>
</cp:coreProperties>
</file>