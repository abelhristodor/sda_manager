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morţii ceas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morţii ceas nu-ntreabă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cale-i timp sau 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ce-i născut din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va rămâne tot.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ce atâta plânset?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Durere de ce-atât?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ştiţi c-aveţi în ceruri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Tată bun şi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ce întruna plângeţi?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Şi-amar vă tânguiţi?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Primiţi acum pe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fi-veţi mântuiţi.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fie-această clipă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despărţire grea,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Căutaţi, primiţi pe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vă veţi revedea.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El de-L veţi alege,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bine veţi avea,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 de-i despărţirea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Aşa, aşa de grea.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6309</TotalTime>
  <Words>133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1183</cp:revision>
  <dcterms:created xsi:type="dcterms:W3CDTF">2013-10-07T13:04:08Z</dcterms:created>
  <dcterms:modified xsi:type="dcterms:W3CDTF">2014-01-20T09:46:10Z</dcterms:modified>
  <cp:contentStatus>test</cp:contentStatus>
</cp:coreProperties>
</file>