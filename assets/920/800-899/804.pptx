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3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Harul Domnului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Harul Domnului Isus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Tatălui din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Şi-mpărtăşirea Duhului Preasfânt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(:Fie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noi:) 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Fie-n veci cu noi, Amin!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(:Amin! Amin!:)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5304</TotalTime>
  <Words>39</Words>
  <Application>Microsoft PowerPoint</Application>
  <PresentationFormat>On-screen Show (4:3)</PresentationFormat>
  <Paragraphs>10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1055</cp:revision>
  <dcterms:created xsi:type="dcterms:W3CDTF">2013-10-07T13:04:08Z</dcterms:created>
  <dcterms:modified xsi:type="dcterms:W3CDTF">2014-01-14T07:21:08Z</dcterms:modified>
  <cp:contentStatus>test</cp:contentStatus>
</cp:coreProperties>
</file>