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ce-ntârzii,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iubite frate?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862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ce-ntârzii, iubite frate,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Îndepărtat de Dumnezeu?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în viaţa de păcate,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bine vin’ la sânul Său!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Ah, te grăbeşte, e mai bine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Să vii la Domnul negreşit!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Lui mare milă-i e de tine,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eşti al Lui şi te-a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Destul de mult ai stat ca slugă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Şi-ai suferit pe lângă porci!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Te-opreşte-acum, priveşte-n rugă: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te-aşteaptă să te-ntorci!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Ah, te grăbeşte, e mai bine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Să vii la Domnul negreşit!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Lui mare milă-i e de tine,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eşti al Lui şi te-a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Domnul, nicicând, nu dă afară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cei întorşi la El, căiţi!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Auzi ce blând El cheamă iară: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„Veniţi la Mine, toţi veniţi!”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Ah, te grăbeşte, e mai bine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Să vii la Domnul negreşit!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Lui mare milă-i e de tine,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eşti al Lui şi te-a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6290</TotalTime>
  <Words>193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1167</cp:revision>
  <dcterms:created xsi:type="dcterms:W3CDTF">2013-10-07T13:04:08Z</dcterms:created>
  <dcterms:modified xsi:type="dcterms:W3CDTF">2014-01-20T09:38:30Z</dcterms:modified>
  <cp:contentStatus>test</cp:contentStatus>
</cp:coreProperties>
</file>