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Ne-adunăm cu toţii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Ne-adunăm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toţii, 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arăşi să-nvăţăm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sub steagul lui Isus să ne grupăm,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în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lupta-Mpărăţiei ce-aşteptăm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cedăm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vom trăi!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Lăudaţi, lăudaţi!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cântaţi, şi cântaţi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Hristos, pe Hristos,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Acum şi în veac de veac!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oi în Şcoală-n Sabat arme făurim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Pentru lupta grea cu Spirit ne-oţelim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;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Bucuroşi ieşim apoi să biruim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cedăm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vom trăi!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Lăudaţi, lăudaţi!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cântaţi, şi cântaţi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Hristos, pe Hristos,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Acum şi în veac de veac!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După focul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luptei,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veşnici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mângâieri: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câmpia Salem nu mai sunt dureri;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Fericiţi că-avem aşa făgăduieli,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cedăm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vom trăi!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Lăudaţi, lăudaţi!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cântaţi, şi cântaţi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Hristos, pe Hristos,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Acum şi în veac de veac!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6364</TotalTime>
  <Words>176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1193</cp:revision>
  <dcterms:created xsi:type="dcterms:W3CDTF">2013-10-07T13:04:08Z</dcterms:created>
  <dcterms:modified xsi:type="dcterms:W3CDTF">2014-01-20T09:56:00Z</dcterms:modified>
  <cp:contentStatus>test</cp:contentStatus>
</cp:coreProperties>
</file>