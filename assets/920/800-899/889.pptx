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Din rădăcina vie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889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rădăcina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vie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Mlădiţa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scris a fost să fie,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Biblia grăi.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floare ca de vis,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noaptea cea târzie,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cerul ne-a deschis.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Această floare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dulce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ireasmă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răspândi;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Lumină ne aduse,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neguri străluci.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om şi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Dureri poate s-alunge,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Păcatul hâd şi greu.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0"/>
            <a:ext cx="7467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valea întristării,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ondu-ne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palat,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largu-nseninării,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pre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minunat!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vrem să fim,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rugile cântării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Tine Te mărim!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6488</TotalTime>
  <Words>99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1219</cp:revision>
  <dcterms:created xsi:type="dcterms:W3CDTF">2013-10-07T13:04:08Z</dcterms:created>
  <dcterms:modified xsi:type="dcterms:W3CDTF">2014-01-20T10:22:25Z</dcterms:modified>
  <cp:contentStatus>test</cp:contentStatus>
</cp:coreProperties>
</file>