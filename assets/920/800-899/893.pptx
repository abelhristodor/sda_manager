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Apă cristalină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372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Apă cristalină, din izvor curat,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din ceruri, dulce nectar azurat,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şirui prin luncă, prin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poieni,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păduri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dai vieţii forţa şi-ntregii naturi.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Mii de flori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frumoase,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seceriş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bogat,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Fructe dulci,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gustoase,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unde-ai udat.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Trist este pustiul, flori n-au răsărit,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om şi plantă nu te-au absorbit.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677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taverne joase, în chef şi festin,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Lumea bea spre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vieţii venin.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Banii-şi bea şi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mintea,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bând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 şi lichior.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bem numai apă, din rece izvor.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Saltă-izvorul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vesel,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fluviul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curge lin,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Marea clocoteşte în al ei bazin,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Murmurul de ape e un cânt duios,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Apa e-al vieţii nectar delicios!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6496</TotalTime>
  <Words>157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1223</cp:revision>
  <dcterms:created xsi:type="dcterms:W3CDTF">2013-10-07T13:04:08Z</dcterms:created>
  <dcterms:modified xsi:type="dcterms:W3CDTF">2014-01-20T10:27:38Z</dcterms:modified>
  <cp:contentStatus>test</cp:contentStatus>
</cp:coreProperties>
</file>