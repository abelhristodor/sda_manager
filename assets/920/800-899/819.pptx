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Veniţi, voi,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toţi cei credincioşi!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Veniţi, voi, toţi cei credincioşi,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să ne-nchinăm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cel viu,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care ne-a zidit pe noi. </a:t>
            </a:r>
          </a:p>
          <a:p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 mare este Domnul,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nostru,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veghează peste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Veniţi, voi, toţi cei credincioşi,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să-L slăvim pe Domnul Dumnezeu din cer,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cântăm cântare nouă-n cor!</a:t>
            </a:r>
          </a:p>
          <a:p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 mare este Domnul,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nostru,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veghează peste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Veniţi, voi, toţi cei credincioşi,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să-L mărim pe </a:t>
            </a:r>
            <a:endParaRPr lang="ro-RO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Dumnezeul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nostru viu,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ne-a iubit atât de mult!</a:t>
            </a:r>
          </a:p>
          <a:p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 mare este Domnul,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nostru,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veghează peste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5378</TotalTime>
  <Words>145</Words>
  <Application>Microsoft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1072</cp:revision>
  <dcterms:created xsi:type="dcterms:W3CDTF">2013-10-07T13:04:08Z</dcterms:created>
  <dcterms:modified xsi:type="dcterms:W3CDTF">2014-01-14T08:18:41Z</dcterms:modified>
  <cp:contentStatus>test</cp:contentStatus>
</cp:coreProperties>
</file>