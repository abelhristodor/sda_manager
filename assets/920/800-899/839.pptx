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8" r:id="rId7"/>
    <p:sldId id="277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Când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la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sunetul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trâmbiţi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la sunetul de trâmbiţi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aleşi s-or aduna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la tronul lui Isus pe veci vor fi,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eterna zi va-ncepe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când </a:t>
            </a:r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noaptea va-nceta,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eu la tronul Domnului să fiu!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pe drepţi cu bucurie,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chema Isus să vie,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viaţă îi îmbie,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eu la tronul Domnului să fiu!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la ziua învierii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mormânt s-or deştepta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corpuri strălucite vor veni,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spre cerurile ’nalte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Cei aleşi s-or înălţa,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eu la tronul Domnului să fiu.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pe drepţi cu bucurie,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chema Isus să vie,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viaţă îi îmbie,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eu la tronul Domnului să fiu!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din zori şi până-n noapte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Domnul vom lucra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luptele credinţei tari vom sta,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nu ne înspăimântă,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Veseli, o vom înfrunta!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eu la tronul Domnului să fiu.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pe drepţi cu bucurie,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chema Isus să vie,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la viaţă îi îmbie,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şi eu la tronul Domnului să fiu!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5951</TotalTime>
  <Words>233</Words>
  <Application>Microsoft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1143</cp:revision>
  <dcterms:created xsi:type="dcterms:W3CDTF">2013-10-07T13:04:08Z</dcterms:created>
  <dcterms:modified xsi:type="dcterms:W3CDTF">2014-01-20T09:01:38Z</dcterms:modified>
  <cp:contentStatus>test</cp:contentStatus>
</cp:coreProperties>
</file>