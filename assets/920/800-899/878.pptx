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I-auzi, cum cântă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aşa de frumos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878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I-auzi, cum cântă aşa de frumos,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Teme-te de Cel Sfânt,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Mici păsărele duios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Stând pitulate prin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câmp,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mirişti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Vara îndeamnă pe cel trecător: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„Să iubeşti pe Cel Sfânt.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te-a crescut cu mult dor.”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-76200"/>
            <a:ext cx="86106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Cântecul pare a mai însemna: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„Laudă pe Cel Sfânt,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Care te poate-ajuta!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Vezi tu bogatele roade din câmp,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Care-ţi sunt date ca dar pe pământ?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te pleci Celui Sfânt,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îţi dă viaţă şi tot!”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-76200"/>
            <a:ext cx="86106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Dacă furtuna e azi împrejur,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Roagă-te Celui Sfânt,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Îngeri îţi tabără-n jur.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te sperie cele ce vin,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păsărele te-ndeamnă voios: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„Să te-ncrezi în Cel Sfânt,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este blând şi milos.”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6379</TotalTime>
  <Words>151</Words>
  <Application>Microsoft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1200</cp:revision>
  <dcterms:created xsi:type="dcterms:W3CDTF">2013-10-07T13:04:08Z</dcterms:created>
  <dcterms:modified xsi:type="dcterms:W3CDTF">2014-01-20T10:02:42Z</dcterms:modified>
  <cp:contentStatus>test</cp:contentStatus>
</cp:coreProperties>
</file>