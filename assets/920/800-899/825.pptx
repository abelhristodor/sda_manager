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Galileea, Galileea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Galileea, Galileea,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veci rămâi în mintea mea.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mării ţărm tăcut, frumos,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Unde-a-nvăţat Domnul Hristos.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Galileea, Galileea,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Neştearsă-mi eşti din mintea mea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tău, frumosu-ţi lac,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Despre Hristos vorbeşte-n veac.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lacul tău, în vas purtat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Sau şi pe jos Domnu-a umblat.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Cuvinte vii El predicând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suferinţe vindecând. 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Galileea, Galileea,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Neştearsă-mi eşti din mintea mea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tău, frumosu-ţi lac,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Despre Hristos vorbeşte-n veac.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Galileea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numele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Nu-l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uit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nici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pământul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. 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tine-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ntâi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răsărit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Lumina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ce ne-a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mântuit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Galileea, Galileea,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Neştearsă-mi eşti din mintea mea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tău, frumosu-ţi lac,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Despre Hristos vorbeşte-n veac.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5414</TotalTime>
  <Words>160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1080</cp:revision>
  <dcterms:created xsi:type="dcterms:W3CDTF">2013-10-07T13:04:08Z</dcterms:created>
  <dcterms:modified xsi:type="dcterms:W3CDTF">2014-01-14T08:32:03Z</dcterms:modified>
  <cp:contentStatus>test</cp:contentStatus>
</cp:coreProperties>
</file>