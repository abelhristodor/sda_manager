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3" r:id="rId3"/>
    <p:sldId id="274" r:id="rId4"/>
    <p:sldId id="275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1/14/2014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1/14/2014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Ce bine e </a:t>
            </a:r>
            <a:b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când tot mereu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811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 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Ce bine e, când tot mereu,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braţul Tău, mă sprijin eu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când, cu milă, mă mângâi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multe Tu îmi spui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De-al Tău Regat ce e-n cer, sus,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Şi-n care-oricine poate fi!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cât de bine e aici,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braţul lui Isus!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811/920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 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Dureri şi griji nu simt acum,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am Păstorul cel mai bun;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braţul Său mă sprijin eu,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De-aceea cânt mereu: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„O, mare e iubirea Ta,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care viaţa pot afla!”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cât de bine e aici,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braţul lui Isus!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811/920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en-US" altLang="ro-RO" sz="4000" b="1" smtClean="0">
                <a:solidFill>
                  <a:srgbClr val="FFDD4B"/>
                </a:solidFill>
                <a:latin typeface="Georgia" pitchFamily="18" charset="0"/>
              </a:rPr>
              <a:t> 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Cu El, voios, eu voi porni,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Iubirea Sa spre a vesti,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vreau, da, mulţi în ceruri, sus,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 fi cu-al meu Isus!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Eu vreau a spune cu mult dor: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„O! cât de bun e-al meu Păstor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cât de bine e aici,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braţul lui Isus!”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811/920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5318</TotalTime>
  <Words>191</Words>
  <Application>Microsoft PowerPoint</Application>
  <PresentationFormat>On-screen Show (4:3)</PresentationFormat>
  <Paragraphs>32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1061</cp:revision>
  <dcterms:created xsi:type="dcterms:W3CDTF">2013-10-07T13:04:08Z</dcterms:created>
  <dcterms:modified xsi:type="dcterms:W3CDTF">2014-01-14T07:38:20Z</dcterms:modified>
  <cp:contentStatus>test</cp:contentStatus>
</cp:coreProperties>
</file>