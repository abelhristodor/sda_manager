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plecăm în depărtări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plecăm în depărtări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munţi, câmpii şi mări,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vestim Cuvântul sfânt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Tuturor de pe pământ!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vesti necontenit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Isus, Cel Preamărit,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curând El va veni,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drepţi a-i mântui!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vom trece prin nevoi,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vom da nicicând ’napoi,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’nainte vom lucra,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Orişice s-ar întâmpla.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vesti necontenit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Isus, Cel Preamărit,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curând El va veni,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drepţi a-i mântui!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privim spre ceruri,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rugă prin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să cerem ajutor,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lucrare s-avem spor.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vesti necontenit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Isus, Cel Preamărit,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curând El va veni,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drepţi a-i mântui!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5933</TotalTime>
  <Words>165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1139</cp:revision>
  <dcterms:created xsi:type="dcterms:W3CDTF">2013-10-07T13:04:08Z</dcterms:created>
  <dcterms:modified xsi:type="dcterms:W3CDTF">2014-01-20T08:59:08Z</dcterms:modified>
  <cp:contentStatus>test</cp:contentStatus>
</cp:coreProperties>
</file>