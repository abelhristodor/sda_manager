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 mult harul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800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mult harul sfânt depăşeşte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Greul crucii de purtat,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poate furtuna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s-ascundă 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Chipul Său cel minunat.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mult harul cruce-a biruit,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El, da, furtuna-i pe sfârşit.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ferice sunt a şti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noi doreşte-a fi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De-orice rău a mă păzi.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Pe cale-mi nu-s spini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mai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puternici 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Ca cei din coroana Lui, 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Iar cupa ce-o beau nu-i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mai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amară </a:t>
            </a:r>
            <a:endParaRPr lang="it-IT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Ca aceea dată Lui. 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mult harul cruce-a biruit,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El, da, furtuna-i pe sfârşit.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ferice sunt a şti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noi doreşte-a fi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De-orice rău a mă păzi.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Lumina iubirii-I străluce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Pe-al meu drum ce-mi pare greu.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Îndat’ El pe îngeri trimite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Sprijinindu-mă mereu.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mult harul cruce-a biruit,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El, da, furtuna-i pe sfârşit.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ferice sunt a şti </a:t>
            </a:r>
            <a:endParaRPr lang="ro-RO" altLang="ro-RO" sz="400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noi doreşte-a fi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De-orice rău a mă păzi.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5297</TotalTime>
  <Words>184</Words>
  <Application>Microsoft PowerPoint</Application>
  <PresentationFormat>On-screen Show (4:3)</PresentationFormat>
  <Paragraphs>38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1051</cp:revision>
  <dcterms:created xsi:type="dcterms:W3CDTF">2013-10-07T13:04:08Z</dcterms:created>
  <dcterms:modified xsi:type="dcterms:W3CDTF">2014-01-14T07:10:27Z</dcterms:modified>
  <cp:contentStatus>test</cp:contentStatus>
</cp:coreProperties>
</file>