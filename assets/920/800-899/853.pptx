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Veghetori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sunaţi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din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trâmbiţi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Zvon de sfântă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Trece-al cerului hotar.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Veghetori, sunaţi din trâmbiţi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credinţei sunet clar!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întoarce Domnul nostru,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vine-n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Se-ntoarce să domnească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Peste valea întristării,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plânsul prea durut,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Veghetori, sunaţi din trâmbiţi!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 lumii a trecut.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întoarce Domnul nostru,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vine-n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Se-ntoarce să domnească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Semne multe dau de veste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veciei răsărit.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Veghetori, sunaţi din trâmbiţi!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 luptă s-a sfârşit.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întoarce Domnul nostru,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vine-n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Se-ntoarce să domnească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Minunată e-ntâlnirea,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Minunat e să-L vedem.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Veghetori, sunaţi din trâmbiţi!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Vine-n Sion, în Salem.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întoarce Domnul nostru,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vine-n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Se-ntoarce să domnească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6133</TotalTime>
  <Words>191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1158</cp:revision>
  <dcterms:created xsi:type="dcterms:W3CDTF">2013-10-07T13:04:08Z</dcterms:created>
  <dcterms:modified xsi:type="dcterms:W3CDTF">2014-01-20T09:26:33Z</dcterms:modified>
  <cp:contentStatus>test</cp:contentStatus>
</cp:coreProperties>
</file>