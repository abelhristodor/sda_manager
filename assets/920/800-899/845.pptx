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Dincol’ pe 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845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Colo pe malu-ndepărtat,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Ferit de-al răului tumult,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E-un loc frumos, cu zile-n veci,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Şi-acolo plâns nu-i de văzut.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Colo pe malul mării de cristal,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mei iubiţi mă cheamă-n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duios.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părăsi îndat’ ţărmul de griji,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Şi-oi locui în Ţara 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Acolo-i chiar cerescul ţărm,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Scutit de moarte şi păcat,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sunt dureri, griji şi amar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suferinţi nu-s de aflat.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Colo pe malul mării de cristal,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mei iubiţi mă cheamă-n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duios.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părăsi îndat’ ţărmul de griji,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Şi-oi locui în Ţara 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Mult n-or mai fi valuri de plâns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corp trudit, de tot rănit,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chinuri şi dureri străpuns,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inimi ce-au tot suferit.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Colo pe malul mării de cristal,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mei iubiţi mă cheamă-n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duios.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părăsi îndat’ ţărmul de griji,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Şi-oi locui în Ţara 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malu-acel, cu pacea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cheamă-Isus necontenit.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malu-acel nu sunt furtuni,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cânt frumos de bun venit.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Colo pe malul mării de cristal,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Ai mei iubiţi mă cheamă-n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duios.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părăsi îndat’ ţărmul de griji,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Şi-oi locui în Ţara lui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>
              <a:buNone/>
            </a:pPr>
            <a:r>
              <a:rPr lang="ro-RO" sz="4000" b="1" dirty="0" smtClean="0">
                <a:solidFill>
                  <a:srgbClr val="FFDD4B"/>
                </a:solidFill>
              </a:rPr>
              <a:t>4. </a:t>
            </a:r>
            <a:r>
              <a:rPr lang="ro-RO" sz="4000" dirty="0" smtClean="0">
                <a:solidFill>
                  <a:schemeClr val="bg1"/>
                </a:solidFill>
              </a:rPr>
              <a:t>Pe malu-acel, cu pacea Sa,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</a:rPr>
              <a:t>Ne cheamă-Isus necontenit.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</a:rPr>
              <a:t>Pe malu-acel nu sunt furtuni,</a:t>
            </a:r>
          </a:p>
          <a:p>
            <a:pPr>
              <a:buNone/>
            </a:pPr>
            <a:r>
              <a:rPr lang="ro-RO" sz="4000" dirty="0" smtClean="0">
                <a:solidFill>
                  <a:schemeClr val="bg1"/>
                </a:solidFill>
              </a:rPr>
              <a:t>Ci cânt frumos de bun venit.</a:t>
            </a:r>
          </a:p>
          <a:p>
            <a:endParaRPr lang="ro-RO" sz="4000" dirty="0">
              <a:solidFill>
                <a:schemeClr val="bg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5973</TotalTime>
  <Words>281</Words>
  <Application>Microsoft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1150</cp:revision>
  <dcterms:created xsi:type="dcterms:W3CDTF">2013-10-07T13:04:08Z</dcterms:created>
  <dcterms:modified xsi:type="dcterms:W3CDTF">2014-01-20T09:11:30Z</dcterms:modified>
  <cp:contentStatus>test</cp:contentStatus>
</cp:coreProperties>
</file>