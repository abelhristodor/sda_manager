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ducem Biblia-n popor!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„Să ducem Biblia-n popor!”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Deviza-aceasta ne-o luăm!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ei mântuitor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tuturor să predicăm!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Cuvânt, să luminezi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peste munţi şi peste mări!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Dumnezeu tu să îndrepţi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prin blândele-ţi chemări!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Blând, strălucind din înălţimi,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sfânt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minunat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Distruge nori de-ntunecimi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mântuieşte de păcat!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Cuvânt, să luminezi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peste munţi şi peste mări!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Dumnezeu tu să îndrepţi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prin blândele-ţi chemări!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spune de Isus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pentru noi S-a răstignit,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dovezi mari, de nespus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dat să ştim cât ne-a iubit! 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Cuvânt, să luminezi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peste munţi şi peste mări!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Dumnezeu tu să îndrepţi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prin blândele-ţi chemări!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zice: „Va veni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aşa cum ne-a promis”,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noi, cu toţi, de-I vom servi,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fi cu El în Paradis.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Cuvânt, să luminezi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peste munţi şi peste mări!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Dumnezeu tu să îndrepţi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prin blândele-ţi chemări!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5603</TotalTime>
  <Words>238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1104</cp:revision>
  <dcterms:created xsi:type="dcterms:W3CDTF">2013-10-07T13:04:08Z</dcterms:created>
  <dcterms:modified xsi:type="dcterms:W3CDTF">2014-01-20T08:39:04Z</dcterms:modified>
  <cp:contentStatus>test</cp:contentStatus>
</cp:coreProperties>
</file>