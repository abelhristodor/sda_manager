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Revederea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vom revedea odată,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căminul cel de sus?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privi pe Domnu-n faţă,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Negrul nopţii când s-a dus?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vom întâlni cu-ai noştri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Prieteni buni, cu ei uniţi?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18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mânca la masa obştii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Isus, nedespărţiţi?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ne vom vedea acolo,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izvorul apei vii,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vom fi de-atunci încolo,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Fraţi, surori şi ai Săi fii.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O! ce fericire fi-va,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pe nor în cer răpiţi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cânta Lui: „Aleluia”,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în cor cei mântuiţi.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oraş, pe străzi de aur,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 marea de cristal,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18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cânta din harfe de-aur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ospăţul cel regal.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umblăm deci în credinţă,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Domnu-oricând să stăm,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Şi-mplinind a Lui voinţă,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Viaţa-n veci o căpătăm.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6176</TotalTime>
  <Words>168</Words>
  <Application>Microsoft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1166</cp:revision>
  <dcterms:created xsi:type="dcterms:W3CDTF">2013-10-07T13:04:08Z</dcterms:created>
  <dcterms:modified xsi:type="dcterms:W3CDTF">2014-01-20T09:36:07Z</dcterms:modified>
  <cp:contentStatus>test</cp:contentStatus>
</cp:coreProperties>
</file>