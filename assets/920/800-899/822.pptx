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3" r:id="rId3"/>
    <p:sldId id="274" r:id="rId4"/>
    <p:sldId id="275" r:id="rId5"/>
    <p:sldId id="276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1/14/2014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1/14/2014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Hai, copile, vin la Mine!</a:t>
            </a:r>
            <a:endParaRPr lang="vi-VN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82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0"/>
            <a:ext cx="7848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 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„Hai, copile, vin la Mine,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Vin acum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degrab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’,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Harul Meu şi peste tine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Vreau să-L dau cu drag!”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82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0"/>
            <a:ext cx="7848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 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Auzind a Ta chemare,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Eu am alergat,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nu-i timp de aşteptare,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Vreau să fiu salvat!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82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0"/>
            <a:ext cx="7848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 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Sunt micuț, dar vin la Tine,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Bunul meu Isus,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Te rog să faci din mine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 prinț în cer sus!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82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0"/>
            <a:ext cx="7848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 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Deci Te rog, iubite Tată,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mă părăsi,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în cer să pot, odată,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Lângă Tine-a fi.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82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5405</TotalTime>
  <Words>135</Words>
  <Application>Microsoft PowerPoint</Application>
  <PresentationFormat>On-screen Show (4:3)</PresentationFormat>
  <Paragraphs>26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1077</cp:revision>
  <dcterms:created xsi:type="dcterms:W3CDTF">2013-10-07T13:04:08Z</dcterms:created>
  <dcterms:modified xsi:type="dcterms:W3CDTF">2014-01-14T08:24:44Z</dcterms:modified>
  <cp:contentStatus>test</cp:contentStatus>
</cp:coreProperties>
</file>