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cruce Domnu-a pătimit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cruce Domnu-a-nfăptuit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Minunea ce ne-a mântuit.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veci în El să vieţuiesc,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Său botez mă pre-nnoiesc.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Păcatul nu-l voi mai sluji,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pentru el eu mort voi fi.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Domnu-n moarte am aflat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Lumină, viaţă, gând 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Apa-mi serveşte de mormânt,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în Hristos azi mă cufund;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Şi-apoi cu El mă voi scula,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viaţă nouă voi umbla.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moarte-asemănat cu El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Pierit-au chinuri, griji, dureri.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înviere ca a Lui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dă Cuvântul Domnului.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Azi, Dumnezeu m-a înviat,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fi cu viaţă-ncununat!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Hristos, Păstorul cel mai bun,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Mi-arată drumul de acum.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6457</TotalTime>
  <Words>152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1214</cp:revision>
  <dcterms:created xsi:type="dcterms:W3CDTF">2013-10-07T13:04:08Z</dcterms:created>
  <dcterms:modified xsi:type="dcterms:W3CDTF">2014-01-20T10:17:25Z</dcterms:modified>
  <cp:contentStatus>test</cp:contentStatus>
</cp:coreProperties>
</file>