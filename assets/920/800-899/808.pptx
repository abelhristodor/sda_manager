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3" r:id="rId3"/>
    <p:sldId id="274" r:id="rId4"/>
    <p:sldId id="275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1/14/2014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1/14/2014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Doamne, </a:t>
            </a:r>
            <a:b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ştii a mea iubire</a:t>
            </a:r>
            <a:endParaRPr lang="fr-FR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808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066800" y="0"/>
            <a:ext cx="80772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 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Doamne, ştii a mea iubire,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Tu eşti tot ce mi-a rămas!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Vină orice prigonire,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Cadă toţi, eu nu Te las!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Chiar şi când mă-nvinge teama,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 vreau să Te părăsesc!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Cum un fiu ’şi-iubeşte mama,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Tot aşa eu Te iubesc.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808/920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066800" y="0"/>
            <a:ext cx="80772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 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Şi-i iubesc pe toţi, prin Tine,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Care-n Cartea Ta s-au scris,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Fiii-aceleiaşi tulpine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Răsădite-n Paradis.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mă uit şi-mi văd frăţia,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Toţi acei născuţi de sus,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O, mi-e dor de-Mpărăţia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Pregătită de Isus!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808/920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066800" y="0"/>
            <a:ext cx="80772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en-US" altLang="ro-RO" sz="4000" b="1" smtClean="0">
                <a:solidFill>
                  <a:srgbClr val="FFDD4B"/>
                </a:solidFill>
                <a:latin typeface="Georgia" pitchFamily="18" charset="0"/>
              </a:rPr>
              <a:t> 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Doamne, Tu le ştii pe toate,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Toată inima mi-o ştii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Tu vezi cum ea se zbate,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Îţi cântă melodii!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Ar vrea nu numai să-Ţi cânte,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Ci să ducă trai curat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să nu se mai frământe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Ispitită de păcat.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808/920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5313</TotalTime>
  <Words>160</Words>
  <Application>Microsoft PowerPoint</Application>
  <PresentationFormat>On-screen Show (4:3)</PresentationFormat>
  <Paragraphs>32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1058</cp:revision>
  <dcterms:created xsi:type="dcterms:W3CDTF">2013-10-07T13:04:08Z</dcterms:created>
  <dcterms:modified xsi:type="dcterms:W3CDTF">2014-01-14T07:31:43Z</dcterms:modified>
  <cp:contentStatus>test</cp:contentStatus>
</cp:coreProperties>
</file>