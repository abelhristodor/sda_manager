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odată va să sune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odată va să sune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Trâmbiţa prin munţi şi văi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Domnul va s-adune pe ai Săi,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ne vom înfăţişa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marea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cristal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cor înalt cânta-vom triumfal!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fericire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sunetul de trâmbiţi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e-om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Isus, cu Isus!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ce mare fericire vom avea!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când îngerul din ceruri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striga în infinit: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„Nu mai este timp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e-acuma, s-a sfârşit!”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Domnu-atunci îi va conduce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toţi credincioşii Lui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splendoarea minunată-a cerului!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fericire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sunetul de trâmbiţi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e-om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Isus, cu Isus!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ce mare fericire vom avea!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Când, la marea judecată,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greşiţi se vor vădi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Domnul în mărire va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buni, Isus va zice: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„Veniţi voi, cei drepţi şi sfinţi,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etern să-Mi fiţi alături, fericiţi!”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fericire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sunetul de trâmbiţi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e-om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Isus, cu Isus!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ce mare fericire vom avea!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5960</TotalTime>
  <Words>226</Words>
  <Application>Microsoft PowerPoint</Application>
  <PresentationFormat>On-screen Show (4:3)</PresentationFormat>
  <Paragraphs>47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1147</cp:revision>
  <dcterms:created xsi:type="dcterms:W3CDTF">2013-10-07T13:04:08Z</dcterms:created>
  <dcterms:modified xsi:type="dcterms:W3CDTF">2014-01-20T09:05:09Z</dcterms:modified>
  <cp:contentStatus>test</cp:contentStatus>
</cp:coreProperties>
</file>