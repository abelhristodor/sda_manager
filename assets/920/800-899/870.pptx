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Într-o simţire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870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220200" cy="5786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. Într-o simţire,</a:t>
            </a:r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azi inima noastră unim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Şi ne-ncetat, spre-un singur ţel,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Dorul, privirea ne-aţintim,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Ca toţi acei ce sunt pierduţi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Să zică: „Îl dorim!”</a:t>
            </a: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Iată-L, Se-arată-n nor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Al nostru Mântuitor!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Să ne pregătim,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Pe Hrist noi să-L primim.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870/920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-76200"/>
            <a:ext cx="8382000" cy="6355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Vină prigoană şi cerul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O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ricât s-ar ’nnora,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Una noi ştim: ca să luptăm,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Căci Hrist muri spre-a ne salva,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Ca-odată-n cer</a:t>
            </a:r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lângă-al Său tron,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Pe noi a ne-aşeza!</a:t>
            </a: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Iată-L, Se-arată-n nor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Al nostru Mântuitor!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Să ne pregătim,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Pe Hrist noi să-L primim.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870/920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-76200"/>
            <a:ext cx="8382000" cy="6355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3.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Calea spre ceruri, </a:t>
            </a:r>
            <a:endParaRPr lang="ro-RO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742950" indent="-742950"/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eşi </a:t>
            </a:r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e spinoasă, nu-i grea,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De Îl avem pe Domnu-Isus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Şi de-ascultăm de vrerea Sa</a:t>
            </a:r>
            <a:r>
              <a:rPr lang="ro-RO" altLang="ro-RO" sz="370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370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endParaRPr lang="vi-VN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Ne va părea drumul doar flori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Pe care vom umbla!</a:t>
            </a:r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Iată-L, Se-arată-n nor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Al nostru Mântuitor!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Să ne pregătim,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Pe Hrist noi să-L primim.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870/920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6358</TotalTime>
  <Words>185</Words>
  <Application>Microsoft PowerPoint</Application>
  <PresentationFormat>On-screen Show (4:3)</PresentationFormat>
  <Paragraphs>40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1192</cp:revision>
  <dcterms:created xsi:type="dcterms:W3CDTF">2013-10-07T13:04:08Z</dcterms:created>
  <dcterms:modified xsi:type="dcterms:W3CDTF">2014-01-20T09:50:47Z</dcterms:modified>
  <cp:contentStatus>test</cp:contentStatus>
</cp:coreProperties>
</file>