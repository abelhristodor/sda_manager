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 peregrin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peregrin în lume,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merg prin ploi şi vânt,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aspra vieţii cale,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Înspre oraşul sfânt;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mândru străluceşte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cerul fără nor;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unde cântă dulce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heruvimii-n cor,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unde cântă dulce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heruvimii-n cor.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nu mai sunt din lume,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renăscut Isus;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Gândirea şi simţirea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Se-ndreaptă-acolo, sus…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Aici nu simt plăcere,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totu-i trecător;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Acolo, sus e raiul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veci nepieritor,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Acolo, sus e raiul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veci nepieritor.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15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Acolo nu sunt lacrimi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mai sunt dureri,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nu e moarte,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numai mângâieri…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sună-ntruna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cânt armonios: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cântecul iubirii,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blândului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cântecul iubirii,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blândului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5935</TotalTime>
  <Words>161</Words>
  <Application>Microsoft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1140</cp:revision>
  <dcterms:created xsi:type="dcterms:W3CDTF">2013-10-07T13:04:08Z</dcterms:created>
  <dcterms:modified xsi:type="dcterms:W3CDTF">2014-01-20T09:00:02Z</dcterms:modified>
  <cp:contentStatus>test</cp:contentStatus>
</cp:coreProperties>
</file>