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Doar Dumnezeu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 fi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Dumnezeu va fi mărit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pentru-a Sa milă,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de-orice rău El ne-a ferit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Său cuvânt lumină.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al păcii Sale sfat,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va-mplini-n chip minunat: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Tresalte câţi suspină!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tronul Tău toţi se prostern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Cuprinşi de admirare,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Tu, o, Tată, în etern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Domneşti fără schimbare.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Puternic eşti, nemăsurat,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împlineşti ce-ai cugetat: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Ţi-aducem închinare!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scump Isus, Tu-ntâi născut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Tatălui din ceruri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ai făcut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Pace-ntre om şi ceruri.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 sfânt, ne-ascultă în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cel mai mare-ntre eroi,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Te-ndură de noi pururi!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-76200"/>
            <a:ext cx="7924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Spirit Sfânt, Tu dar ceresc,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Coboară, ne mângâie!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Apărător, când norii cresc,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bun ca Tine nu e.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Vino-ntre noi, câţi Te dorim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câţi poruncile păzim,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vino, ne mângâie!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6383</TotalTime>
  <Words>184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1203</cp:revision>
  <dcterms:created xsi:type="dcterms:W3CDTF">2013-10-07T13:04:08Z</dcterms:created>
  <dcterms:modified xsi:type="dcterms:W3CDTF">2014-01-20T10:06:08Z</dcterms:modified>
  <cp:contentStatus>test</cp:contentStatus>
</cp:coreProperties>
</file>