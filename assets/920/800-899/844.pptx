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vom trece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odată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vom trece noi odată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pământul adorat,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Unde-i viaţa-mbelşugată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izvor neîncetat.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în strălucire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Patria noastră vom vedea;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trece plâns, durere,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mai mult n-om suspina.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Patria noastră vom vedea,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vom fi la Dumnezeu!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ea cu înfocare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luptat şi Domnul meu,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şi tu să fii acolo?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dar la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va-mbrăca-n mărire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Corpul nostru pieritor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fi toţi la privire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Isus, al vieţii Domn.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Ce-am sperat o viaţă-ntreagă,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se va-mplini: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cu fruntea-ncununată,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 şi sfinţi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Patria noastră vom vedea,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vom fi la Dumnezeu!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ea cu înfocare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luptat şi Domnul meu,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şi tu să fii acolo?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dar la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Acolo-i numai iubire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Întru toate cu belşug,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cântări de proslăvire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adâncuri se răsfrâng.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un cuget şi-o simţire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Tatăl şi-ai Săi fii.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în pace-ntreaga fire,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Domnesc ai luminii fii.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>
              <a:buNone/>
            </a:pP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Patria noastră vom vedea,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vom fi la Dumnezeu!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ea cu înfocare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luptat şi Domnul meu,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şi tu să fii acolo?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dar la Dumnezeu!</a:t>
            </a:r>
          </a:p>
          <a:p>
            <a:pPr>
              <a:buNone/>
            </a:pPr>
            <a:endParaRPr lang="ro-RO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5964</TotalTime>
  <Words>249</Words>
  <Application>Microsoft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1148</cp:revision>
  <dcterms:created xsi:type="dcterms:W3CDTF">2013-10-07T13:04:08Z</dcterms:created>
  <dcterms:modified xsi:type="dcterms:W3CDTF">2014-01-20T09:09:19Z</dcterms:modified>
  <cp:contentStatus>test</cp:contentStatus>
</cp:coreProperties>
</file>