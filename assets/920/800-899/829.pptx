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Fiică, fiică din 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Fiică, fiică din Sion,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Strigă,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Ierusalim!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cum vine Domn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gata să-L primim!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Osana, Fiu al lui David,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Binecuvântat să fii!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Stabileşte Raiul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Te aşteptăm să vii.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 Celui de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Rege-al păcii, Rege blând!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fi-vei pe tron 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Fiu de Dumnezeu cel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5597</TotalTime>
  <Words>101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1100</cp:revision>
  <dcterms:created xsi:type="dcterms:W3CDTF">2013-10-07T13:04:08Z</dcterms:created>
  <dcterms:modified xsi:type="dcterms:W3CDTF">2014-01-14T08:41:49Z</dcterms:modified>
  <cp:contentStatus>test</cp:contentStatus>
</cp:coreProperties>
</file>