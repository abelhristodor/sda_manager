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3" r:id="rId3"/>
    <p:sldId id="274" r:id="rId4"/>
    <p:sldId id="275" r:id="rId5"/>
    <p:sldId id="276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Amicul cel mai bun </a:t>
            </a:r>
            <a:b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în cer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884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0"/>
            <a:ext cx="83820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Amicul cel mai bun în cer 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Iar pe pământ amicii-s rari;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crezi oricui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iubirea-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ţ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cere,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Expus eşti la primejdii mari. 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De-aceea-am zis-o şi-o mai zic: 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Isus e cel mai bun amic.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884/920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0"/>
            <a:ext cx="83820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Tot omul este nestatornic;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nicicând nu-i schimbător.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Chiar şi când cad, El foarte dornic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Şi-n grabă-mi vine-n ajutor. 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De-aceea-am zis-o şi-o mai zic: 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Isus e cel mai bun amic.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884/920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0"/>
            <a:ext cx="83820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lume mulţi îşi vând iubirea,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Cui dă mai mult ca la mezat;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Cum te-a lovit nefericirea,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Prietenii te-au şi lăsat. 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De-aceea-am zis-o şi-o mai zic: 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Isus e cel mai bun amic.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884/920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0"/>
            <a:ext cx="83820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Se dete jertfă pentru mine,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încă eu vrăjmaş I-eram;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M-aştept trădat de orişicine,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Doar în Isus credinţă am.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De-aceea-am zis-o şi-o mai zic: 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Isus e cel mai bun amic.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884/920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6453</TotalTime>
  <Words>189</Words>
  <Application>Microsoft PowerPoint</Application>
  <PresentationFormat>On-screen Show (4:3)</PresentationFormat>
  <Paragraphs>38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1212</cp:revision>
  <dcterms:created xsi:type="dcterms:W3CDTF">2013-10-07T13:04:08Z</dcterms:created>
  <dcterms:modified xsi:type="dcterms:W3CDTF">2014-01-20T10:13:46Z</dcterms:modified>
  <cp:contentStatus>test</cp:contentStatus>
</cp:coreProperties>
</file>