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o-RO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Privind spre Hristos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802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Păcatul azi mă strânge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 în mreaja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valuri zbuciumate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înlănţui,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nicicând nu mă tem,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salva;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Hrist privind,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dulce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El privind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dulce voi găsi,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Iubirea-I 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doreşte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ântuit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fi.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De-i sufletul zdrobit,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ierdut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m-aş simţi,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Hrist privind,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dulce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Prieteni scumpi şi rude chiar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dispreţuiesc,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Puţini de sunt acei ce-n bine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socotesc,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Domnu-alerg cu dor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i-astfel ferice-oi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Hrist privind,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dulce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El privind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dulce voi găsi,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Iubirea-I ce doreşte mântuit a fi.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De-i sufletul zdrobit,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ierdut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m-aş simţi,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Hrist privind,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dulce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Voios pornesc pe calea mea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lupte plină mii,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Canaan zoresc s-ajung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a-L privi,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moartea de-ar veni,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 voi fi,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El privind,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 dulce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găsi.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802/920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5309</TotalTime>
  <Words>122</Words>
  <Application>Microsoft PowerPoint</Application>
  <PresentationFormat>On-screen Show (4:3)</PresentationFormat>
  <Paragraphs>47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1053</cp:revision>
  <dcterms:created xsi:type="dcterms:W3CDTF">2013-10-07T13:04:08Z</dcterms:created>
  <dcterms:modified xsi:type="dcterms:W3CDTF">2014-01-14T07:19:23Z</dcterms:modified>
  <cp:contentStatus>test</cp:contentStatus>
</cp:coreProperties>
</file>