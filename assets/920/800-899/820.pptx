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3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Domnul, plin de milă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820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1 .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plin de milă,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742950" indent="-742950"/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F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iii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 chemat,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de-a Lui iubire ei n-au ascultat.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păcate grele ei se avântau,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Până când chemarea-I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auzeau.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Pasărea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privind-o,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care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credincios,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Îşi adună puii la piept călduros,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zise celor ce L-au lepădat: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„V-am chemat adesea şi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n-aţi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ascultat.”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Până azi ne cheamă: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Copilaşi veniţi,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’N-a Mea-mpărăţie veţi fi fericiţi.”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Asculta-vom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glasu-I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vom veni,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Sau în rele pofte ne vom rătăci?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venim la Domnul,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e-orice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lucru rău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Scut de apărare ne e pieptul Său;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Trist însă va spune,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L-am părăsit: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„V-am chemat adesea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şi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voi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n-aţi venit.”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5399</TotalTime>
  <Words>158</Words>
  <Application>Microsoft PowerPoint</Application>
  <PresentationFormat>On-screen Show (4:3)</PresentationFormat>
  <Paragraphs>28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1075</cp:revision>
  <dcterms:created xsi:type="dcterms:W3CDTF">2013-10-07T13:04:08Z</dcterms:created>
  <dcterms:modified xsi:type="dcterms:W3CDTF">2014-01-14T08:21:46Z</dcterms:modified>
  <cp:contentStatus>test</cp:contentStatus>
</cp:coreProperties>
</file>