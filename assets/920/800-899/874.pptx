
<file path=[Content_Types].xml><?xml version="1.0" encoding="utf-8"?>
<Types xmlns="http://schemas.openxmlformats.org/package/2006/content-types"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0.xml" ContentType="application/vnd.openxmlformats-officedocument.presentationml.slideLayout+xml"/>
  <Override PartName="/ppt/handoutMasters/handoutMaster1.xml" ContentType="application/vnd.openxmlformats-officedocument.presentationml.handoutMaster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6"/>
  </p:notesMasterIdLst>
  <p:handoutMasterIdLst>
    <p:handoutMasterId r:id="rId7"/>
  </p:handoutMasterIdLst>
  <p:sldIdLst>
    <p:sldId id="257" r:id="rId2"/>
    <p:sldId id="273" r:id="rId3"/>
    <p:sldId id="274" r:id="rId4"/>
    <p:sldId id="275" r:id="rId5"/>
  </p:sldIdLst>
  <p:sldSz cx="9144000" cy="6858000" type="screen4x3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DD4B"/>
  </p:clrMru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>
    <p:restoredLeft sz="16019" autoAdjust="0"/>
    <p:restoredTop sz="94595" autoAdjust="0"/>
  </p:normalViewPr>
  <p:slideViewPr>
    <p:cSldViewPr>
      <p:cViewPr>
        <p:scale>
          <a:sx n="50" d="100"/>
          <a:sy n="50" d="100"/>
        </p:scale>
        <p:origin x="-1722" y="-106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handoutMaster" Target="handoutMasters/handoutMaster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o-RO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BFE3429-872E-4523-809B-7A0BAA095DAB}" type="datetimeFigureOut">
              <a:rPr lang="en-US" smtClean="0"/>
              <a:pPr/>
              <a:t>1/20/2014</a:t>
            </a:fld>
            <a:endParaRPr lang="ro-RO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lang="ro-RO" smtClean="0"/>
              <a:t>131/920</a:t>
            </a:r>
            <a:endParaRPr lang="ro-RO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6D754CC-FE53-4598-8192-1A208EF3D0F6}" type="slidenum">
              <a:rPr lang="ro-RO" smtClean="0"/>
              <a:pPr/>
              <a:t>‹#›</a:t>
            </a:fld>
            <a:endParaRPr lang="ro-RO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sldNum="0"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o-RO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B81B913-81F6-4B4E-9B50-70EEE9F43977}" type="datetimeFigureOut">
              <a:rPr lang="en-US" smtClean="0"/>
              <a:pPr/>
              <a:t>1/20/2014</a:t>
            </a:fld>
            <a:endParaRPr lang="ro-RO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o-RO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lang="ro-RO" smtClean="0"/>
              <a:t>131/920</a:t>
            </a:r>
            <a:endParaRPr lang="ro-RO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B670031-C710-4790-BDCF-54A0A1FF89E4}" type="slidenum">
              <a:rPr lang="ro-RO" smtClean="0"/>
              <a:pPr/>
              <a:t>‹#›</a:t>
            </a:fld>
            <a:endParaRPr lang="ro-RO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sldNum="0"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1"/>
          <p:cNvSpPr txBox="1">
            <a:spLocks noChangeArrowheads="1"/>
          </p:cNvSpPr>
          <p:nvPr/>
        </p:nvSpPr>
        <p:spPr bwMode="auto">
          <a:xfrm>
            <a:off x="1219200" y="990600"/>
            <a:ext cx="7924800" cy="5016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</a:t>
            </a: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Cerul </a:t>
            </a: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ne tot cheamă,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N-avem nici o teamă,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Drumul, oricât ar fi de greu!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Valea morţii părăsim,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Printre stânci mereu suim,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 aspru, drumul aspru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toţi îl ştim!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endParaRPr lang="ro-RO" sz="4000" dirty="0"/>
          </a:p>
        </p:txBody>
      </p:sp>
      <p:sp>
        <p:nvSpPr>
          <p:cNvPr id="8" name="TextBox 7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ro-RO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1/300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95400" y="990600"/>
            <a:ext cx="60465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1.</a:t>
            </a:r>
            <a:endParaRPr lang="ro-RO" sz="4000" dirty="0"/>
          </a:p>
        </p:txBody>
      </p:sp>
      <p:sp>
        <p:nvSpPr>
          <p:cNvPr id="6" name="TextBox 1"/>
          <p:cNvSpPr txBox="1">
            <a:spLocks noChangeArrowheads="1"/>
          </p:cNvSpPr>
          <p:nvPr userDrawn="1"/>
        </p:nvSpPr>
        <p:spPr bwMode="auto">
          <a:xfrm>
            <a:off x="1219200" y="990600"/>
            <a:ext cx="7924800" cy="5016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</a:t>
            </a: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Cerul </a:t>
            </a: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ne tot cheamă,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N-avem nici o teamă,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Drumul, oricât ar fi de greu!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Valea morţii părăsim,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Printre stânci mereu suim,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 aspru, drumul aspru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toţi îl ştim!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endParaRPr lang="ro-RO" sz="4000" dirty="0"/>
          </a:p>
        </p:txBody>
      </p:sp>
      <p:sp>
        <p:nvSpPr>
          <p:cNvPr id="11" name="TextBox 10"/>
          <p:cNvSpPr txBox="1"/>
          <p:nvPr userDrawn="1"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12" name="TextBox 11"/>
          <p:cNvSpPr txBox="1"/>
          <p:nvPr userDrawn="1"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ro-RO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1/300</a:t>
            </a:r>
          </a:p>
        </p:txBody>
      </p:sp>
      <p:sp>
        <p:nvSpPr>
          <p:cNvPr id="13" name="TextBox 12"/>
          <p:cNvSpPr txBox="1"/>
          <p:nvPr userDrawn="1"/>
        </p:nvSpPr>
        <p:spPr>
          <a:xfrm>
            <a:off x="1295400" y="990600"/>
            <a:ext cx="60465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1.</a:t>
            </a:r>
            <a:endParaRPr lang="ro-RO" sz="4000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2008946-02E7-4AE2-A518-9FE65EEDFBF4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687DC62-F92A-47AE-AAAA-9175E3D912AB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58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D4E920E-5561-434B-ACD9-8CF66811B26A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7A6DBFE-D726-44E2-8911-6170F3F39781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C215ACD-4C89-452A-A4B5-B97511FB886E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DF3C472-BEBC-4182-B538-C9C8FEFD7C03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D32C5F5-FB8F-43D7-A379-4646155905D9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en-US" noProof="0" smtClean="0"/>
              <a:t>Click icon to add picture</a:t>
            </a:r>
            <a:endParaRPr lang="ro-RO" noProof="0" smtClean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3E785C2-62BC-4756-9448-4E83597DF724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3191802-2CD6-4E5E-953D-9773291BB8A5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15100" y="609600"/>
            <a:ext cx="1943100" cy="5486400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5800" y="609600"/>
            <a:ext cx="5676900" cy="5486400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7A5A0B3-B01E-4A32-9C4A-56431404B5AB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1"/>
          <p:cNvSpPr txBox="1">
            <a:spLocks noChangeArrowheads="1"/>
          </p:cNvSpPr>
          <p:nvPr userDrawn="1"/>
        </p:nvSpPr>
        <p:spPr bwMode="auto">
          <a:xfrm>
            <a:off x="1219200" y="990600"/>
            <a:ext cx="7924800" cy="5016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</a:t>
            </a: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Cerul </a:t>
            </a: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ne tot cheamă,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N-avem nici o teamă,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Drumul, oricât ar fi de greu!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Valea morţii părăsim,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Printre stânci mereu suim,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 aspru, drumul aspru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toţi îl ştim!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endParaRPr lang="ro-RO" sz="4000" dirty="0"/>
          </a:p>
        </p:txBody>
      </p:sp>
      <p:sp>
        <p:nvSpPr>
          <p:cNvPr id="8" name="TextBox 7"/>
          <p:cNvSpPr txBox="1"/>
          <p:nvPr userDrawn="1"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9" name="TextBox 8"/>
          <p:cNvSpPr txBox="1"/>
          <p:nvPr userDrawn="1"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ro-RO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1/300</a:t>
            </a:r>
          </a:p>
        </p:txBody>
      </p:sp>
      <p:sp>
        <p:nvSpPr>
          <p:cNvPr id="10" name="TextBox 9"/>
          <p:cNvSpPr txBox="1"/>
          <p:nvPr userDrawn="1"/>
        </p:nvSpPr>
        <p:spPr>
          <a:xfrm>
            <a:off x="1295400" y="990600"/>
            <a:ext cx="60465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1.</a:t>
            </a:r>
            <a:endParaRPr lang="ro-RO" sz="400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609600"/>
            <a:ext cx="77724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ro-RO" smtClean="0"/>
              <a:t>Click to edit Master title style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1981200"/>
            <a:ext cx="77724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ro-RO" smtClean="0"/>
              <a:t>Click to edit Master text styles</a:t>
            </a:r>
          </a:p>
          <a:p>
            <a:pPr lvl="1"/>
            <a:r>
              <a:rPr lang="en-US" altLang="ro-RO" smtClean="0"/>
              <a:t>Second level</a:t>
            </a:r>
          </a:p>
          <a:p>
            <a:pPr lvl="2"/>
            <a:r>
              <a:rPr lang="en-US" altLang="ro-RO" smtClean="0"/>
              <a:t>Third level</a:t>
            </a:r>
          </a:p>
          <a:p>
            <a:pPr lvl="3"/>
            <a:r>
              <a:rPr lang="en-US" altLang="ro-RO" smtClean="0"/>
              <a:t>Fourth level</a:t>
            </a:r>
          </a:p>
          <a:p>
            <a:pPr lvl="4"/>
            <a:r>
              <a:rPr lang="en-US" altLang="ro-RO" smtClean="0"/>
              <a:t>Fifth level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 smtClean="0"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 smtClean="0"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 smtClean="0"/>
            </a:lvl1pPr>
          </a:lstStyle>
          <a:p>
            <a:pPr>
              <a:defRPr/>
            </a:pPr>
            <a:fld id="{7C9D3C46-9D38-4088-92A6-9CF3BEF27B41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49" r:id="rId12"/>
  </p:sldLayoutIdLst>
  <p:hf sldNum="0" hdr="0" dt="0"/>
  <p:txStyles>
    <p:titleStyle>
      <a:lvl1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2pPr>
      <a:lvl3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3pPr>
      <a:lvl4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4pPr>
      <a:lvl5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5pPr>
      <a:lvl6pPr marL="4572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6pPr>
      <a:lvl7pPr marL="9144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7pPr>
      <a:lvl8pPr marL="13716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8pPr>
      <a:lvl9pPr marL="18288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9pPr>
    </p:titleStyle>
    <p:bodyStyle>
      <a:lvl1pPr marL="342900" indent="-342900" algn="l" rtl="0" eaLnBrk="1" fontAlgn="base" hangingPunct="1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1" fontAlgn="base" hangingPunct="1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</a:defRPr>
      </a:lvl2pPr>
      <a:lvl3pPr marL="1143000" indent="-228600" algn="l" rtl="0" eaLnBrk="1" fontAlgn="base" hangingPunct="1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</a:defRPr>
      </a:lvl3pPr>
      <a:lvl4pPr marL="1600200" indent="-228600" algn="l" rtl="0" eaLnBrk="1" fontAlgn="base" hangingPunct="1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</a:defRPr>
      </a:lvl4pPr>
      <a:lvl5pPr marL="20574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5pPr>
      <a:lvl6pPr marL="25146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ro-RO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0" y="2971800"/>
            <a:ext cx="9144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vi-VN" altLang="ro-RO" sz="4800" b="1" dirty="0" smtClean="0">
                <a:solidFill>
                  <a:schemeClr val="bg1"/>
                </a:solidFill>
                <a:latin typeface="Georgia" pitchFamily="18" charset="0"/>
              </a:rPr>
              <a:t>De înger Iosif noaptea…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0" y="1194137"/>
            <a:ext cx="9143999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altLang="ro-RO" sz="6000" b="1" dirty="0" smtClean="0">
                <a:solidFill>
                  <a:srgbClr val="FFDD4B"/>
                </a:solidFill>
                <a:latin typeface="Georgia" pitchFamily="18" charset="0"/>
              </a:rPr>
              <a:t>Imnul </a:t>
            </a:r>
            <a:r>
              <a:rPr lang="en-US" altLang="ro-RO" sz="6000" b="1" dirty="0" smtClean="0">
                <a:solidFill>
                  <a:srgbClr val="FFDD4B"/>
                </a:solidFill>
                <a:latin typeface="Georgia" pitchFamily="18" charset="0"/>
              </a:rPr>
              <a:t>874</a:t>
            </a:r>
            <a:endParaRPr lang="pt-BR" altLang="ro-RO" sz="6000" b="1" dirty="0" smtClean="0">
              <a:solidFill>
                <a:srgbClr val="FFDD4B"/>
              </a:solidFill>
              <a:latin typeface="Georgia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1"/>
          <p:cNvSpPr txBox="1">
            <a:spLocks noChangeArrowheads="1"/>
          </p:cNvSpPr>
          <p:nvPr/>
        </p:nvSpPr>
        <p:spPr bwMode="auto">
          <a:xfrm>
            <a:off x="1600200" y="-76200"/>
            <a:ext cx="7696200" cy="563231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r>
              <a:rPr lang="en-US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1</a:t>
            </a:r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.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 De înger Iosif noaptea 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A fost avertizat, 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Şi cu Isus îndată 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Spre-Egipt a şi plecat.</a:t>
            </a:r>
            <a:endParaRPr lang="en-US" altLang="ro-RO" sz="4000" dirty="0" smtClean="0">
              <a:solidFill>
                <a:schemeClr val="bg1"/>
              </a:solidFill>
              <a:latin typeface="Georgia" pitchFamily="18" charset="0"/>
            </a:endParaRPr>
          </a:p>
          <a:p>
            <a:endParaRPr lang="en-US" altLang="ro-RO" sz="4000" dirty="0" smtClean="0">
              <a:solidFill>
                <a:schemeClr val="bg1"/>
              </a:solidFill>
              <a:latin typeface="Georgia" pitchFamily="18" charset="0"/>
            </a:endParaRPr>
          </a:p>
          <a:p>
            <a:r>
              <a:rPr lang="en-US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R</a:t>
            </a:r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.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 Tată, trimite 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Sfinţi îngeraşi,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De rău ca să păzească 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Pe orice copilaş.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86200" y="6324600"/>
            <a:ext cx="5181600" cy="461665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874/920</a:t>
            </a:r>
            <a:endParaRPr lang="ro-RO" dirty="0">
              <a:solidFill>
                <a:schemeClr val="bg1">
                  <a:lumMod val="50000"/>
                </a:schemeClr>
              </a:solidFill>
              <a:latin typeface="Georgia" panose="02040502050405020303" pitchFamily="18" charset="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1"/>
          <p:cNvSpPr txBox="1">
            <a:spLocks noChangeArrowheads="1"/>
          </p:cNvSpPr>
          <p:nvPr/>
        </p:nvSpPr>
        <p:spPr bwMode="auto">
          <a:xfrm>
            <a:off x="1600200" y="-76200"/>
            <a:ext cx="7696200" cy="563231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r>
              <a:rPr lang="en-US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2</a:t>
            </a:r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.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 Irod de-Isus să scape, 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Copii a omorât,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În Betleem, mulţime; 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Căci tare L-a urât.</a:t>
            </a:r>
            <a:endParaRPr lang="en-US" altLang="ro-RO" sz="4000" dirty="0" smtClean="0">
              <a:solidFill>
                <a:schemeClr val="bg1"/>
              </a:solidFill>
              <a:latin typeface="Georgia" pitchFamily="18" charset="0"/>
            </a:endParaRPr>
          </a:p>
          <a:p>
            <a:endParaRPr lang="en-US" altLang="ro-RO" sz="4000" dirty="0" smtClean="0">
              <a:solidFill>
                <a:schemeClr val="bg1"/>
              </a:solidFill>
              <a:latin typeface="Georgia" pitchFamily="18" charset="0"/>
            </a:endParaRPr>
          </a:p>
          <a:p>
            <a:r>
              <a:rPr lang="en-US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R</a:t>
            </a:r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.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 Tată, trimite 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Sfinţi îngeraşi,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De rău ca să păzească 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Pe orice copilaş.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86200" y="6324600"/>
            <a:ext cx="5181600" cy="461665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874/920</a:t>
            </a:r>
            <a:endParaRPr lang="ro-RO" dirty="0">
              <a:solidFill>
                <a:schemeClr val="bg1">
                  <a:lumMod val="50000"/>
                </a:schemeClr>
              </a:solidFill>
              <a:latin typeface="Georgia" panose="02040502050405020303" pitchFamily="18" charset="0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1"/>
          <p:cNvSpPr txBox="1">
            <a:spLocks noChangeArrowheads="1"/>
          </p:cNvSpPr>
          <p:nvPr/>
        </p:nvSpPr>
        <p:spPr bwMode="auto">
          <a:xfrm>
            <a:off x="1600200" y="-76200"/>
            <a:ext cx="7696200" cy="563231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r>
              <a:rPr lang="en-US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3</a:t>
            </a:r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.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 ’Ndemnat de înger, Iosif 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Egipt’ n-a părăsit,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Pân’ ce el nu aflat-a,</a:t>
            </a:r>
            <a:endParaRPr lang="en-US" altLang="ro-RO" sz="4000" dirty="0" smtClean="0">
              <a:solidFill>
                <a:schemeClr val="bg1"/>
              </a:solidFill>
              <a:latin typeface="Georgia" pitchFamily="18" charset="0"/>
            </a:endParaRPr>
          </a:p>
          <a:p>
            <a:r>
              <a:rPr lang="vi-VN" altLang="ro-RO" sz="4000" smtClean="0">
                <a:solidFill>
                  <a:schemeClr val="bg1"/>
                </a:solidFill>
                <a:latin typeface="Georgia" pitchFamily="18" charset="0"/>
              </a:rPr>
              <a:t>Irod 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că a murit.</a:t>
            </a:r>
          </a:p>
          <a:p>
            <a:endParaRPr lang="en-US" altLang="ro-RO" sz="4000" dirty="0" smtClean="0">
              <a:solidFill>
                <a:schemeClr val="bg1"/>
              </a:solidFill>
              <a:latin typeface="Georgia" pitchFamily="18" charset="0"/>
            </a:endParaRPr>
          </a:p>
          <a:p>
            <a:r>
              <a:rPr lang="en-US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R</a:t>
            </a:r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.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 Tată, trimite 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Sfinţi îngeraşi,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De rău ca să păzească 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Pe orice copilaş.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86200" y="6324600"/>
            <a:ext cx="5181600" cy="461665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874/920</a:t>
            </a:r>
            <a:endParaRPr lang="ro-RO" dirty="0">
              <a:solidFill>
                <a:schemeClr val="bg1">
                  <a:lumMod val="50000"/>
                </a:schemeClr>
              </a:solidFill>
              <a:latin typeface="Georgia" panose="02040502050405020303" pitchFamily="18" charset="0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Imnuri noi">
  <a:themeElements>
    <a:clrScheme name="Default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Default Design">
      <a:majorFont>
        <a:latin typeface="Times New Roman"/>
        <a:ea typeface=""/>
        <a:cs typeface=""/>
      </a:majorFont>
      <a:minorFont>
        <a:latin typeface="Times New Roman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Imnuri noi</Template>
  <TotalTime>6365</TotalTime>
  <Words>134</Words>
  <Application>Microsoft PowerPoint</Application>
  <PresentationFormat>On-screen Show (4:3)</PresentationFormat>
  <Paragraphs>35</Paragraphs>
  <Slides>4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5" baseType="lpstr">
      <vt:lpstr>Imnuri noi</vt:lpstr>
      <vt:lpstr>Slide 1</vt:lpstr>
      <vt:lpstr>Slide 2</vt:lpstr>
      <vt:lpstr>Slide 3</vt:lpstr>
      <vt:lpstr>Slide 4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131</dc:title>
  <dc:subject>aaaaa</dc:subject>
  <dc:creator>Ionut I</dc:creator>
  <cp:lastModifiedBy>Luminita</cp:lastModifiedBy>
  <cp:revision>1196</cp:revision>
  <dcterms:created xsi:type="dcterms:W3CDTF">2013-10-07T13:04:08Z</dcterms:created>
  <dcterms:modified xsi:type="dcterms:W3CDTF">2014-01-20T09:58:25Z</dcterms:modified>
  <cp:contentStatus>test</cp:contentStatus>
</cp:coreProperties>
</file>