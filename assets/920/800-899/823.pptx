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Ieşiţi cu toţi, vă bucurați!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Ieşiţi cu toţi, vă bucuraţi,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este vară cercetaţi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Tatălui iubire!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Podoaba mândră din grădini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Ne-ndeamnă să ne veselim.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(:Încântă-orice privire.:)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Copacii toţi au înfrunzit,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Pământul este-acoperit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iarba cea bogată,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dulci podoabe-nveşmântat,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crinul este arătat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(:Ca pildă-n lumea toată.:)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aer zboară ciocârlii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porumbeii cei zglobii: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Pădurea pare vie.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Plăcutele privighetori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Desfată tot cu vocea lor: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(:Deal, vale şi câmpie.:)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Pârâul murmură-n nisip,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pe-al său mal Domnu-a sădit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salcie pletoasă.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Pe-ntinsele câmpii, ce-s verzi,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Păstorii stau păzind cirezi,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viaţa li-e voioasă.:)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Bătrân şi tânăr e-ncântat,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grâul creşte ne-ncetat,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laudă pe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ce-atât de minunat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Pământu-a binecuvântat,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 bucure tot omul.:)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Mărirea Tatalui ceresc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face astăzi să vorbesc;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tac nu sunt în stare.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totul cântă, cânt şi 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fac ca cei din jurul meu: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(:Înalţ spre cer cântare.:)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Doamne, dacă-acum, frumos,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 faci Tu toate-aicea, jos,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lumea rătăcită;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mai frumos le vei crea,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cu cântări vom saluta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(:Venirea Ta dorită.:)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aer bun şi luminos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Paradis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mare bucuria;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mii de serafimi în cor,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voce clară, în lin zbor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(:Cânta-vor aleluia.:)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9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De-aş fi acolo-aş sta smerit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Măreţe Dumnezeu, slăvit,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Săltând de bucurie.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îngerii din faţa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măresc atunci aş vrea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(:Cu psalmi frumoşi, o mie.:)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5408</TotalTime>
  <Words>363</Words>
  <Application>Microsoft PowerPoint</Application>
  <PresentationFormat>On-screen Show (4:3)</PresentationFormat>
  <Paragraphs>74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1078</cp:revision>
  <dcterms:created xsi:type="dcterms:W3CDTF">2013-10-07T13:04:08Z</dcterms:created>
  <dcterms:modified xsi:type="dcterms:W3CDTF">2014-01-14T08:27:04Z</dcterms:modified>
  <cp:contentStatus>test</cp:contentStatus>
</cp:coreProperties>
</file>