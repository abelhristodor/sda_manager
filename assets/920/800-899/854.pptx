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3" r:id="rId3"/>
    <p:sldId id="274" r:id="rId4"/>
    <p:sldId id="275" r:id="rId5"/>
    <p:sldId id="278" r:id="rId6"/>
    <p:sldId id="276" r:id="rId7"/>
    <p:sldId id="279" r:id="rId8"/>
    <p:sldId id="277" r:id="rId9"/>
    <p:sldId id="28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este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portul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în portul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De-odihnă, port divin,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Furtuni nu vin pe-acolo,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moarte, nici suspin.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nepreţuit 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Domnului cuvânt: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loc de-odihnă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de-odihnă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cerul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loc de-odihnă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cerul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de-odihnă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barca lui Hristos;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Salvează-te într-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Sărmane păcătos!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mării val mugeşte,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călătorii pier;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cei din barca vieţii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Plutesc spre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de-odihnă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cerul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loc de-odihnă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cerul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ia pe-ai Săi la Sine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vine iar pe nori.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 I-ascultă glasul,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fi nemuritori.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Cânta-vor psalmi şi imnuri,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cântă-un heruvim;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fi în veci ferice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sublim.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de-odihnă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cerul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loc de-odihnă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cerul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Purtaţi-mă, o, valuri,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portul cel divin,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unde-aud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îngerilor imn.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 viaţa lină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blândului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ancora în tihnă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ceruri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este loc de-odihnă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us,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cerul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este loc de-odihnă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6142</TotalTime>
  <Words>281</Words>
  <Application>Microsoft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1159</cp:revision>
  <dcterms:created xsi:type="dcterms:W3CDTF">2013-10-07T13:04:08Z</dcterms:created>
  <dcterms:modified xsi:type="dcterms:W3CDTF">2014-01-20T09:28:18Z</dcterms:modified>
  <cp:contentStatus>test</cp:contentStatus>
</cp:coreProperties>
</file>