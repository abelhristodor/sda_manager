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Osana Regelui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 Regelui Isus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Cântau copiii toţi în cor.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El S-a bucurat nespus,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nostru Protector!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Osana! Osana!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Osana, Salvatorul meu,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Slăvit fii, Doamne, pururea!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Fă-ţi din inima-mi sfânt sălaş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stai mereu în ea.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Osana! Osana!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-7620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iubesc, deşi sunt prea mic,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Primeşte azi lauda mea,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ce, cu îngerii-n cer,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Te voi lăuda.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Osana! Osana!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6361</TotalTime>
  <Words>110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1194</cp:revision>
  <dcterms:created xsi:type="dcterms:W3CDTF">2013-10-07T13:04:08Z</dcterms:created>
  <dcterms:modified xsi:type="dcterms:W3CDTF">2014-01-20T09:57:36Z</dcterms:modified>
  <cp:contentStatus>test</cp:contentStatus>
</cp:coreProperties>
</file>