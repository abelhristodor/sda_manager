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3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Ce frumos şi dulce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841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0"/>
            <a:ext cx="7315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frumos şi dulce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Fi-va colo sus,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Unde ne va duce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Blândul Domn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0"/>
            <a:ext cx="7315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Cu-albe aripioare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sus vom zbura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din floare-n floare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Veseli vom sălta…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0"/>
            <a:ext cx="7315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Noi vom fi acolo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Cu-ai noştri părinţi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Şi-om cânta din harpă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mulţi îngeri sfinţi.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0"/>
            <a:ext cx="7315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Lacrimi şi durere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Sus nu vom vedea;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Ah, iubite Doamne,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Vino de ne ia!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5952</TotalTime>
  <Words>94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1144</cp:revision>
  <dcterms:created xsi:type="dcterms:W3CDTF">2013-10-07T13:04:08Z</dcterms:created>
  <dcterms:modified xsi:type="dcterms:W3CDTF">2014-01-20T09:03:42Z</dcterms:modified>
  <cp:contentStatus>test</cp:contentStatus>
</cp:coreProperties>
</file>