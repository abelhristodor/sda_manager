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 pe Isus găsit-a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pe Isus găsit-a,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Mântuirea a găsit;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 negrăită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avea 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a sa privire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păstrează ne-ncetat.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mărire la mărire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păşi neîncetat.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a vieţii cale strâmtă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Mâna Domnului Hristos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 îl ajută,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conduce bucuros.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în suflet are pace,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Binecuvântări de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acel ce face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Legământul cu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6502</TotalTime>
  <Words>100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1225</cp:revision>
  <dcterms:created xsi:type="dcterms:W3CDTF">2013-10-07T13:04:08Z</dcterms:created>
  <dcterms:modified xsi:type="dcterms:W3CDTF">2014-01-20T10:29:46Z</dcterms:modified>
  <cp:contentStatus>test</cp:contentStatus>
</cp:coreProperties>
</file>