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Isus Hristos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pleacă spre noi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Isus Hristos Se pleacă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Servind de-adăpost şi scut în nevoi,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Ducă-se viaţa şi chiar de-am muri,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ni-e Dumnezeul şi nu vom pieri!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06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ispite vin, bucurii dispar,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Lacrimile curg, curgă, n-ai habar,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El te-ntoarnă cu glas rugător,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Şi-ai tot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plânge-ntruna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cu-aşa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Mângâietor!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încrede-n om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greu,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spre cer, în sus, ’nalţă-oftatul Tău!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Numa-n cer găsi-vei milă de păcat,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te ’nalţi cu ruga, te întorci iertat!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Ţie ne rugăm, scump amic Isus: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Ne-apără de-ăl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ăst greu nespus!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ai dat pe faţă har dumnezeiesc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speli cu-al Tău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sânge,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pe-ăi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se căiesc.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v-apropiaţi ca să-I cereţi har,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orice-ar veni să n-aveţi habar!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este-n stare s-ajute-n nevoi,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zice dulce: „Iată sunt cu voi!”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6464</TotalTime>
  <Words>193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1216</cp:revision>
  <dcterms:created xsi:type="dcterms:W3CDTF">2013-10-07T13:04:08Z</dcterms:created>
  <dcterms:modified xsi:type="dcterms:W3CDTF">2014-01-20T10:20:30Z</dcterms:modified>
  <cp:contentStatus>test</cp:contentStatus>
</cp:coreProperties>
</file>