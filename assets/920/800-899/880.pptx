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Dumnezeu-i de faţă!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Dumnezeu-i de faţă!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Staţi cu frică 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I-aduceţi închinare,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noi-i aicea!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Totu-n noi să tacă,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genunchiul ni se pleacă.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vine să-I se-închine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Trebui să-L cinstească,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Lauda să-I sporească!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Dumnezeu-i de faţă,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Cărui zi şi noapte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Heruvimii-I servă-n toate;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Sfânt, sfânt, sfânt e Domnul!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şi onoruri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I-aduc în coruri.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Doamne-ascultă,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ce-Ţi cântă,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nevrednicie,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Vocea noastră Ţie!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Bucuroşi lăsa-vom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pieritoare,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plăceri înjositoare!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 noastră este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dăm totul 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Trup şi suflet pe vecie: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Ne-eşti de-acu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şi Tată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nădejdea toată!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lucrezi 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tot Tu înclină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mea spre-a Ta lumină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se-ntoarnă floarea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 să primească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Raza soarelui, să crească: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aşa, Eu aş vrea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Razele-Ţi divine,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mă lumine!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6382</TotalTime>
  <Words>187</Words>
  <Application>Microsoft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1202</cp:revision>
  <dcterms:created xsi:type="dcterms:W3CDTF">2013-10-07T13:04:08Z</dcterms:created>
  <dcterms:modified xsi:type="dcterms:W3CDTF">2014-01-20T10:05:04Z</dcterms:modified>
  <cp:contentStatus>test</cp:contentStatus>
</cp:coreProperties>
</file>