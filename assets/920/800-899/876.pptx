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handoutMasterIdLst>
    <p:handoutMasterId r:id="rId6"/>
  </p:handoutMasterIdLst>
  <p:sldIdLst>
    <p:sldId id="257" r:id="rId2"/>
    <p:sldId id="273" r:id="rId3"/>
    <p:sldId id="274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E noapte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876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-76200"/>
            <a:ext cx="82296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 noapte, toate-au adormit!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Întreaga mea făptură a înmărmurit,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Privind nemărginitul cer,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presărat cu mii de stele!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mister, e noapte, totu-i liniştit!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 zefirul nu adie printre flori.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păsările s-au pitit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876/920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2000" b="1" dirty="0" smtClean="0">
                <a:solidFill>
                  <a:srgbClr val="FFDD4B"/>
                </a:solidFill>
                <a:latin typeface="Georgia" pitchFamily="18" charset="0"/>
              </a:rPr>
              <a:t>continuare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ale lor ascunzători.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noapte adu tuturor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pace sfântă 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Dumnezeu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sus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îngerul cel păzitor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ne conducă înspre calea,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nspre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calea lui Isus.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876/920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6376</TotalTime>
  <Words>93</Words>
  <Application>Microsoft PowerPoint</Application>
  <PresentationFormat>On-screen Show (4:3)</PresentationFormat>
  <Paragraphs>20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Imnuri noi</vt:lpstr>
      <vt:lpstr>Slide 1</vt:lpstr>
      <vt:lpstr>Slide 2</vt:lpstr>
      <vt:lpstr>Slide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1198</cp:revision>
  <dcterms:created xsi:type="dcterms:W3CDTF">2013-10-07T13:04:08Z</dcterms:created>
  <dcterms:modified xsi:type="dcterms:W3CDTF">2014-01-20T10:00:04Z</dcterms:modified>
  <cp:contentStatus>test</cp:contentStatus>
</cp:coreProperties>
</file>