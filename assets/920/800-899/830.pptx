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3" r:id="rId3"/>
    <p:sldId id="274" r:id="rId4"/>
    <p:sldId id="275" r:id="rId5"/>
    <p:sldId id="276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1/14/2014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Oricâţi în Hristos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 botează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Oricâţi în Hristos se botează,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El se şi mântuiesc;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spiritul în ei lucrează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Legea o îndeplinesc.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Câţi haina-I curată şi sfântă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poartă chiar pân’ la sfârşit,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Avea-vor o inimă blândă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sufletul lor mântuit.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5720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 Celui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are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ne-mbracă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haina sfântă,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ubindu-ne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pân’ la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762000" y="0"/>
            <a:ext cx="8382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 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Cei ce au primit legământul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Hristos Isus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Vor moşteni întreg pământul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făgăduit chiar de sus.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toţi vor vedea faţa blândă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scumpului Mântuitor;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El vor trăi viaţă sfântă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trai măreţ şi iubitor.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0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Mărire Celui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Care ne-mbracă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haina sfântă,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Iubindu-ne pân’ la sfârşit.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30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5600</TotalTime>
  <Words>153</Words>
  <Application>Microsoft PowerPoint</Application>
  <PresentationFormat>On-screen Show (4:3)</PresentationFormat>
  <Paragraphs>34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1102</cp:revision>
  <dcterms:created xsi:type="dcterms:W3CDTF">2013-10-07T13:04:08Z</dcterms:created>
  <dcterms:modified xsi:type="dcterms:W3CDTF">2014-01-14T08:44:17Z</dcterms:modified>
  <cp:contentStatus>test</cp:contentStatus>
</cp:coreProperties>
</file>