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73" r:id="rId3"/>
    <p:sldId id="274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Azi, dacă-auzi…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864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" y="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Azi, dacă-auzi de-a Domnului iubire,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Azi, dacă-auzi de haru-I salvator,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El îndreaptă-ţi pasul cu grăbire;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Primeşte-L azi pe-al tău Mântuitor!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priveşti la El cu nepăsare,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te-a iubit cu-a Sa iubire mare!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vin’ la El şi viaţă vei afla,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Nu-ntârzia!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" y="0"/>
            <a:ext cx="9601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Mai este har, cât timp se zice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„astăzi”,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este har, cât nu e prea târziu!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 e-aici, cu tine stă de faţă,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Ţi-ntinde mâna Lui de Dumnezeu.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nu-L refuzi, ci astăzi Îl primeşte,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calea morţii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astăzi te opreşte!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Izvorul vieţii e în faţa ta,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Nu-ntârzia!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6300</TotalTime>
  <Words>131</Words>
  <Application>Microsoft PowerPoint</Application>
  <PresentationFormat>On-screen Show (4:3)</PresentationFormat>
  <Paragraphs>21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1181</cp:revision>
  <dcterms:created xsi:type="dcterms:W3CDTF">2013-10-07T13:04:08Z</dcterms:created>
  <dcterms:modified xsi:type="dcterms:W3CDTF">2014-01-20T09:42:46Z</dcterms:modified>
  <cp:contentStatus>test</cp:contentStatus>
</cp:coreProperties>
</file>