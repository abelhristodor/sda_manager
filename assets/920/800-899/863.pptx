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7" r:id="rId2"/>
    <p:sldId id="273" r:id="rId3"/>
    <p:sldId id="274" r:id="rId4"/>
    <p:sldId id="275" r:id="rId5"/>
    <p:sldId id="285" r:id="rId6"/>
    <p:sldId id="277" r:id="rId7"/>
    <p:sldId id="286" r:id="rId8"/>
    <p:sldId id="278" r:id="rId9"/>
    <p:sldId id="287" r:id="rId10"/>
    <p:sldId id="280" r:id="rId11"/>
    <p:sldId id="288" r:id="rId12"/>
    <p:sldId id="281" r:id="rId13"/>
    <p:sldId id="289" r:id="rId14"/>
    <p:sldId id="282" r:id="rId15"/>
    <p:sldId id="290" r:id="rId16"/>
    <p:sldId id="283" r:id="rId17"/>
    <p:sldId id="291" r:id="rId18"/>
    <p:sldId id="284" r:id="rId19"/>
    <p:sldId id="292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te scuza deloc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lucrul e prea mult,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Fii gata de servit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Oriunde-Isus te-a pus.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Ridică-ţi ochii, vezi,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Câţi pier în jurul tău,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De nu-i avertizezi,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Ei mor cum e mai rău.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stat prea mult în târg,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mult ai aşteptat,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fiind lipsit de sârg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tu n-ai lucrat.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şovăi deloc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te mai tocmi,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ce va fi cu drept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îţi va plăti.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ce stai şi te uiţi,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Priveşti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atâţi ce pier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Făr’ de Mântuitor?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Prinde prileju-acum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timp mai poţi lucra,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Salvează oarecum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mai poţi salva.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Ah! Unde-i sporul tău?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spune ce-ai lucrat?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să arăţi progres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când El te-a chemat?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El vine iar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ceară-ai Săi arginţi,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cum ai s-apari?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ce-ai să te prezinţi?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 te cheamă-acum,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nu e prea târziu,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ia secera-n mâini,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intră-n lan de grâu;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secerişu-i mult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lucrători puţini,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holdele se pierd,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miri cum se mai ţin.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fericit vei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vei lucra cu spor,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snopi de vei veni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La-al Tău Mântuitor.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răsplătit vei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Odată-n ceruri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Cununa vei primi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mâna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lucru cât de mic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neglija să-l faci,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de nu faci nimic,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Stăpânului nu-i placi.  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plânge, plânge azi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nepăsarea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vede c-ai să cazi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credinţa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lucru cât de mic,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de neînsemnat,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greu de-l împlinești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El nu e uitat.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vino azi în câmp,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harnic, nu mai sta!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Lucrează, adu rod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e puterea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Domnul va chema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lucrătorii Săi,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Răsplata să le dea,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fi și tu-ntre ei.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De-ai fost sârguitor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lucru-ncredinţat,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va veni pe nor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fi încoronat.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Vin, o, vin, grăbeşte, nu mai sta!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Vin, o, vin, nu mai întârzia!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scuza deloc,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lucru-i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 nepăsător,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mergi la lucru-n câmp!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6252</TotalTime>
  <Words>850</Words>
  <Application>Microsoft PowerPoint</Application>
  <PresentationFormat>On-screen Show (4:3)</PresentationFormat>
  <Paragraphs>164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1173</cp:revision>
  <dcterms:created xsi:type="dcterms:W3CDTF">2013-10-07T13:04:08Z</dcterms:created>
  <dcterms:modified xsi:type="dcterms:W3CDTF">2014-01-20T09:41:59Z</dcterms:modified>
  <cp:contentStatus>test</cp:contentStatus>
</cp:coreProperties>
</file>