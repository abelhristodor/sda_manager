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Curând vom fi cu Domnu-n cer uniţi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Curând vom fi cu Domnu-n cer uniţi,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ăst temei solia merge-n lume.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e ascuns al veşniciei veac,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cum străbate-o rază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zăr’le-obscure,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străbate-n noaptea morţii reci: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„Curând vom fi uniţi cu Domnu-n veci!”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El în cer! În sfânt iubit locaş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meu va odihni în tihnă.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vieţii ţel, al ei suprem locaş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Ajunge-aci plinirea lui divină.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 zis: „Copii, fiţi pregătiţi!”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vom fi cu Domnu-n veci uniţi!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Pe-acest pământ e totul trecător,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ce-i frumos, în vânt şi praf se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viaţa chiar se pierde ca un nor,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se pierd sub aspra morţii lege.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tot aşa va fi, o, auziţi: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cu Isus vom fi în cer uniţi!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El uniți, spre ceruri ne-avântăm,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fericirea-i negrăită.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dor de nemurire ne-a cuprins,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 viață lină, dulce, nesfârșită.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biruim, vom fi toți mântuiți: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vom fi cu Domnu-n veci uniți!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5982</TotalTime>
  <Words>219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1154</cp:revision>
  <dcterms:created xsi:type="dcterms:W3CDTF">2013-10-07T13:04:08Z</dcterms:created>
  <dcterms:modified xsi:type="dcterms:W3CDTF">2014-01-20T09:21:12Z</dcterms:modified>
  <cp:contentStatus>test</cp:contentStatus>
</cp:coreProperties>
</file>