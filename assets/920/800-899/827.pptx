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toată inima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Te-ador,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toată inima Te-ador, Isuse,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când cunosc ce mult Tu mă iubeşti!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ştiai că nu sunt demn de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Te-ai răstignit ca să mă mântuieşti!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scumpul meu Mântuitor,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să-Ţi fiu recunoscător,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Păstrându-Ţi neştirbită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cuvenită!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adorare-mi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enunchiul,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Ta, Fiu al lui Dumnezeu!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Tronează Tu în inimă-mi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fă-mă iarăşi după chipul Tău!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pământul neplouat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 şi eu prea însetat,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răcoreşti în mine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gânduri, şi simţire!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patria de sus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ondu-mă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Doamne,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bucuriei plinătăţi mă du!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Şi-apoi, s-ajung să Te privesc în faţă,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mi-eşti rai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ce-aştept, da, Tu!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har şi zel nemărginit,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Păstrează-mă pân’ la sfârşit,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S-ajung îndreptăţirea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să-Ţi admir mărirea!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5422</TotalTime>
  <Words>182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1082</cp:revision>
  <dcterms:created xsi:type="dcterms:W3CDTF">2013-10-07T13:04:08Z</dcterms:created>
  <dcterms:modified xsi:type="dcterms:W3CDTF">2014-01-14T08:39:29Z</dcterms:modified>
  <cp:contentStatus>test</cp:contentStatus>
</cp:coreProperties>
</file>