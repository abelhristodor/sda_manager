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Şterge-ţi faţa plânsă!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Şterge-ţi faţa plânsă,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ţi-e de ajuns!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Inimă străpunsă,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la Isus!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Spune-I Lui tot dorul,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Suferinţa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Mântuitorul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va vindeca!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Griji de te apasă,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Şi-aştepţi al Lui har,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noaptea deasă,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Zorile-ţi răsar!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Soar’le astăzi încă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va arăta,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ta adâncă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va triumfa!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Alţii ca şi tine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Suferă cumplit!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Du-te şi le spune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te-a mântuit!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 să se-ncreadă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Cui Se răstigni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cu ei, te roagă,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s-or linişti!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Mult nu va mai ţine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asta grea!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Domnul vine,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să ne 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bucurie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aşteaptă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în veşnicie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Fi-vom cu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5315</TotalTime>
  <Words>159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1059</cp:revision>
  <dcterms:created xsi:type="dcterms:W3CDTF">2013-10-07T13:04:08Z</dcterms:created>
  <dcterms:modified xsi:type="dcterms:W3CDTF">2014-01-14T07:33:01Z</dcterms:modified>
  <cp:contentStatus>test</cp:contentStatus>
</cp:coreProperties>
</file>