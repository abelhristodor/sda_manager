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Florile Golgotei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Pe-al Golgotei munte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 Răsărit,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flori de frunte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mai răsărit.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din ceruri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scop le-a plantat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ca să-nflorească,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Sânge-a picurat.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plantează-n noi!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Răsăriţi în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Ele au puterea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 vindeca,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Ce-i amar în viaţă,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dulce-a schimba.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’N-lipsă sunt avere,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ajutor,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Multă mângâiere,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alinător.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plantează-n noi!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Răsăriţi în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 lor vii dorinţe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acest 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Îndulcesc cerinţe,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 peste mormânt;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se-nalţă-n ceruri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Tatăl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sfinţii-n coruri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Fi-vom tot cântând.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plantează-n noi!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 frumoase, flori frumoase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Răsăriţi în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5292</TotalTime>
  <Words>182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1051</cp:revision>
  <dcterms:created xsi:type="dcterms:W3CDTF">2013-10-07T13:04:08Z</dcterms:created>
  <dcterms:modified xsi:type="dcterms:W3CDTF">2014-01-14T07:11:22Z</dcterms:modified>
  <cp:contentStatus>test</cp:contentStatus>
</cp:coreProperties>
</file>