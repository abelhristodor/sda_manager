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Ţara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mea, țara 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Ţara mea, ţara mea,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te doresc!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toată inima aş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 să te privesc.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ţara mea în lume nu-i,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sus la Dumnezeu: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Canaan, pământ promis,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tine doresc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Către cer, către cer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 ‘nalţ ochiul meu,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De-acolo va veni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eu L-aştept mereu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Amară-i lupta, traiu-amar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astă lume rea;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Dar, cum ar fi, eu n-am habar,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Ci-aştept azi ţara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mai e, nu mai 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de aşteptat,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Ci-ndată-ndată va veni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minunat.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nicicând ochiul n-a văzut,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om nu auzi,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 prin minte i-a trecut,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vom moşteni.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6121</TotalTime>
  <Words>153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1155</cp:revision>
  <dcterms:created xsi:type="dcterms:W3CDTF">2013-10-07T13:04:08Z</dcterms:created>
  <dcterms:modified xsi:type="dcterms:W3CDTF">2014-01-20T09:25:12Z</dcterms:modified>
  <cp:contentStatus>test</cp:contentStatus>
</cp:coreProperties>
</file>