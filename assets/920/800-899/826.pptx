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Mărire lui Isus cântăm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458200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39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 Mărire lui Isus cântăm,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Cu îngerii în cor;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Pe El cu drag L-încununăm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De Rege-al regilor!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Tu, Israel, popor iubit,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Înalţă bucuros,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Mărire Cui te-a mântuit,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Cunună, cunună, cunună lui Hristos!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Mărire Cui te-a mântuit, 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Cunună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-76200"/>
            <a:ext cx="84582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Cei ce-L iubesc cu-adevărat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glasu-I înţeleg,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Îl încunună de-Mpărat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universu-ntreg.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orice neam şi-orice popor,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Veniţi ne-ntârziat!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Gătiţi pentru Mântuitor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Cunună, cunună,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unună de-Mpărat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Gătiţi pentru Mântuitor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Cunună de-Mpărat!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-76200"/>
            <a:ext cx="84582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Veniţi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degrabă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toţi ai Săi,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Măriţi pe Domnu-n cor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Şi-L recunoaşteţi azi cu noi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Rege-al regilor!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Rege-al regilor,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Hristos e-aici ne-ntârziat;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Deci împletiţi-I bucuros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Cunună, cunună,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unună de-Mpărat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Deci împletiţi-I bucuros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Cunună de-Mpărat!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5419</TotalTime>
  <Words>166</Words>
  <Application>Microsoft PowerPoint</Application>
  <PresentationFormat>On-screen Show (4:3)</PresentationFormat>
  <Paragraphs>40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1081</cp:revision>
  <dcterms:created xsi:type="dcterms:W3CDTF">2013-10-07T13:04:08Z</dcterms:created>
  <dcterms:modified xsi:type="dcterms:W3CDTF">2014-01-14T08:35:54Z</dcterms:modified>
  <cp:contentStatus>test</cp:contentStatus>
</cp:coreProperties>
</file>