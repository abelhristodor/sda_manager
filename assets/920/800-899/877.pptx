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257" r:id="rId2"/>
    <p:sldId id="273" r:id="rId3"/>
    <p:sldId id="274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Frumoasă-i primăvara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877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-7620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(:Frumoasă-i primăvara,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zori şi până seara,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Natura o admir,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Natura-ntreagă o admir.:)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(:O, ce frumos anotimp!:)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Măriţi prin cântec mereu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bunul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-7620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(:Privesc câmpia verde,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Ce-n</a:t>
            </a: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depărtări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pierde,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recunosc uşor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Dumnezeul Creator.:)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(:O, ce frumos anotimp!:)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Măriţi prin cântec mereu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bunul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6378</TotalTime>
  <Words>85</Words>
  <Application>Microsoft PowerPoint</Application>
  <PresentationFormat>On-screen Show (4:3)</PresentationFormat>
  <Paragraphs>22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Imnuri noi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1199</cp:revision>
  <dcterms:created xsi:type="dcterms:W3CDTF">2013-10-07T13:04:08Z</dcterms:created>
  <dcterms:modified xsi:type="dcterms:W3CDTF">2014-01-20T10:01:29Z</dcterms:modified>
  <cp:contentStatus>test</cp:contentStatus>
</cp:coreProperties>
</file>