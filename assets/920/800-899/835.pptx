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Noi plecăm cu bucurie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Noi plecăm cu bucurie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Înspre Patria de sus,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Unde Rege pe vecie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 va fi Hristos Isus!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Acolo sunt locuinţe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Pregătite de Cel Sfânt,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 cei ce, prin credinţă,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Au urmat al Său Cuvânt!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Azi plecăm cu voie bună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lucrăm neîncetat,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primim acea cunună,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 cunună de-amarant!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ceruri sus e bucurie,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 fericire cu prisos,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(:Acolo-n veci va fi iubire,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este Ţara lui Hristos!:)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Voi, toţi cei din lumea largă,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Azi, veniţi la Domnul sfânt,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păcatul să vi-l şteargă,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urmaţi al Său Cuvânt!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Alergaţi cu mic, cu mare,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Înspre Patria de sus,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Unde veţi găsi-ndurare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iubirea lui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Azi plecăm cu voie bună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lucrăm neîncetat,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primim acea cunună,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 cunună de-amarant!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ceruri sus e bucurie,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 fericire cu prisos,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(:Acolo-n veci va fi iubire,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este Ţara lui Hristos!:)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5952</TotalTime>
  <Words>210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1136</cp:revision>
  <dcterms:created xsi:type="dcterms:W3CDTF">2013-10-07T13:04:08Z</dcterms:created>
  <dcterms:modified xsi:type="dcterms:W3CDTF">2014-01-20T08:56:16Z</dcterms:modified>
  <cp:contentStatus>test</cp:contentStatus>
</cp:coreProperties>
</file>