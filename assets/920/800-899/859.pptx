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de pe pământ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859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3726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Când de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pămân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de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chinuri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zdrobit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Voi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trece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-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odată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-n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oraşul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de sus; 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Privi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-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voi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întruna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spre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Domnul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meu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</a:p>
          <a:p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Căci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El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mi-a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fost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scut </a:t>
            </a:r>
            <a:r>
              <a:rPr lang="fr-FR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pe</a:t>
            </a:r>
            <a:r>
              <a:rPr lang="fr-FR" altLang="ro-RO" sz="4000" dirty="0" smtClean="0">
                <a:solidFill>
                  <a:schemeClr val="bg1"/>
                </a:solidFill>
                <a:latin typeface="Georgia" pitchFamily="18" charset="0"/>
              </a:rPr>
              <a:t> pământ mereu.</a:t>
            </a:r>
          </a:p>
          <a:p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(:Numele Lui fie mărit:)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(:Căci El e care m-a salvat.:)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harul Său eu azi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mântuit,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ceruri sus am un loc pregătit,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De-aceea Isus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 numai Isus,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Cântarea mea va fi în ceruri.</a:t>
            </a:r>
          </a:p>
          <a:p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(:Numele Lui fie mărit:)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(:Căci El e care m-a salvat.:)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faţa tronului Celui Preasfânt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Afla-voi tot ce-am crezut pe pământ,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Totuşi eu cu Isus, doar cu Isus,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Simţi-voi bucurii în ceruri sus.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fr-FR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(:Numele Lui fie mărit:)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(:Căci El e care m-a salvat.:)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859/920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6174</TotalTime>
  <Words>158</Words>
  <Application>Microsoft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1165</cp:revision>
  <dcterms:created xsi:type="dcterms:W3CDTF">2013-10-07T13:04:08Z</dcterms:created>
  <dcterms:modified xsi:type="dcterms:W3CDTF">2014-01-20T09:34:57Z</dcterms:modified>
  <cp:contentStatus>test</cp:contentStatus>
</cp:coreProperties>
</file>