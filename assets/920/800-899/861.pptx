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La-acele ţărmuri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La-acele ţărmuri, de peste râu,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Oh, ce frumoase locuri văd 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ceată mare de-a sfinţilor,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pare c-aud cântarea lor.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„Vino acasă, vino curând!”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lor chemare o-aud oricând.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dar vino, nu-ntârzia,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te-aşteaptă în casa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Părinţii-îndeamnă şi pe copii,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Colo-n mărire spre-a fi şi ei,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toţi în pace s-or bucura,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Unul pe altul vor saluta. 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„Vino acasă, vino curând!”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lor chemare o-aud oricând.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dar vino, nu-ntârzia,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te-aşteaptă în casa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Patria mea eu astăzi doresc,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unde toţi mă iubesc.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Mântuitorul loc mi-a gătit,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Vin’ dar cu mine, fii fericit!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„Vino acasă, vino curând!”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lor chemare o-aud oricând.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dar vino, nu-ntârzia,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te-aşteaptă în casa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6181</TotalTime>
  <Words>185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1166</cp:revision>
  <dcterms:created xsi:type="dcterms:W3CDTF">2013-10-07T13:04:08Z</dcterms:created>
  <dcterms:modified xsi:type="dcterms:W3CDTF">2014-01-20T09:37:25Z</dcterms:modified>
  <cp:contentStatus>test</cp:contentStatus>
</cp:coreProperties>
</file>