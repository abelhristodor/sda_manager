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Răsună printre rami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pom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857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Răsună printre rami de pom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cânt străvechi, un cânt de dor;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cântec ce de multe vremi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Natura-l spune tuturor.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Auzi cum creşte mare zvon: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„Vine iubitul nostru Domn!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Se-arată marele-Mpărat,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refacă-al Său Regat!”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Rostogolindu-şi apa lor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munţi, pe văi, prin val de mări,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Pâraie ’nalţă glasul lor,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Umplând văzduhul până-n zări.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tot mai tare-i al lor zvon: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„Vine iubitul nostru Domn!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Se-arată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arele-Mpărat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refacă-al Său Regat!”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norii, slujitori cereşti,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Detună zvonul spre pământ;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Răsună care-mpărăteşti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De-acelaşi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vesel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 cânt: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astfel ceruri şi pământ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Strigă să vie Domnul Sfânt,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vie marele-Mpărat,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refacă-al Său Regat.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6151</TotalTime>
  <Words>156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1162</cp:revision>
  <dcterms:created xsi:type="dcterms:W3CDTF">2013-10-07T13:04:08Z</dcterms:created>
  <dcterms:modified xsi:type="dcterms:W3CDTF">2014-01-20T09:32:17Z</dcterms:modified>
  <cp:contentStatus>test</cp:contentStatus>
</cp:coreProperties>
</file>