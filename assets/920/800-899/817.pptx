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nu-mi dai binecuvântare!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 Te-aştept să-mi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 Te-ascunzi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mine-n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azi parte-asigurată,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ce-ar putea să ne despartă?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 scump, mă simt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Tine-atras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mă-ndoiesc de-a Ta iubire,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Te-a dus pân’ la jertfire.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Nicicând nu cred că Tu ai sta retras: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putere şi onoare,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 orice faptă mare;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 mea se raz’mă-n tine az’: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singur ajutor în toate;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Vină furtuni sau vină moarte,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nu mă tem, cât sunt cu Tine-n vas: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cum să-mi las eu mântuirea?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când ar fi să-mi văd pieirea,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sigur sunt când Tu doar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rămas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7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dacă-ar fi cu a Ta vrere,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lupt tot fără mângâiere,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rănit să fiu la orice 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8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în onoruri şi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Isus nu-i fericire,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viaţa-i drum lung, greu,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9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Te las! Eu nu Te 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tot dorul de mai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să-Mi ia ce-i dat de Tine?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nu m-asculţi,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eloc nu-Ţi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dau răgaz: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Te las! Eu nu Te las!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5347</TotalTime>
  <Words>443</Words>
  <Application>Microsoft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1068</cp:revision>
  <dcterms:created xsi:type="dcterms:W3CDTF">2013-10-07T13:04:08Z</dcterms:created>
  <dcterms:modified xsi:type="dcterms:W3CDTF">2014-01-14T08:14:19Z</dcterms:modified>
  <cp:contentStatus>test</cp:contentStatus>
</cp:coreProperties>
</file>