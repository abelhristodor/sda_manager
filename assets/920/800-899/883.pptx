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3" r:id="rId3"/>
    <p:sldId id="274" r:id="rId4"/>
    <p:sldId id="275" r:id="rId5"/>
    <p:sldId id="276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Mulţumiţi lui Dumnezeu!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883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Mulţumiţi lui Dumnezeu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bun 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Suflete, tresaltă vesel deci!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Grijile azvârle, cântă, spune: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(:„Bunătatea Lui durează-n veci!”:)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883/920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0"/>
            <a:ext cx="8382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Israel, popor de moştenire,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credinţă uimit să te pleci,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să cânţi săltând de fericire: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(:„Bunătatea Lui durează-n veci!”:)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883/920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0"/>
            <a:ext cx="8382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Iar voi preoţi în odăjdii sfinte,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Viaţa e-n Isus, nu-n forme reci;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Preamăriţi pe singurul Părinte,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(:„Bunătatea Lui durează-n veci!”:)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883/920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829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 </a:t>
            </a:r>
            <a:r>
              <a:rPr lang="fr-FR" altLang="ro-RO" sz="3800" dirty="0" smtClean="0">
                <a:solidFill>
                  <a:schemeClr val="bg1"/>
                </a:solidFill>
                <a:latin typeface="Georgia" pitchFamily="18" charset="0"/>
              </a:rPr>
              <a:t>De </a:t>
            </a:r>
            <a:r>
              <a:rPr lang="fr-FR" altLang="ro-RO" sz="3800" dirty="0" smtClean="0">
                <a:solidFill>
                  <a:schemeClr val="bg1"/>
                </a:solidFill>
                <a:latin typeface="Georgia" pitchFamily="18" charset="0"/>
              </a:rPr>
              <a:t>te </a:t>
            </a:r>
            <a:r>
              <a:rPr lang="fr-FR" altLang="ro-RO" sz="3800" dirty="0" err="1" smtClean="0">
                <a:solidFill>
                  <a:schemeClr val="bg1"/>
                </a:solidFill>
                <a:latin typeface="Georgia" pitchFamily="18" charset="0"/>
              </a:rPr>
              <a:t>temi</a:t>
            </a:r>
            <a:r>
              <a:rPr lang="fr-FR" altLang="ro-RO" sz="3800" dirty="0" smtClean="0">
                <a:solidFill>
                  <a:schemeClr val="bg1"/>
                </a:solidFill>
                <a:latin typeface="Georgia" pitchFamily="18" charset="0"/>
              </a:rPr>
              <a:t> de </a:t>
            </a:r>
            <a:r>
              <a:rPr lang="fr-FR" altLang="ro-RO" sz="3800" dirty="0" err="1" smtClean="0">
                <a:solidFill>
                  <a:schemeClr val="bg1"/>
                </a:solidFill>
                <a:latin typeface="Georgia" pitchFamily="18" charset="0"/>
              </a:rPr>
              <a:t>Domnu</a:t>
            </a:r>
            <a:r>
              <a:rPr lang="fr-FR" altLang="ro-RO" sz="3800" dirty="0" smtClean="0">
                <a:solidFill>
                  <a:schemeClr val="bg1"/>
                </a:solidFill>
                <a:latin typeface="Georgia" pitchFamily="18" charset="0"/>
              </a:rPr>
              <a:t>-</a:t>
            </a:r>
            <a:r>
              <a:rPr lang="fr-FR" altLang="ro-RO" sz="3800" dirty="0" err="1" smtClean="0">
                <a:solidFill>
                  <a:schemeClr val="bg1"/>
                </a:solidFill>
                <a:latin typeface="Georgia" pitchFamily="18" charset="0"/>
              </a:rPr>
              <a:t>oricând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, </a:t>
            </a:r>
            <a:r>
              <a:rPr lang="fr-FR" altLang="ro-RO" sz="3800" dirty="0" err="1" smtClean="0">
                <a:solidFill>
                  <a:schemeClr val="bg1"/>
                </a:solidFill>
                <a:latin typeface="Georgia" pitchFamily="18" charset="0"/>
              </a:rPr>
              <a:t>oriunde</a:t>
            </a:r>
            <a:r>
              <a:rPr lang="fr-FR" altLang="ro-RO" sz="38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Dacă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numai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Lui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supus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te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pleci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Orice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-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ar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zice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Satan, tu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răspunde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:</a:t>
            </a:r>
          </a:p>
          <a:p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(:„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Bunătatea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Lui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durează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-n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veci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!”:)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883/920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6453</TotalTime>
  <Words>136</Words>
  <Application>Microsoft PowerPoint</Application>
  <PresentationFormat>On-screen Show (4:3)</PresentationFormat>
  <Paragraphs>26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1211</cp:revision>
  <dcterms:created xsi:type="dcterms:W3CDTF">2013-10-07T13:04:08Z</dcterms:created>
  <dcterms:modified xsi:type="dcterms:W3CDTF">2014-01-20T10:11:06Z</dcterms:modified>
  <cp:contentStatus>test</cp:contentStatus>
</cp:coreProperties>
</file>