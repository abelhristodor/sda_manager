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plăcut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pentru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plăcut e pentru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păstrăm porunca Sa;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ne-alină-orice durere,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chiar oricât de grea.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copiii Îl adoră,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ascultă vocea lor;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iubire-i împresoară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le-ajută tuturor.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fim blânzi şi buni la suflet,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 noi să ne iubim,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într-un singur cuget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 să-L preamărim.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5305</TotalTime>
  <Words>86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1055</cp:revision>
  <dcterms:created xsi:type="dcterms:W3CDTF">2013-10-07T13:04:08Z</dcterms:created>
  <dcterms:modified xsi:type="dcterms:W3CDTF">2014-01-14T07:21:57Z</dcterms:modified>
  <cp:contentStatus>test</cp:contentStatus>
</cp:coreProperties>
</file>