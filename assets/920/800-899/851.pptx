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3" r:id="rId3"/>
    <p:sldId id="274" r:id="rId4"/>
    <p:sldId id="275" r:id="rId5"/>
    <p:sldId id="277" r:id="rId6"/>
    <p:sldId id="276" r:id="rId7"/>
    <p:sldId id="278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Cetate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cu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iaspis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zid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851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Cetate cu de iaspis zid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porţi de mărgărit,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tine-avem noi de privit,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De-i sufletu-obosit;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pe-a ta cale de-aur chiar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Curând noi vom umbla,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 ne-nchina la Cel Preasfânt,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sus la cer ne 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aprig dor,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dor te-aştept,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Ceresc locaş, preasfânt odor,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tine mă îndrept.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Cetate, ce de soare, stea,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Nicicum nu ai nevoi,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tine ne putem vedea,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De-avem credinţă-n noi.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Privind la tine ne-ntărim,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Curaj vom căpăta;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dacă legea o păzim,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tine noi vom sta.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aprig dor,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dor te-aştept,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Ceresc locaş, preasfânt odor,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tine mă îndrept.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poarta ta vor dispărea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lacrimi, şi dureri,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Domnul ne va bucura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scumpe mângâieri.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crucea răbdător de-o port,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Domnul nostru vrea,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tine, în cerescul cort,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Curând mă voi afla!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aprig dor,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dor te-aştept,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Ceresc locaş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, preasfânt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odor,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tine mă îndrept.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6124</TotalTime>
  <Words>230</Words>
  <Application>Microsoft PowerPoint</Application>
  <PresentationFormat>On-screen Show (4:3)</PresentationFormat>
  <Paragraphs>50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1155</cp:revision>
  <dcterms:created xsi:type="dcterms:W3CDTF">2013-10-07T13:04:08Z</dcterms:created>
  <dcterms:modified xsi:type="dcterms:W3CDTF">2014-01-20T09:23:57Z</dcterms:modified>
  <cp:contentStatus>test</cp:contentStatus>
</cp:coreProperties>
</file>