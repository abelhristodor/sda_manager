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3" r:id="rId3"/>
    <p:sldId id="274" r:id="rId4"/>
    <p:sldId id="275" r:id="rId5"/>
    <p:sldId id="278" r:id="rId6"/>
    <p:sldId id="276" r:id="rId7"/>
    <p:sldId id="279" r:id="rId8"/>
    <p:sldId id="277" r:id="rId9"/>
    <p:sldId id="28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Furtuna e azi în juru-mi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Furtuna e azi în juru-mi,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fulgere-acum zăresc.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sunete, mii de valuri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tunete se-nteţesc,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ură duşmanul vine;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Scăpare eu n-aş avea;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blând o voce îmi spune: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singur nu te voi lăsa!”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(:Nu, singur nicicând;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Nu, singur nicicând!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aceasta îmi spune: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singur nu mă va lăsa!:)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Duşmanii sunt legiune,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luptă-mpotriva mea,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însă e cu mine,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birui eu voi putea.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Cuvântu-I etern rămâne: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Cununa El îmi va da,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Jurat-a pe al Său nume: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singur nu te voi lăsa!”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(:Nu, singur nicicând;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Nu, singur nicicând!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aceasta îmi spune: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singur nu mă va lăsa!:)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Oricând inima-mi e frântă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caut un ajutor,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faţa Sa blândă,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chipul Său iubitor.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Satan, ca să m-apuce,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Mă-nvăluie-n ura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Aud pe Isus cum zice: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singur nu te voi lăsa!”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(:Nu, singur nicicând;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Nu, singur nicicând!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aceasta îmi spune: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singur nu mă va lăsa!:)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pentru mine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dat şi m-a mântuit.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tras tot mereu la Sine,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haru-I am fost ferit.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scumpa răsplată-aduce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cetele îngereşti,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drepţii atunci mă duce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dulci locuinţe cereşti.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(:Nu, singur nicicând;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Nu, singur nicicând!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aceasta îmi spune: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singur nu mă va lăsa!:)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5351</TotalTime>
  <Words>323</Words>
  <Application>Microsoft PowerPoint</Application>
  <PresentationFormat>On-screen Show (4:3)</PresentationFormat>
  <Paragraphs>66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1067</cp:revision>
  <dcterms:created xsi:type="dcterms:W3CDTF">2013-10-07T13:04:08Z</dcterms:created>
  <dcterms:modified xsi:type="dcterms:W3CDTF">2014-01-14T08:04:13Z</dcterms:modified>
  <cp:contentStatus>test</cp:contentStatus>
</cp:coreProperties>
</file>