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Cine-s aceşti fericiţi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Cine-s aceşti fericiţi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Cu-albe haine-mpodobiţi,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Stând la tronul Domnului,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mărirea Lui?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Cine-s şi de unde vin?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venit din mare chin,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amarul cel de jos,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Nepătată, haina lor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dreptatea sfinţilor;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Său sânge sfânt, vărsat,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i-a spălat!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Gândul lor e nepătat,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îndrumat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îngusta cale-n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Ei, la tronul luminos,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în faţa lui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Noapte, zi, tot lăudând,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cântând!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Liberi sunt de-amar şi chin,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 nu e, nici suspin!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orişice păcat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pe mine, Doamne, Tu,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aceasta mă condu: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Haină albă să îmbrac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fiu curat!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mă simt mereu,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privesc la chipul Tău!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Părinte-n veac de veac,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5967</TotalTime>
  <Words>187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1150</cp:revision>
  <dcterms:created xsi:type="dcterms:W3CDTF">2013-10-07T13:04:08Z</dcterms:created>
  <dcterms:modified xsi:type="dcterms:W3CDTF">2014-01-20T09:14:23Z</dcterms:modified>
  <cp:contentStatus>test</cp:contentStatus>
</cp:coreProperties>
</file>