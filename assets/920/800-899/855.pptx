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Totul piere-n astă lume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Totul piere-n astă lume,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ce-aveţi şi ce speraţi.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cu măreţe nume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cinstiţi şi lăudaţi.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Pământeasca viaţă piere,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dorinţele la fel.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ideal se pierde: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Planuri, străduinţi şi zel,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Totuşi grija nu m-apasă,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aştept o sfântă 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 viaţă mai aleasă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Domnul voi primi!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peste toţi priveşte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 zice-n mila Sa: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„Crede-n Mine, te-ntăreşte,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Speră, nu te-nspăimânta!”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este viaţa noastră: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ericire ne va da.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De-L păstrăm în mintea noastră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ne-nscrie-n cartea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Totuşi grija nu m-apasă,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aştept o sfântă 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 viaţă mai aleasă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Domnul voi primi!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6145</TotalTime>
  <Words>155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1160</cp:revision>
  <dcterms:created xsi:type="dcterms:W3CDTF">2013-10-07T13:04:08Z</dcterms:created>
  <dcterms:modified xsi:type="dcterms:W3CDTF">2014-01-20T09:29:25Z</dcterms:modified>
  <cp:contentStatus>test</cp:contentStatus>
</cp:coreProperties>
</file>