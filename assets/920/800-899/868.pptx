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 odihneşte-n groapa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odihneşte-n groapa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Hristos te va chema!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Domnul viaţa-ai încheiat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Şi-aştepţi pân’ ce vei fi-nviat.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Pământ ai fost, te faci 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Domnul, prin al Său Cuvânt,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Te-asigură, precum e scris,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te va lua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aici, puţin timp doar,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dus un trai scurt şi amar,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Crezând în Domnu-ai câştigat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nou şi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odihneşte-n groapa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 Hristos te va chema!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Noi, cei rămaşi, urmăm mereu,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Primind ce ne dă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6307</TotalTime>
  <Words>135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1184</cp:revision>
  <dcterms:created xsi:type="dcterms:W3CDTF">2013-10-07T13:04:08Z</dcterms:created>
  <dcterms:modified xsi:type="dcterms:W3CDTF">2014-01-20T09:47:06Z</dcterms:modified>
  <cp:contentStatus>test</cp:contentStatus>
</cp:coreProperties>
</file>