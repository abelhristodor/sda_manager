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7" r:id="rId6"/>
    <p:sldId id="276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1/20/2014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O, Ţara mea!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847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838200" y="0"/>
            <a:ext cx="8305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Ţara mea, frumoasă eşti!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multe ori te pomenesc!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Pe-acest pământ, pământ deşert,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Tine eu călătoresc!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scump Regat, o, când voi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sus, la tine sus?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pe-al tău câmp, în veci cu flori,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M-or saluta fraţi în Isus?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81000" y="0"/>
            <a:ext cx="8763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Păstorul meu, Isus iubit,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Domneşte-acolo ca-Mpărat,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îngeri mii înconjurat,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toţi acei ce L-au chemat.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scump Regat, o, când voi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sus, la tine sus?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pe-al tău câmp, în veci cu flori,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M-or saluta fraţi în Isus?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304800" y="0"/>
            <a:ext cx="8839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3 .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Acolo nu-s dureri, nici plâns,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 fericire cu prisos;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 pace e şi bucurii,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Domnind mereu Isus Hristos.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0"/>
            <a:ext cx="8686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scump Regat, o, când voi fi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tine sus, la tine sus?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pe-al tău câmp, în veci cu flori,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M-or saluta fraţi în Isus?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847/920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5970</TotalTime>
  <Words>214</Words>
  <Application>Microsoft PowerPoint</Application>
  <PresentationFormat>On-screen Show (4:3)</PresentationFormat>
  <Paragraphs>38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1151</cp:revision>
  <dcterms:created xsi:type="dcterms:W3CDTF">2013-10-07T13:04:08Z</dcterms:created>
  <dcterms:modified xsi:type="dcterms:W3CDTF">2014-01-20T09:15:28Z</dcterms:modified>
  <cp:contentStatus>test</cp:contentStatus>
</cp:coreProperties>
</file>