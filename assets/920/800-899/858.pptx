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Un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dulce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vers de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cânt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858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0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Un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dulce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vers de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cânt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Se-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aude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ne-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ncetat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. </a:t>
            </a:r>
          </a:p>
          <a:p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Mai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mult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decât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oricând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! </a:t>
            </a:r>
          </a:p>
          <a:p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De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lume-s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depărtat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.</a:t>
            </a:r>
          </a:p>
          <a:p>
            <a:endParaRPr lang="fr-FR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Aproape e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cămin;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Lucrul curând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sfârşesc 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Şi-acolo m-odihnesc.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0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Aproape va să fim,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Domnul în curând,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De-acel măreţ cămin,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Sfinţit de Domnul Sfânt.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fr-FR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Aproape e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cămin;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Lucrul curând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sfârşesc 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Şi-acolo m-odihnesc.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0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O! Doamne, Te rugăm,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Putere a ne da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pururi s-aşteptăm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Împărăţia Ta!</a:t>
            </a:r>
          </a:p>
          <a:p>
            <a:endParaRPr lang="fr-FR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Aproape e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cămin;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Lucrul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curând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sfârşesc 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Şi-acolo m-odihnesc.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6159</TotalTime>
  <Words>120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1164</cp:revision>
  <dcterms:created xsi:type="dcterms:W3CDTF">2013-10-07T13:04:08Z</dcterms:created>
  <dcterms:modified xsi:type="dcterms:W3CDTF">2014-01-20T09:33:00Z</dcterms:modified>
  <cp:contentStatus>test</cp:contentStatus>
</cp:coreProperties>
</file>