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Vezi cerul cum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se-nnorează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Vezi cerul cum se-nnorează,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Furtuna cum s-a întins;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marea s-agită azi groaznic,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spaima ne-a şi cuprins!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ne este scăparea,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ceresc?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Oare simţi valuri cum ne-nconjoară,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Primejdii cum se-nmulţesc?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Dar vântul şi marea se liniştesc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moment,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ordonă ca să stea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 barca noastră nu se va ’neca,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opreşte şi val, şi vânt.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siguri vom fi numai cu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dar cu toţii la Isus,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la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numai printr-Însul vom avea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Vântul a trecut acuma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norul întunecos,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soarele luceşte iară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voinţa lui Hristos.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Cereasca pace de astăzi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inimă o am: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nu mă va lăsa de-acuma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Departe de-al Său liman.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6514</TotalTime>
  <Words>163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1227</cp:revision>
  <dcterms:created xsi:type="dcterms:W3CDTF">2013-10-07T13:04:08Z</dcterms:created>
  <dcterms:modified xsi:type="dcterms:W3CDTF">2014-01-20T10:46:29Z</dcterms:modified>
  <cp:contentStatus>test</cp:contentStatus>
</cp:coreProperties>
</file>