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îţi pare că-i grea crucea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898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îţi pare că-i grea crucea,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Nimeni să nu-ţi vadă plânsul,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Poartă-ţi crucea cu plăcere,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sfânt îţi dă putere,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Fie lupta cât de-amară,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înfrânt te scoală iară,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Poartă-ţi crucea cu plăcere,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sfânt îţi dă putere,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De-ar părea că biruie Satan,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aşa primeşti răsplata,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Poartă-ţi crucea cu plăcere,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sfânt îţi dă putere,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te-apasă griji, durere,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curând ai mângâiere,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Poartă-ţi crucea cu plăcere,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sfânt îţi dă putere,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6516</TotalTime>
  <Words>178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1227</cp:revision>
  <dcterms:created xsi:type="dcterms:W3CDTF">2013-10-07T13:04:08Z</dcterms:created>
  <dcterms:modified xsi:type="dcterms:W3CDTF">2014-01-20T10:47:25Z</dcterms:modified>
  <cp:contentStatus>test</cp:contentStatus>
</cp:coreProperties>
</file>