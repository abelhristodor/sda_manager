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tu-mpovărat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tu-mpovărat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greşeli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căieşti,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mergi spre lumină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rătăceşti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chiar dacă lumea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defăima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tot statornic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dispera!:)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dacă amicii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părăsit,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te mângâie,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eşti iubit.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(:O, El te păzeşte,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e-asculţi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vocea Sa;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lângă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dispera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Furtuna cea mare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înfruntat,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vom merge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noul Regat!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plâns, şi durere,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griji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deci cu Domnul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nu-L părăsi!:)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5320</TotalTime>
  <Words>134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1061</cp:revision>
  <dcterms:created xsi:type="dcterms:W3CDTF">2013-10-07T13:04:08Z</dcterms:created>
  <dcterms:modified xsi:type="dcterms:W3CDTF">2014-01-14T07:37:14Z</dcterms:modified>
  <cp:contentStatus>test</cp:contentStatus>
</cp:coreProperties>
</file>