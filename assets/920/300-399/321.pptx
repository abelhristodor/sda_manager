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Din cerul slăvit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321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438400" y="405348"/>
            <a:ext cx="6705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cerul slăvit,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 a venit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pacea Lui!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greul păcat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Salvare ne-a dat,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pacea Lui!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438400" y="405348"/>
            <a:ext cx="6705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Ne-a dat pacea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niciunde nu-i,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Ah, pacea Lui!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dragostea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dă orişicui,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Ah, pacea Lui!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438400" y="405348"/>
            <a:ext cx="6705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 meu bun Isus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Nădejde-a adus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pacea Lui!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luptă de-aş fi,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teamă n-aş şti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pacea Lui!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438400" y="405348"/>
            <a:ext cx="6705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sunt încercat,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am ne-ncetat,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pacea Lui!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Zvârlit în văpăi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groapa cu lei,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pacea 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438400" y="405348"/>
            <a:ext cx="6705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 vine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vine de 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pacea Lui!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inima 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inima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pacea 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1754</TotalTime>
  <Words>156</Words>
  <Application>Microsoft PowerPoint</Application>
  <PresentationFormat>On-screen Show (4:3)</PresentationFormat>
  <Paragraphs>43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401</cp:revision>
  <dcterms:created xsi:type="dcterms:W3CDTF">2013-10-07T13:04:08Z</dcterms:created>
  <dcterms:modified xsi:type="dcterms:W3CDTF">2013-12-10T08:27:58Z</dcterms:modified>
  <cp:contentStatus>test</cp:contentStatus>
</cp:coreProperties>
</file>