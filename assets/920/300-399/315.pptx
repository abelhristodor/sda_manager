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ce lacrimi arzătoare?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ce lacrimi arzătoare,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 plâns de-amar şi dor?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 griji chinuitoare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avem Mântuitor?…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Lui, în rău şi-n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Credincios de-I vei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cu braţul Său te ţine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Orişice s-ar întâmpla.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Lasă tot ce te-nconjoară,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dar la Tatăl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fără El e-amară,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cu El, rai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vezi-L doar o 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cuvânt de ţi-ar vorbi,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te-asigur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viaţa toată,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El nu te-ai despărţi!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avântul şi puterea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le pui în slujba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îţi vindecă durerea,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îţi şterge lacrima…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Isus făgăduieşte,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va-nşela defel!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învaţă de-L iubeşte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cum te-a iubit şi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1715</TotalTime>
  <Words>162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396</cp:revision>
  <dcterms:created xsi:type="dcterms:W3CDTF">2013-10-07T13:04:08Z</dcterms:created>
  <dcterms:modified xsi:type="dcterms:W3CDTF">2013-12-10T08:05:48Z</dcterms:modified>
  <cp:contentStatus>test</cp:contentStatus>
</cp:coreProperties>
</file>