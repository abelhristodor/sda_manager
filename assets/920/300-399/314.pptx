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Doamne, câtă suferinţă!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31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449788"/>
            <a:ext cx="8229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Doamne, câtă suferinţă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E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astăzi pe pământ!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Strigă lacrima durerii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ân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’ la tronul Tău preasfânt!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Trecem valea umbrei morţii,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ăutând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crucea Ta: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Printre gropi, printre ruine,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inguri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ne lăsa!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314/920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449788"/>
            <a:ext cx="8229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Doamne, cine poartă vina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hinului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nemângâiat?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Singuri ne-am străpuns de moarte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ând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Tine Te-am lăsat.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Am sorbit fărădelegea,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T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ot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paharul ei amar,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prin valuri de-ntuneric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ăutăm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 Tău har.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314/920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449788"/>
            <a:ext cx="8229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Te simţim alături, Doamne,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us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cruce răstignit!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Câte vaiuri sunt pe lume,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T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oate-n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Tine au izbit…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Nu-nţelegem cum vei scoate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asul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nostru din noroi,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Însă nu mai suntem singuri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acă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eşti cu noi!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314/920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449788"/>
            <a:ext cx="8229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Până când mai suferi, Doamne,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N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edreptatea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pământ?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Sună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trâmbiţa-nvieri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i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este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moarte şi mormânt!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Smulge tot din rădăcină şi nici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R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amuri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lăsa,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Şi, în ziua răzbunării,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vedem slava 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314/920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1711</TotalTime>
  <Words>208</Words>
  <Application>Microsoft PowerPoint</Application>
  <PresentationFormat>On-screen Show (4:3)</PresentationFormat>
  <Paragraphs>39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395</cp:revision>
  <dcterms:created xsi:type="dcterms:W3CDTF">2013-10-07T13:04:08Z</dcterms:created>
  <dcterms:modified xsi:type="dcterms:W3CDTF">2013-12-10T08:03:04Z</dcterms:modified>
  <cp:contentStatus>test</cp:contentStatus>
</cp:coreProperties>
</file>