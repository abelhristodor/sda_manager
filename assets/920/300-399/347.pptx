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handoutMasterIdLst>
    <p:handoutMasterId r:id="rId8"/>
  </p:handoutMasterIdLst>
  <p:sldIdLst>
    <p:sldId id="257" r:id="rId2"/>
    <p:sldId id="269" r:id="rId3"/>
    <p:sldId id="270" r:id="rId4"/>
    <p:sldId id="271" r:id="rId5"/>
    <p:sldId id="272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6019" autoAdjust="0"/>
    <p:restoredTop sz="94595" autoAdjust="0"/>
  </p:normalViewPr>
  <p:slideViewPr>
    <p:cSldViewPr>
      <p:cViewPr varScale="1">
        <p:scale>
          <a:sx n="95" d="100"/>
          <a:sy n="95" d="100"/>
        </p:scale>
        <p:origin x="-432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12/10/2013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12/10/2013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Tot mai aproape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3</a:t>
            </a:r>
            <a:r>
              <a:rPr lang="ro-RO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47</a:t>
            </a:r>
            <a:endParaRPr lang="ro-RO" sz="6000" dirty="0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295400" y="457200"/>
            <a:ext cx="78486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ro-RO" altLang="ro-RO" sz="4000" b="1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Tot mai aproape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D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pieptu-Ţi sfânt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 loc de-odihnă,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D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ureri,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griji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nu sunt…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De-aceea, Doamne,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dar ceresc,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(:Dă-mi pacea sfântă,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P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care-o doresc!:)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47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295400" y="457200"/>
            <a:ext cx="78486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2.</a:t>
            </a:r>
            <a:r>
              <a:rPr lang="ro-RO" altLang="ro-RO" sz="4000" b="1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Tot mai aproape,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A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zi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vin plecat,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Dar n-am în mine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N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imic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bun, curat…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Te rog, primeşte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I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nima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mea,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(:S-o speli, Isuse,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D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oar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Tu vei putea!:)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47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295400" y="457200"/>
            <a:ext cx="78486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3.</a:t>
            </a:r>
            <a:r>
              <a:rPr lang="ro-RO" altLang="ro-RO" sz="4000" b="1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Tot mai aproape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S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ă-Ţi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fiu mereu,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Să-Ţi sorb iubirea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Î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sufletul meu;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Ajută-mi, Doamne,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S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ă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fiu curat,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(:Să fiu un templu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P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reasfânt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, nepătat!:)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47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295400" y="457200"/>
            <a:ext cx="78486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4.</a:t>
            </a:r>
            <a:r>
              <a:rPr lang="ro-RO" altLang="ro-RO" sz="4000" b="1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Tot mai aproape,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ât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mai trăiesc,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Căci vreau în ceruri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S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ă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Te întâlnesc;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Acolo, Doamne,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D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oresc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fiu,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(:Tot mai aproape,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smtClean="0">
                <a:solidFill>
                  <a:schemeClr val="bg1"/>
                </a:solidFill>
                <a:latin typeface="Georgia" pitchFamily="18" charset="0"/>
              </a:rPr>
              <a:t>P</a:t>
            </a:r>
            <a:r>
              <a:rPr lang="vi-VN" altLang="ro-RO" sz="4000" smtClean="0">
                <a:solidFill>
                  <a:schemeClr val="bg1"/>
                </a:solidFill>
                <a:latin typeface="Georgia" pitchFamily="18" charset="0"/>
              </a:rPr>
              <a:t>e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veci, al Tău fiu!:)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47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2041</TotalTime>
  <Words>190</Words>
  <Application>Microsoft PowerPoint</Application>
  <PresentationFormat>On-screen Show (4:3)</PresentationFormat>
  <Paragraphs>43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Imnuri noi</vt:lpstr>
      <vt:lpstr>Slide 1</vt:lpstr>
      <vt:lpstr>Slide 2</vt:lpstr>
      <vt:lpstr>Slide 3</vt:lpstr>
      <vt:lpstr>Slide 4</vt:lpstr>
      <vt:lpstr>Slide 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449</cp:revision>
  <dcterms:created xsi:type="dcterms:W3CDTF">2013-10-07T13:04:08Z</dcterms:created>
  <dcterms:modified xsi:type="dcterms:W3CDTF">2013-12-10T09:30:35Z</dcterms:modified>
  <cp:contentStatus>test</cp:contentStatus>
</cp:coreProperties>
</file>