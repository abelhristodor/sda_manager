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Suntem pe calea lui Isus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8100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pe calea lui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Cel ce-i fără de păcat!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Setoşi privim spre ceruri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Domnul care ne-a iertat!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da, noi vom fi cu Domnul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da, noi vom fi cu Domnul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da, o, da, vom fi cu Domnul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8100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veseli ne simţim mereu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timp urmăm pe calea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ne păzeşte de-orice rău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Oricând şi-oriunde ne-om afla.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da, noi vom fi cu Domnul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da, noi vom fi cu Domnul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da, o, da, vom fi cu Domnul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8100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când va fi să vină iar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judece pe buni şi răi,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faţa Lui afla-vom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Numindu-ne „aleşii Săi”.</a:t>
            </a:r>
            <a:endParaRPr lang="vi-VN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da, noi vom fi cu Domnul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da, noi vom fi cu Domnul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da, o, da, vom fi cu Domnul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2315</TotalTime>
  <Words>211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508</cp:revision>
  <dcterms:created xsi:type="dcterms:W3CDTF">2013-10-07T13:04:08Z</dcterms:created>
  <dcterms:modified xsi:type="dcterms:W3CDTF">2013-12-10T12:14:03Z</dcterms:modified>
  <cp:contentStatus>test</cp:contentStatus>
</cp:coreProperties>
</file>