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mai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devreme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Isus, cât mai devreme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să-L caut, să-L găsesc,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să merg pe-a’ Sale urme,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strâmt vreau să-l urmez!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 Isus, ştiu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 şi-L preţuiesc!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muri, da,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Isus eu vieţuiesc!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572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voi duce unde-mi spune,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Tânăr sunt, dar vreau să merg!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Vocea Lui să mă îndrume,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Tânăr sunt, dar înţeleg!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 Isus, ştiu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 şi-L preţuiesc!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muri, da,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Isus eu vieţuiesc!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572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Se află-acum la poartă,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scape, ştiu că vrea;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deschidă mă aşteaptă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drag eu voi intra!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 Isus, ştiu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 şi-L preţuiesc!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muri, da,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Isus eu vieţuiesc!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2043</TotalTime>
  <Words>194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450</cp:revision>
  <dcterms:created xsi:type="dcterms:W3CDTF">2013-10-07T13:04:08Z</dcterms:created>
  <dcterms:modified xsi:type="dcterms:W3CDTF">2013-12-10T09:32:52Z</dcterms:modified>
  <cp:contentStatus>test</cp:contentStatus>
</cp:coreProperties>
</file>