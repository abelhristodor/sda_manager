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Glasul Tău cel blând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652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Glasul Tău cel blând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l-am ascultat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Când mi-ai spus iubirea Ta;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Rătăcind pe drum, am întârziat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Cu povara mea cea grea…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7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Ia-mă, Doamne, sub aripa 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Spune-mi iar că mă iubeşti,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murind, din moarte,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mă poţi salva,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pe-un fiu să mă primeşti!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Mă sfinţeşte-acum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Duh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Sfânt,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Îţi predau voinţa mea,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Vreau să îmi aprinzi faptă şi cuvânt,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să fiu în slujba Ta!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7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Ia-mă, Doamne, sub aripa 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Spune-mi iar că mă iubeşti,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murind, din moarte,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mă poţi salva,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pe-un fiu să mă primeşti!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Mă sfinţeşte-acum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rin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Duh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Sfânt,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Îţi predau voinţa mea,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Vreau să îmi aprinzi faptă şi cuvânt,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să fiu în slujba Ta!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7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Ia-mă, Doamne, sub aripa 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Spune-mi iar că mă iubeşti,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murind, din moarte,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mă poţi salva,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pe-un fiu să mă primeşti!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Fericirea mea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-ntr-un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tainic ceas,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genunchi, cum stau plecat,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 aproape sunt, doar un singur pas,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primesc tot ce-am sperat!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37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ro-RO" altLang="ro-RO" sz="37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Ia-mă, Doamne, sub aripa Ta,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Spune-mi iar că mă iubeşti,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 murind, din moarte,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mă poţi salva,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pe-un fiu să mă primeşti!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1949</TotalTime>
  <Words>289</Words>
  <Application>Microsoft PowerPoint</Application>
  <PresentationFormat>On-screen Show (4:3)</PresentationFormat>
  <Paragraphs>55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434</cp:revision>
  <dcterms:created xsi:type="dcterms:W3CDTF">2013-10-07T13:04:08Z</dcterms:created>
  <dcterms:modified xsi:type="dcterms:W3CDTF">2013-12-10T09:14:32Z</dcterms:modified>
  <cp:contentStatus>test</cp:contentStatus>
</cp:coreProperties>
</file>