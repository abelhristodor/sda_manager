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Voi, creştini, sculaţi!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49788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creştini, sculaţi, steagul ridicaţi,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Gata să luptaţi pentru El!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Faceţi din Cuvânt şi din Spirit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Strălucite săbii de oţel!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Sus, ostaşii Domnului, sub steaguri,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cu El în ultimul asalt!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Înainte, peste orice praguri,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Hristos, supremul Comandant!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49788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pornim în marş ca viteji ostaşi,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avem curaj cu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vom birui, chiar de vom muri,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Adevărul e mai preţios!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Sus, ostaşii Domnului, sub steaguri,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cu El în ultimul asalt!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Înainte, peste orice praguri,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Hristos, supremul Comandant!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49788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în Dumnezeu mă încred şi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primesc mereu ajutor!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luptători, printre-nvingători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cânt cu-al Domnului popor!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Sus, ostaşii Domnului, sub steaguri,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cu El în ultimul asalt!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Înainte, peste orice praguri,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Hristos, supremul Comandant!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1648</TotalTime>
  <Words>192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378</cp:revision>
  <dcterms:created xsi:type="dcterms:W3CDTF">2013-10-07T13:04:08Z</dcterms:created>
  <dcterms:modified xsi:type="dcterms:W3CDTF">2013-12-10T07:35:02Z</dcterms:modified>
  <cp:contentStatus>test</cp:contentStatus>
</cp:coreProperties>
</file>