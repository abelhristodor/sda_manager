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În Cuvânt Te-am aflat!</a:t>
            </a:r>
            <a:endParaRPr lang="da-DK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96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381000"/>
            <a:ext cx="7543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Cuvânt Te-am aflat,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Salvator minunat,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Stânca mea, m-ai zdrobit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atâta iubit!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Tine-am clădit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Crezul meu de granit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iertare mi-ai dat,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Am primit ce-am sperat!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396/920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381000"/>
            <a:ext cx="7543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ce bun adăpost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dureri Tu mi-ai fost,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o aripă-n zbor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M-ai purtat pe sub nor;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mult lăcrimat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Harul Tău m-a salvat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pe buze mi-ai pus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Cântec nou, scump Isus…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396/920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381000"/>
            <a:ext cx="7543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Prin cuptorul aprins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M-ai trecut şi-am învins,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Zgura mi-ai depărtat,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Sânge sfânt m-a spălat;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aur curat,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dreptate-mbrăcat,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Braţul Tău m-a primit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Fiindcă-atât m-ai iubit…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396/920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381000"/>
            <a:ext cx="7543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Isus m-odihnesc,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Jertfa Sa când privesc,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Liberat pe deplin,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Sunt scăpat de-al meu chin.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Oricine-n Isus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 încrede, supus,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Peste tot ce-a dorit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Va primi însutit!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396/920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2321</TotalTime>
  <Words>172</Words>
  <Application>Microsoft PowerPoint</Application>
  <PresentationFormat>On-screen Show (4:3)</PresentationFormat>
  <Paragraphs>42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509</cp:revision>
  <dcterms:created xsi:type="dcterms:W3CDTF">2013-10-07T13:04:08Z</dcterms:created>
  <dcterms:modified xsi:type="dcterms:W3CDTF">2013-12-10T12:15:13Z</dcterms:modified>
  <cp:contentStatus>test</cp:contentStatus>
</cp:coreProperties>
</file>