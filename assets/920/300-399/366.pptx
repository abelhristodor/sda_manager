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Fii azi cu mine,</a:t>
            </a:r>
            <a:endParaRPr lang="ro-RO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Domnul meu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7965"/>
            <a:ext cx="82296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 azi cu mine, Domnul meu,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biruiesc prin orice greu;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Dă-mi Tu iubire cu prisos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mă asemăn lui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7965"/>
            <a:ext cx="8153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Tine când mă las condus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Şi-n totul când Îţi sunt supus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eşti cu mult mai mult mărit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eu mă simt mai fericit.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7965"/>
            <a:ext cx="8153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Inima Tu să-mi curăţeşti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voia Ta să-Ţi împlineşti!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Vreau să fiu plin de Duhul Tău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fapta mea şi-n gândul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7965"/>
            <a:ext cx="8153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Credinţa-ajută-mi să păstrez,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drumul sfânt să Te urmez;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orice timp şi-n orice loc,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să nu dau ’napoi deloc!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04800"/>
            <a:ext cx="8534400" cy="2507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5.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Tot ce în noi ai început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Fie, prin har, deplin făcut,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Te slăvim, Părinte sfânt,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oameni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noi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pe-un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nou pământ!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2109</TotalTime>
  <Words>179</Words>
  <Application>Microsoft PowerPoint</Application>
  <PresentationFormat>On-screen Show (4:3)</PresentationFormat>
  <Paragraphs>34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469</cp:revision>
  <dcterms:created xsi:type="dcterms:W3CDTF">2013-10-07T13:04:08Z</dcterms:created>
  <dcterms:modified xsi:type="dcterms:W3CDTF">2013-12-10T10:04:08Z</dcterms:modified>
  <cp:contentStatus>test</cp:contentStatus>
</cp:coreProperties>
</file>