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călători suntem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05348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Noi călători suntem, </a:t>
            </a:r>
            <a:b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Spre casă ne-ndreptăm, </a:t>
            </a:r>
            <a:b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Deşi e calea grea, </a:t>
            </a:r>
            <a:b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vom îndura,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La cer ne duce ea, </a:t>
            </a:r>
            <a:b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05348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ne-o urma cel rău,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e Dumnezeu,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s-ar întâmpla,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noi ne va salva,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El ne-om îndrepta,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05348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suntem goniţi,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Acolo-om fi iubiţi,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Puţin mai e de dus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Povara de nespus,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mergem cu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05348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Priviţi ’nainte dar,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birui prin har,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lupta va-nceta,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 va chema,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va-ncununa,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ni-e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1645</TotalTime>
  <Words>48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376</cp:revision>
  <dcterms:created xsi:type="dcterms:W3CDTF">2013-10-07T13:04:08Z</dcterms:created>
  <dcterms:modified xsi:type="dcterms:W3CDTF">2013-12-10T07:34:04Z</dcterms:modified>
  <cp:contentStatus>test</cp:contentStatus>
</cp:coreProperties>
</file>