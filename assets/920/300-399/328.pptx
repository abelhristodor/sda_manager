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Deşi e lumea plină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minuni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05348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Deşi e lumea plină de minuni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jurul său,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Nebunul totuşi zice: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„Nu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există Dumnezeu!”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Tatăl bun, privind spre noi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ochi pătrunzători,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Aşteaptă oameni înţelepţi,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căutători…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05348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vede că s-au abătut cu toţi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drumul drept,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în păcat s-au rătăcit,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niciun înţelept;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N-au minte oare-aceşti mişei,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rod pe cei smeriţi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se-nchină lui Hristos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mântuiţi?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05348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Dar ei s-or îngrozi cu toţi,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e Domn,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dacă răii propăşesc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culmi de Babilon…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Doamne, dă-ne izbăviri,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Z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ideşte-ne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nou,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bucurii revarsă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este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poporul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1896</TotalTime>
  <Words>161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421</cp:revision>
  <dcterms:created xsi:type="dcterms:W3CDTF">2013-10-07T13:04:08Z</dcterms:created>
  <dcterms:modified xsi:type="dcterms:W3CDTF">2013-12-10T08:35:16Z</dcterms:modified>
  <cp:contentStatus>test</cp:contentStatus>
</cp:coreProperties>
</file>