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69" r:id="rId3"/>
    <p:sldId id="270" r:id="rId4"/>
    <p:sldId id="271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Pe Tine,Doamne-a mea tărie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3</a:t>
            </a:r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52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85800" y="457200"/>
            <a:ext cx="84582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ro-RO" altLang="ro-RO" sz="40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Tine, Doamne-a mea tărie,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Tine vreau să Te iubesc!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Un tainic dor mereu mă-mbie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Iubirea-mi Ţie s-o jertfesc!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Te voi iubi, al vieţii far,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Cât viaţă-mi dai în dar!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52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85800" y="457200"/>
            <a:ext cx="84582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2.</a:t>
            </a:r>
            <a:r>
              <a:rPr lang="ro-RO" altLang="ro-RO" sz="40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Tine, viaţa vieţii mele,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Al meu Prieten cel mai bun,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Tine vreau şi-n clipe grele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dragostea-mi să Te-ncunun…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Tine, Mielul Celui Sfânt,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Te vreau ca Mire blând!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52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228600" y="457200"/>
            <a:ext cx="89154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3.</a:t>
            </a:r>
            <a:r>
              <a:rPr lang="ro-RO" altLang="ro-RO" sz="40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pt-BR" altLang="ro-RO" sz="4000" dirty="0" smtClean="0">
                <a:solidFill>
                  <a:schemeClr val="bg1"/>
                </a:solidFill>
                <a:latin typeface="Georgia" pitchFamily="18" charset="0"/>
              </a:rPr>
              <a:t>Pe Tine, Doamne-a </a:t>
            </a:r>
            <a:r>
              <a:rPr lang="pt-BR" altLang="ro-RO" sz="4000" smtClean="0">
                <a:solidFill>
                  <a:schemeClr val="bg1"/>
                </a:solidFill>
                <a:latin typeface="Georgia" pitchFamily="18" charset="0"/>
              </a:rPr>
              <a:t>mea </a:t>
            </a:r>
            <a:r>
              <a:rPr lang="pt-BR" altLang="ro-RO" sz="4000" smtClean="0">
                <a:solidFill>
                  <a:schemeClr val="bg1"/>
                </a:solidFill>
                <a:latin typeface="Georgia" pitchFamily="18" charset="0"/>
              </a:rPr>
              <a:t>cunună</a:t>
            </a:r>
            <a:r>
              <a:rPr lang="pt-BR" altLang="ro-RO" sz="40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</a:p>
          <a:p>
            <a:r>
              <a:rPr lang="pt-BR" altLang="ro-RO" sz="4000" dirty="0" smtClean="0">
                <a:solidFill>
                  <a:schemeClr val="bg1"/>
                </a:solidFill>
                <a:latin typeface="Georgia" pitchFamily="18" charset="0"/>
              </a:rPr>
              <a:t>Pe Tine Doamne, Dumnezeu,</a:t>
            </a:r>
          </a:p>
          <a:p>
            <a:r>
              <a:rPr lang="pt-BR" altLang="ro-RO" sz="4000" dirty="0" smtClean="0">
                <a:solidFill>
                  <a:schemeClr val="bg1"/>
                </a:solidFill>
                <a:latin typeface="Georgia" pitchFamily="18" charset="0"/>
              </a:rPr>
              <a:t>În vremi de aprigă furtună</a:t>
            </a:r>
          </a:p>
          <a:p>
            <a:r>
              <a:rPr lang="pt-BR" altLang="ro-RO" sz="4000" dirty="0" smtClean="0">
                <a:solidFill>
                  <a:schemeClr val="bg1"/>
                </a:solidFill>
                <a:latin typeface="Georgia" pitchFamily="18" charset="0"/>
              </a:rPr>
              <a:t>Te voi iubi mereu, mereu!</a:t>
            </a:r>
          </a:p>
          <a:p>
            <a:r>
              <a:rPr lang="pt-BR" altLang="ro-RO" sz="4000" dirty="0" smtClean="0">
                <a:solidFill>
                  <a:schemeClr val="bg1"/>
                </a:solidFill>
                <a:latin typeface="Georgia" pitchFamily="18" charset="0"/>
              </a:rPr>
              <a:t>Lumina vieţii mele-Isus,</a:t>
            </a:r>
          </a:p>
          <a:p>
            <a:r>
              <a:rPr lang="pt-BR" altLang="ro-RO" sz="4000" dirty="0" smtClean="0">
                <a:solidFill>
                  <a:schemeClr val="bg1"/>
                </a:solidFill>
                <a:latin typeface="Georgia" pitchFamily="18" charset="0"/>
              </a:rPr>
              <a:t>Te voi iubi nespus!</a:t>
            </a:r>
            <a:endParaRPr lang="vi-VN" altLang="ro-RO" sz="40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52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2063</TotalTime>
  <Words>142</Words>
  <Application>Microsoft PowerPoint</Application>
  <PresentationFormat>On-screen Show (4:3)</PresentationFormat>
  <Paragraphs>27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455</cp:revision>
  <dcterms:created xsi:type="dcterms:W3CDTF">2013-10-07T13:04:08Z</dcterms:created>
  <dcterms:modified xsi:type="dcterms:W3CDTF">2013-12-10T09:37:38Z</dcterms:modified>
  <cp:contentStatus>test</cp:contentStatus>
</cp:coreProperties>
</file>