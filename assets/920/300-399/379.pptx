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22098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Pot ca îngerii să zbor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5720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ca îngerii să zbor,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vorbi şi limba lor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Sunt chimval zăngănitor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iubesc…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57200"/>
            <a:ext cx="8610600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depăşesc pe mulţi,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să-ncalţ pe cei desculţi,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E-n zadar să mut şi munţi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iubesc…</a:t>
            </a:r>
          </a:p>
          <a:p>
            <a:pPr marL="742950" indent="-742950"/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IMNI </a:t>
            </a: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umblu ca un sfânt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 la leagăn la mormânt;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cer nimic nu sunt 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iubesc…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8001000" cy="55626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par un om milos,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Cu săracii, generos…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N-am nici cel mai mic folos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iubesc…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sz="3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Profeţii s-or încheia,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Cunoştinţa va-nceta,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Dar rămâne dragostea: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  <a:latin typeface="Georgia" pitchFamily="18" charset="0"/>
              </a:rPr>
              <a:t>Aurul ceresc…</a:t>
            </a:r>
            <a:endParaRPr lang="ro-RO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2221</TotalTime>
  <Words>128</Words>
  <Application>Microsoft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491</cp:revision>
  <dcterms:created xsi:type="dcterms:W3CDTF">2013-10-07T13:04:08Z</dcterms:created>
  <dcterms:modified xsi:type="dcterms:W3CDTF">2013-12-10T10:51:42Z</dcterms:modified>
  <cp:contentStatus>test</cp:contentStatus>
</cp:coreProperties>
</file>