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Voia Ta,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7965"/>
            <a:ext cx="8458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Voia Ta, Doamne, doar voia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se-mplinească în viaţa mea!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Olarul, eu lutul sunt,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 dar din mine, un vas preasfânt…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 Ta, Doamne, doar voia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stăpână pe viaţa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alb ca neaua, fă-mă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clipa asta, cum stau plecat…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7965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Voia Ta, Doamne, doar voia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Vreau să domnească în viaţa mea!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Vindecă, Doamne, sufletul meu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orice boală, de orice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7965"/>
            <a:ext cx="8382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Voia Ta, Doamne, doar voia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Umple cu totul fiinţa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toţi să vadă, sfânt şi curat,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Hrist în mine întruchipat!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2096</TotalTime>
  <Words>163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464</cp:revision>
  <dcterms:created xsi:type="dcterms:W3CDTF">2013-10-07T13:04:08Z</dcterms:created>
  <dcterms:modified xsi:type="dcterms:W3CDTF">2013-12-10T09:49:25Z</dcterms:modified>
  <cp:contentStatus>test</cp:contentStatus>
</cp:coreProperties>
</file>