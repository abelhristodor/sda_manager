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Laudă astăzi pe Domnul!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319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49788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Laudă astăzi pe Domnul,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uflet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zdrobit de patimi,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Laudă-L printre suspine,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audă-L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lacrimi!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Drumul slavei trece şi pe la 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Credincioşii ştiu în genunchi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urce.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49788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Mare să-ţi fie credinţa,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oagă-te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fii 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ocoli suferinţa,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va da răbdare!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Drumul slavei trece şi pe la 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Credincioşii ştiu în genunchi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urce.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ţi-ntinde aproape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âinile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Sale bune,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Scumpe-s oftările toate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puse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rugăciune.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Drumul slavei trece şi pe la 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Credincioşii ştiu în genunchi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urce.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296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e spre cer altă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cale,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ergi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 întruna: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pe urmele Sale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dobândi cununa.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Drumul slavei trece şi pe la 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Credincioşii ştiu în genunchi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urce.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1743</TotalTime>
  <Words>180</Words>
  <Application>Microsoft PowerPoint</Application>
  <PresentationFormat>On-screen Show (4:3)</PresentationFormat>
  <Paragraphs>39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400</cp:revision>
  <dcterms:created xsi:type="dcterms:W3CDTF">2013-10-07T13:04:08Z</dcterms:created>
  <dcterms:modified xsi:type="dcterms:W3CDTF">2013-12-10T08:25:37Z</dcterms:modified>
  <cp:contentStatus>test</cp:contentStatus>
</cp:coreProperties>
</file>