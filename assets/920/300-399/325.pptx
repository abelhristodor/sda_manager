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Tată, toţi Te rugăm!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325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405348"/>
            <a:ext cx="84582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Tată, toţi Te rugăm,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Tine doar sperăm,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Ne-ajută când strigăm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în nevoi!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Tată, toţi Te rugăm, nu ne lăsa!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Tine doar sperăm şi-n mila Ta!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325/920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405348"/>
            <a:ext cx="84582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Trist e şi-ntunecos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Drumul îngust, spinos,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Dacă Isus Hristos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e cu noi.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Tată, toţi Te rugăm, nu ne lăsa!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Tine doar sperăm şi-n mila Ta!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325/920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405348"/>
            <a:ext cx="84582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Al Tău har dă-ni-l Tu,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dreapta-Ţi ne condu,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fim purtaţi de-acu’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netezi căi.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Tată, toţi Te rugăm, nu ne lăsa!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Tine doar sperăm şi-n mila Ta!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325/920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405348"/>
            <a:ext cx="84582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 Tine Te mărim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Chiar dacă suferim,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Ne-nvaţă să primim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Răbdarea Ta!</a:t>
            </a:r>
            <a:endParaRPr lang="en-US" altLang="ro-RO" sz="400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Tată, toţi Te rugăm, nu ne lăsa!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Tine doar sperăm şi-n mila Ta!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325/920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1762</TotalTime>
  <Words>181</Words>
  <Application>Microsoft PowerPoint</Application>
  <PresentationFormat>On-screen Show (4:3)</PresentationFormat>
  <Paragraphs>39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405</cp:revision>
  <dcterms:created xsi:type="dcterms:W3CDTF">2013-10-07T13:04:08Z</dcterms:created>
  <dcterms:modified xsi:type="dcterms:W3CDTF">2013-12-10T08:31:06Z</dcterms:modified>
  <cp:contentStatus>test</cp:contentStatus>
</cp:coreProperties>
</file>