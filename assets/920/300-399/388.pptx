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Frumoasă-i credinţa (canon)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viaţă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multă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fim tot mereu copii.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voi la pocăinţă,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vă va primi!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2247</TotalTime>
  <Words>44</Words>
  <Application>Microsoft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500</cp:revision>
  <dcterms:created xsi:type="dcterms:W3CDTF">2013-10-07T13:04:08Z</dcterms:created>
  <dcterms:modified xsi:type="dcterms:W3CDTF">2013-12-10T11:53:15Z</dcterms:modified>
  <cp:contentStatus>test</cp:contentStatus>
</cp:coreProperties>
</file>