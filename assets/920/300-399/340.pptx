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Ridicaţi-mă-n credinţă!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Ridicaţi-mă-n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noaptea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Locul meu de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Hristos, ce m-a salvat!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întindeţi, aripi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’nălţimi ce mi-au adus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Culmi de Golgotă fierbinte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viaţă în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Ridicaţi-mă-n credinţă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Dintre valuri ce mă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rănita mea fiinţă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Plânge-amar de-atâta dor…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întindeţi, aripi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pe muntele Tabor,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faţa-I de Părinte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Luminează protector!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Ridicaţi-mă-n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pământul blestemat,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Ce-mi întină-a mea voinţă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vrea de el legat!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întindeţi, aripi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cortul slavei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Sion să văd, deschisă,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Sfântă, poarta cerului!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1954</TotalTime>
  <Words>146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436</cp:revision>
  <dcterms:created xsi:type="dcterms:W3CDTF">2013-10-07T13:04:08Z</dcterms:created>
  <dcterms:modified xsi:type="dcterms:W3CDTF">2013-12-10T09:17:38Z</dcterms:modified>
  <cp:contentStatus>test</cp:contentStatus>
</cp:coreProperties>
</file>