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sus, din slava senină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sus, din slava 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priveşte spre-ai Săi,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(:Ochiul Lui toate le-alină,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de-atât ce mai vrei?:)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când vuieşte furtuna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fierb duşmanii cei răi,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(:Domnul e-al tău totdeauna,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de-atât ce mai vrei?:)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strigi tu plin de durere,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vede plânşi ochii tăi,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(:Domnu-ţi dă blând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de-atât ce mai vrei?:)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când, în ceasuri supreme,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ştii nici ce să mai ceri,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(:Ah, crede-n El, nu te teme,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de-atât ce mai vrei?:)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1757</TotalTime>
  <Words>139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403</cp:revision>
  <dcterms:created xsi:type="dcterms:W3CDTF">2013-10-07T13:04:08Z</dcterms:created>
  <dcterms:modified xsi:type="dcterms:W3CDTF">2013-12-10T08:29:33Z</dcterms:modified>
  <cp:contentStatus>test</cp:contentStatus>
</cp:coreProperties>
</file>