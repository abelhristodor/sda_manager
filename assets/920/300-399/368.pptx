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Simt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un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dor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nespus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Simt un dor nespus, Isuse,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Pe-a Ta cale să urmez!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Unde mergi, pe urma sfântă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Paşii mei să mi-i păstrezi!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Ţie, Doamne, numai Ţie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Să-Ţi urmez, de-acum mi-e dor,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singur Tu eşti calea,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viaţa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De-o fi calea grea, spinoasă,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ca marea dacă-ar fi,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ai mers pe-această cale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eu vreau a Te-nsoţi!</a:t>
            </a: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Ţie, Doamne, numai Ţie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Să-Ţi urmez, de-acum mi-e dor,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singur Tu eşti calea,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viaţa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de-ar fi să trec prin grele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amarnice-ncercări,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Îmi voi aminti de-a Tale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Suferinţi şi strâmtorări!</a:t>
            </a: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Ţie, Doamne, numai Ţie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Să-Ţi urmez, de-acum mi-e dor,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singur Tu eşti calea,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viaţa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dureri de mă vei duce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sărac de-aş fi, lipsit,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sărac ai fost şi moartea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noi ai suferit!</a:t>
            </a: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Ţie, Doamne, numai Ţie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Să-Ţi urmez, de-acum mi-e dor,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singur Tu eşti calea,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viaţa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Iordan, prin val sălbatic,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vrei încă să mă treci,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’naintea mea trecut-ai,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pe urme-Ţi calc în veci!</a:t>
            </a:r>
          </a:p>
          <a:p>
            <a:endParaRPr lang="ro-RO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Ţie, Doamne, numai Ţie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Să-Ţi urmez, de-acum mi-e dor,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singur Tu eşti calea,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viaţa tuturor!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2113</TotalTime>
  <Words>299</Words>
  <Application>Microsoft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470</cp:revision>
  <dcterms:created xsi:type="dcterms:W3CDTF">2013-10-07T13:04:08Z</dcterms:created>
  <dcterms:modified xsi:type="dcterms:W3CDTF">2013-12-10T10:12:18Z</dcterms:modified>
  <cp:contentStatus>test</cp:contentStatus>
</cp:coreProperties>
</file>