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Sunt fericit!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 fericit că Tatăl meu din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 dat atâtea scumpe mângâieri!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Multe minuni în Biblie-am găsit,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cea mai mare-i: Domnul m-a iubit!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 fericit, căci Domnul m-a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fericit, căci Domnul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dacă-apoi de El m-am depărtat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căi rele am alunecat,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căutat cu dor şi m-a găsit,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ce minune, Domnul m-a iubit!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 fericit, căci Domnul m-a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fericit, căci Domnul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De-acum Isus e cântecul meu nou! 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 Să-ajungă-n lume-acest sublim ecou,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Ca orice om să strige fericit: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O, ce minune, Domnul m-a iubit!</a:t>
            </a:r>
            <a:endParaRPr lang="pt-BR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Sunt fericit, căci Domnul m-a iubit!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fericit, căci Domnul m-a 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2347</TotalTime>
  <Words>165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512</cp:revision>
  <dcterms:created xsi:type="dcterms:W3CDTF">2013-10-07T13:04:08Z</dcterms:created>
  <dcterms:modified xsi:type="dcterms:W3CDTF">2013-12-10T12:18:56Z</dcterms:modified>
  <cp:contentStatus>test</cp:contentStatus>
</cp:coreProperties>
</file>