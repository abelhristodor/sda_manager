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3" r:id="rId6"/>
    <p:sldId id="272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doresc bogăţie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509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doresc bogăţie,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onoruri lumeşti,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Dorul meu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îndreptat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ătre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cele cereşti;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vreau eu de-acuma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pe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Cartea vieţii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numele 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38100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eşti de-aştepţi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Paradisul 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Cartea vieţii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ştii numele scris!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păcate-o povară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-apăsa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foarte greu: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rele-s în lume,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le-am făcut 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Mielului sânge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urăţire-am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păcatele roşii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zăpada-au albit.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38100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eşti de-aştepţi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Paradisul 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Cartea vieţii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ştii numele scris!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oraş de lumină,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dragostei tale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 o dorim!…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cine-ajunge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oraşul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Cartea vieţii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scris!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381000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eşti de-aştepţi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Paradisul promis,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Cartea vieţii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ştii numele scris!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2323</TotalTime>
  <Words>156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509</cp:revision>
  <dcterms:created xsi:type="dcterms:W3CDTF">2013-10-07T13:04:08Z</dcterms:created>
  <dcterms:modified xsi:type="dcterms:W3CDTF">2013-12-10T12:12:48Z</dcterms:modified>
  <cp:contentStatus>test</cp:contentStatus>
</cp:coreProperties>
</file>