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Vino, Isuse,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în viaţa mea!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Vino, Isuse, azi în viaţa 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cercetează-mi toată inima!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Vezi ce e rău în faptă şi în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spală Tu să fiu curat şi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7965"/>
            <a:ext cx="8153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m-ajută, liber de păcat,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Te slujesc cu sufletul curat;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pe Tine eu Te voi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Ştiu că trăiesc prin îndurarea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Inima mea să fie-ntreagă-a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 şi har revarsă peste ea!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mi-eşti, Isuse, drumul cel mai bun,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Toată nădejdea mea în Tine-o pun!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Iată-mă, Doamne, jertfă pe altar,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Primeşte-ntreagă viaţa mea în dar!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Câtă suflare-mi dai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ardă-n mine Duhul Tău cel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2105</TotalTime>
  <Words>159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465</cp:revision>
  <dcterms:created xsi:type="dcterms:W3CDTF">2013-10-07T13:04:08Z</dcterms:created>
  <dcterms:modified xsi:type="dcterms:W3CDTF">2013-12-10T09:56:23Z</dcterms:modified>
  <cp:contentStatus>test</cp:contentStatus>
</cp:coreProperties>
</file>