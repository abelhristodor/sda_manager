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0" r:id="rId4"/>
    <p:sldId id="271" r:id="rId5"/>
    <p:sldId id="273" r:id="rId6"/>
    <p:sldId id="272" r:id="rId7"/>
    <p:sldId id="27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Veniţi căci vreau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 spune!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Veniţi, căci vreau a spune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face Dumnezeu;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Voi, sufletelor bune,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Cântaţi cum cânt şi 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V-o spun cu bucurie: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am Mântuitor,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ce mi-a dat El mie,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dat-a tuturor.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Veniţi, căci vreau a spune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face Dumnezeu,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Voi, sufletelor bune,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Cântaţi cum cânt şi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poate fi mai mare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Minune jos, nici 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Decât că fiecare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Trăieşte prin Isus!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Eram pierdut şi morţii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dasem tu şi eu;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Azi, renăscuţi cu toţii,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Mărim pe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Veniţi, căci vreau a spune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face Dumnezeu,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Voi, sufletelor bune,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Cântaţi cum cânt şi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 spun şi-mi place-a spune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n-aş mai termina,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Cântarea-mi să răsune,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S-audă cine vrea;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cine auzi-va,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Întoarcă-se ’napoi,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Odihnă el găsi-va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va cânta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Veniţi, căci vreau a spune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face Dumnezeu,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Voi, sufletelor bune,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Cântaţi cum cânt şi 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2242</TotalTime>
  <Words>219</Words>
  <Application>Microsoft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497</cp:revision>
  <dcterms:created xsi:type="dcterms:W3CDTF">2013-10-07T13:04:08Z</dcterms:created>
  <dcterms:modified xsi:type="dcterms:W3CDTF">2013-12-10T11:01:30Z</dcterms:modified>
  <cp:contentStatus>test</cp:contentStatus>
</cp:coreProperties>
</file>