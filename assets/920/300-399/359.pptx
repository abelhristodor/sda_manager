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Tată din ceruri!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Tată din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ceruri,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priveşte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nevinovaţi fă-ne ca nişte miei,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dă-ne blândeţea ca la porumbei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devenim astfel după cum vrei.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iubim!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Fereşte-ne,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mai greşim!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0584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Ascultă-ne,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nevrednicul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glas,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Condu-ne la lucru şi-n oricare pas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Şi-ajută-ne,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Tine să stăm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dreapta credinţă în care suntem!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iubim!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Fereşte-ne,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mai greşim!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0584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6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Rămâi lângă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noi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cu-al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Tău sfat părintesc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fă-ne puternici în harul ceresc,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nu ne despartă de dragostea Ta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Nici iadul, nici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moartea,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nici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pofta cea rea!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800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iubim!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Fereşte-ne,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ro-RO" altLang="ro-RO" sz="380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mai greşim!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2080</TotalTime>
  <Words>184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463</cp:revision>
  <dcterms:created xsi:type="dcterms:W3CDTF">2013-10-07T13:04:08Z</dcterms:created>
  <dcterms:modified xsi:type="dcterms:W3CDTF">2013-12-10T09:46:39Z</dcterms:modified>
  <cp:contentStatus>test</cp:contentStatus>
</cp:coreProperties>
</file>