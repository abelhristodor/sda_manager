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Rămâi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05348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pacea Ta, ce mult ne este dor!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toate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ne-om sprijini?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nădejdea,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părăsi!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05348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Medic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vindeci pieptul de oftat,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Mângâietor în orice-am suferi,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nădejdea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părăsi!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05348"/>
            <a:ext cx="8305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suntem singuri,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ără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să luptăm cu ura celui rău?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a-nceput furtuna a mugi,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nădejdea,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părăsi!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05348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eşti cu noi,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vină-orice atunci,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Lacrimi, amaruri,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par mai dulci,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Şi-al morţii bold,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 va-ngrozi,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nădejdea,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părăsi!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1928</TotalTime>
  <Words>143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428</cp:revision>
  <dcterms:created xsi:type="dcterms:W3CDTF">2013-10-07T13:04:08Z</dcterms:created>
  <dcterms:modified xsi:type="dcterms:W3CDTF">2013-12-10T08:49:00Z</dcterms:modified>
  <cp:contentStatus>test</cp:contentStatus>
</cp:coreProperties>
</file>