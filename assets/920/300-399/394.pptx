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69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primăvara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vine iar (canon)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primăvara vine iar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cântec fără de hotar,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saluta al vieţii zbor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vom slăvi pe Creator!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preamări iubirea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2314</TotalTime>
  <Words>41</Words>
  <Application>Microsoft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507</cp:revision>
  <dcterms:created xsi:type="dcterms:W3CDTF">2013-10-07T13:04:08Z</dcterms:created>
  <dcterms:modified xsi:type="dcterms:W3CDTF">2013-12-10T12:13:04Z</dcterms:modified>
  <cp:contentStatus>test</cp:contentStatus>
</cp:coreProperties>
</file>