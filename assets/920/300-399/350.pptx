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Urmaţi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-Mi –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zice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blând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Hristos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57200"/>
            <a:ext cx="8763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„Urmaţi-Mi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– zice blând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–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sfântă devotare,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toţi răspundeţi bucuros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Chemării iubitoare!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Luaţi crucea Mea şi jugul Meu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umblet fiţi cum am fost Eu!”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57200"/>
            <a:ext cx="8686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„Eu ca lumină strălucesc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calea spre virtute!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Câţi sunt ai Mei nu rătăcesc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căi necunoscute.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Calea şi Lumina sunt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Cui vrea să meargă-n umblet sfânt.”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57200"/>
            <a:ext cx="8686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„Umil cu inima sunt 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plin de bunătate,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zis de Tatăl Meu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îl urmez în toate.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cugetul Mi-e îndreptat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Dumnezeu neîncetat!”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57200"/>
            <a:ext cx="8686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„Cel ce-şi iubeşte viaţa sa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pierde pe vecie,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pentru veci o va avea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Mi-o închină Mie,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cel ce crucea şi-a luat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un creştin adevărat!”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457200"/>
            <a:ext cx="8686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să urmăm deci lui Hristos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sfântă devotare,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răspundem bucuros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Chemării iubitoare!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numai dacă-L vom urma,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Primim făgăduinţa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2046</TotalTime>
  <Words>200</Words>
  <Application>Microsoft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452</cp:revision>
  <dcterms:created xsi:type="dcterms:W3CDTF">2013-10-07T13:04:08Z</dcterms:created>
  <dcterms:modified xsi:type="dcterms:W3CDTF">2013-12-10T09:35:52Z</dcterms:modified>
  <cp:contentStatus>test</cp:contentStatus>
</cp:coreProperties>
</file>