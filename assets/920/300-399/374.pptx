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 doresc alt bine, Doamne…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7965"/>
            <a:ext cx="86868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doresc alt bine, Doamne,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acest pământ,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atras mă simt spre ceruri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la pieptu-Ţi sunt.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Tu, numai Tu,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îmi eşti al vieţii vis,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Tu, Tu să-mi fii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Veşnic Paradis!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7965"/>
            <a:ext cx="8686800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Aur mult, amici, mărire,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Lumea de-aş avea,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mi-ar folosi aicea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Fără pacea Ta?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Tu, numai Tu,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îmi eşti al vieţii vis,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Tu, Tu să-mi fii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Veşnic Paradis!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7965"/>
            <a:ext cx="8686800" cy="538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Cine-ar duce cu răbdare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 meu greu păcat?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 cui glas mi-ar zice dulce: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„Crede, eşti iertat”?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Tu, numai Tu,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îmi eşti al vieţii vis,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Tu, Tu să-mi fii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Veşnic Paradis!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7965"/>
            <a:ext cx="8686800" cy="538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N-aş schimba a mea speranţă,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Orice mi s-ar da;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Bogăţia mea e-n Tine,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eşti viaţa mea!</a:t>
            </a:r>
            <a:endParaRPr lang="en-US" altLang="ro-RO" sz="38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Tu, numai Tu,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îmi eşti al vieţii vis,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Tu, Tu să-mi fii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Veşnic Paradis!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2155</TotalTime>
  <Words>215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477</cp:revision>
  <dcterms:created xsi:type="dcterms:W3CDTF">2013-10-07T13:04:08Z</dcterms:created>
  <dcterms:modified xsi:type="dcterms:W3CDTF">2013-12-10T10:20:44Z</dcterms:modified>
  <cp:contentStatus>test</cp:contentStatus>
</cp:coreProperties>
</file>