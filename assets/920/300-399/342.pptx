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Fără de margini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 dorinţa mea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margini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dorinţa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merg, Isuse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urma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copil Te chem,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Apucă mâna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 nu mă tem,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Orice-ar urma…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Adesea, când mi-e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greu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suspin,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în privirea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 senin…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iarăşi prind puteri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timp mai pot vedea,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lacrimi şi dureri,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Ta…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drumul meu de-ar fi doar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Mărgăritar de preţ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să-mi fii…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de mult mi-e dor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cortul Tău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Iubitul meu Păstor,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Te iubesc!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viaţă-mi vei lăsa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voi urma,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vreau 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rătăcesc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cărarea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în mormânt de-aş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Lumina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voi vedea curând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slava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2010</TotalTime>
  <Words>178</Words>
  <Application>Microsoft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443</cp:revision>
  <dcterms:created xsi:type="dcterms:W3CDTF">2013-10-07T13:04:08Z</dcterms:created>
  <dcterms:modified xsi:type="dcterms:W3CDTF">2013-12-10T09:22:53Z</dcterms:modified>
  <cp:contentStatus>test</cp:contentStatus>
</cp:coreProperties>
</file>