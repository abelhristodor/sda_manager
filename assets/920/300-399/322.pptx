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nimeni nu m-ajută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nimeni nu m-ajută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clipe de-ncercare,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nimeni nu-nţelege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inimii oftare,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Eu vin la Tine,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mi-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bucurie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Izvor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bogăţii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cereşti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nu Te am pe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viaţa înnorată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dorul meu Te caut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inimă curată;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Eu vin la Tine,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mi-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bucurie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Izvor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bogăţii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cereşti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Lucrează-n mine,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Voinţa Ta cea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inima, spre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mi se avântă.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Eu vin la Tine,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mi-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bucurie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Izvor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bogăţii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cereşti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mântuieşti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1756</TotalTime>
  <Words>153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402</cp:revision>
  <dcterms:created xsi:type="dcterms:W3CDTF">2013-10-07T13:04:08Z</dcterms:created>
  <dcterms:modified xsi:type="dcterms:W3CDTF">2013-12-10T08:28:56Z</dcterms:modified>
  <cp:contentStatus>test</cp:contentStatus>
</cp:coreProperties>
</file>