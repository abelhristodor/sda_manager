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vis prea scurt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313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49788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vis prea scurt şi ne-nţeles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 mea călătorie…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noi locaşuri gându-ades’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poartă-n veşnicie.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Odată mă voi bucura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sus, în casa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îngerii Îţi voi cânta,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numai Ţie.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49788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Deşi în beznă locuiesc,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suflet am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când altora vestesc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 divină.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Odată mă voi bucura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sus, în casa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îngerii Îţi voi cânta,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numai Ţie.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49788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Lovit de viscol şi furtuni,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inima rănită,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cu Isus, Prieten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viaţa fericită.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Odată mă voi bucura</a:t>
            </a:r>
            <a:endParaRPr lang="en-US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Acolo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sus, în casa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îngerii Îţi voi cânta,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numai Ţie.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1683</TotalTime>
  <Words>154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392</cp:revision>
  <dcterms:created xsi:type="dcterms:W3CDTF">2013-10-07T13:04:08Z</dcterms:created>
  <dcterms:modified xsi:type="dcterms:W3CDTF">2013-12-10T07:52:58Z</dcterms:modified>
  <cp:contentStatus>test</cp:contentStatus>
</cp:coreProperties>
</file>