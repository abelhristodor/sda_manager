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val de durere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316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val de durere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poartă spre cer,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Oricât mi-ar fi pasul de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îmi şopteşte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Este pace în sufletul meu!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 Cu Isus nu mi-e greu…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Este pace în sufletul meu!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Deşi încercări încă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ulte-or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beznă mă trage cel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ştiu că voi fi cu Isus într-o zi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Este pace în sufletul meu!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Isus nu mi-e greu…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Este pace în sufletul meu!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4978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Privesc către cer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aştept ziua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printre îngeri şi 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cei înviaţi fericit voi cânta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Este pace în sufletul meu!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Isus nu mi-e greu…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Este pace în sufletul meu!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1727</TotalTime>
  <Words>121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397</cp:revision>
  <dcterms:created xsi:type="dcterms:W3CDTF">2013-10-07T13:04:08Z</dcterms:created>
  <dcterms:modified xsi:type="dcterms:W3CDTF">2013-12-10T08:11:52Z</dcterms:modified>
  <cp:contentStatus>test</cp:contentStatus>
</cp:coreProperties>
</file>