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Numai Tu, Isuse!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307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449788"/>
            <a:ext cx="8686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Numai Tu, Isuse, bucurii nespuse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podoabă mi-eşti!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Inima-mi Te-aşteaptă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Tin’ se-ndreaptă,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Cere s-o primeşti!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Tu îmi eşti de-acu’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avutul şi iubirea,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mi-eşti mântuirea!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449788"/>
            <a:ext cx="86868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Sub a Ta umbrire aflu ocrotire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când lumea-i rea!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de mă-nconjoară noapte şi ocară,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Eşti la dreapta mea!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Vină-n zări ameninţări,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ispita cea mai mare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Eşti a mea salvare!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" y="381000"/>
            <a:ext cx="8991600" cy="4469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Bucurii nespuse numai Tu, Isuse,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făureşti!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Duhuri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de-ntristare,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mult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chinuitoare,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le izgoneşti!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dureri dai mângâieri,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îmi dai şi-n suferinţă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Imn de biruinţă!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1667</TotalTime>
  <Words>137</Words>
  <Application>Microsoft PowerPoint</Application>
  <PresentationFormat>On-screen Show (4:3)</PresentationFormat>
  <Paragraphs>31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385</cp:revision>
  <dcterms:created xsi:type="dcterms:W3CDTF">2013-10-07T13:04:08Z</dcterms:created>
  <dcterms:modified xsi:type="dcterms:W3CDTF">2013-12-10T07:40:12Z</dcterms:modified>
  <cp:contentStatus>test</cp:contentStatus>
</cp:coreProperties>
</file>