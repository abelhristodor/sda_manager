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Pentru cei bolnavi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cei bolnavi coboară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Înc-o dată pe pământ,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Cum ai fost odinioară,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Medic iubitor şi blând!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Le alină suferinţa,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bun Mângâietor,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Întăreşte-le credinţa,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Dă-le sfat şi ajutor!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Mântuieşte-i din păcate,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Spune-le că sunt iertaţi,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Te simtă ca un Frate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să fie vindecaţi!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6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Tu ştii cel mai bine,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Ştii ce vremuri vor urma,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Noi ne-ncredem doar în Tine,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Facă-se doar voia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2231</TotalTime>
  <Words>113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495</cp:revision>
  <dcterms:created xsi:type="dcterms:W3CDTF">2013-10-07T13:04:08Z</dcterms:created>
  <dcterms:modified xsi:type="dcterms:W3CDTF">2013-12-10T10:58:45Z</dcterms:modified>
  <cp:contentStatus>test</cp:contentStatus>
</cp:coreProperties>
</file>