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M-a aflat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Păstorul nostru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M-a aflat Păstorul nostru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braţele-I m-a pus;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adâncu-ntunecimii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lumină m-a adus.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Ţie-Ţi cânt,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eram pierdut de turmă,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 Tu m-ai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bun Medic, vindecare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adus în mari dureri!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M-ai hrănit cu-ndestulare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din nou să am puteri!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Ţie-Ţi cânt,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eram pierdut de turmă,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 Tu m-ai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spălat de orice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un viitor frumos: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Moştenire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Veşnicia cu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Ţie-Ţi cânt,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eram pierdut de turmă,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 Tu m-ai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2270</TotalTime>
  <Words>150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504</cp:revision>
  <dcterms:created xsi:type="dcterms:W3CDTF">2013-10-07T13:04:08Z</dcterms:created>
  <dcterms:modified xsi:type="dcterms:W3CDTF">2013-12-10T12:01:36Z</dcterms:modified>
  <cp:contentStatus>test</cp:contentStatus>
</cp:coreProperties>
</file>