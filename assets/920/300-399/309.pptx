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Mai lângă tronul Tău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309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49788"/>
            <a:ext cx="8763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Mai lângă tronul Tău, sufletul meu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Se-avântă tot mereu prin orice greu.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Lumina Ta e far,	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Mă-ndreaptă spre liman,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lângă tronul Tău, sufletul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982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Ca Iacob 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pustiu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plâng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tristu-mi căpătâi Tu Te cobori…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duci prin porţi cereşti,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aripi îngereşti,	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lângă tronul Tău, sufletul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49788"/>
            <a:ext cx="8763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Oricât aş fi de rău, Tu mă iubeşti,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strângi la pieptul Tă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mă-ncălzeşti.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înviorat îndrept neîncetat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lângă tronul Tău, sufletul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1677</TotalTime>
  <Words>70</Words>
  <Application>Microsoft PowerPoint</Application>
  <PresentationFormat>On-screen Show (4:3)</PresentationFormat>
  <Paragraphs>24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386</cp:revision>
  <dcterms:created xsi:type="dcterms:W3CDTF">2013-10-07T13:04:08Z</dcterms:created>
  <dcterms:modified xsi:type="dcterms:W3CDTF">2013-12-10T07:46:52Z</dcterms:modified>
  <cp:contentStatus>test</cp:contentStatus>
</cp:coreProperties>
</file>