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Doamne-ntinde palma Ta!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32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405348"/>
            <a:ext cx="8077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Doamne-ntinde palma 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ascunde-mă în 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Până trece vremea grea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Numai Tu eşti pacea mea!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Ah, furtuni mă prind în larg,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Crunt lovesc al meu catarg,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Mustră Tu al urii val,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s-ating cerescul mal!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405348"/>
            <a:ext cx="8077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Doamne-ntinde braţul Tău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m-acoperă mereu,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Contra urii celui rău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Numai Tu eşti scutul meu!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Fără Tine sunt pierdut,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pustiuri, neştiut,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prin har venit din cer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Pot să lupt şi pot să sper.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405348"/>
            <a:ext cx="8077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Vino, Tu, Prieten bun,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nădejdea-n Tine-mi pun;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ce fac şi tot ce spun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credinţă Îţi supun,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Orice mi s-ar întâmpla,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Ştiu că eşti la dreapta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Dintre valuri Tu mă scoţi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pe-aripa Ta mă porţi!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1896</TotalTime>
  <Words>163</Words>
  <Application>Microsoft PowerPoint</Application>
  <PresentationFormat>On-screen Show (4:3)</PresentationFormat>
  <Paragraphs>33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421</cp:revision>
  <dcterms:created xsi:type="dcterms:W3CDTF">2013-10-07T13:04:08Z</dcterms:created>
  <dcterms:modified xsi:type="dcterms:W3CDTF">2013-12-10T08:36:06Z</dcterms:modified>
  <cp:contentStatus>test</cp:contentStatus>
</cp:coreProperties>
</file>