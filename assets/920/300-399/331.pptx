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3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blândă Stea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blândă Stea, iubit Mântuitor,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totu-i trist, speranţele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mor,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să cad trudind fără răgaz,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acum să fac un singur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b="1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b="1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b="1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acum cu dor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Ţi-am zis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eu voiam un drum de tot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sfatul Tău e tot ce mi-a rămas,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să văd, 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982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Chiar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printre stânci,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drum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necunoscut,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neguri vin, eu nu voi fi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pierdut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orb şi gol, de-aceea nu Te las,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acum să fac un singur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suferinţi, în lanţuri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voi fi ajuns la Tine-n cer,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vocea Ta aud în orice ceas,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atunci să fac un singur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lăsa în lacrimi şi nevoi,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Revarsă-n mine azi speranţe noi,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mila 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scoate din impas,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acum să fac un singur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1923</TotalTime>
  <Words>253</Words>
  <Application>Microsoft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427</cp:revision>
  <dcterms:created xsi:type="dcterms:W3CDTF">2013-10-07T13:04:08Z</dcterms:created>
  <dcterms:modified xsi:type="dcterms:W3CDTF">2013-12-10T08:40:47Z</dcterms:modified>
  <cp:contentStatus>test</cp:contentStatus>
</cp:coreProperties>
</file>