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Sus! Gata fii de lucru! (canon)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Sus! Gata fii de lucru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jertfă-n orice zi!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Bună dimineaţa, scoală iute,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coală-te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somnul va fugi!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Treci şi ară până-n seară,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impul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lucrului e-o 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2267</TotalTime>
  <Words>57</Words>
  <Application>Microsoft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503</cp:revision>
  <dcterms:created xsi:type="dcterms:W3CDTF">2013-10-07T13:04:08Z</dcterms:created>
  <dcterms:modified xsi:type="dcterms:W3CDTF">2013-12-10T11:57:26Z</dcterms:modified>
  <cp:contentStatus>test</cp:contentStatus>
</cp:coreProperties>
</file>