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Numai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cu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ro-RO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voiesc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a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merge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9144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Numai cu Isus voiesc a merge,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Doar cu El sunt vesel orişicând!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Drum şi ţintă-n calea mea s-ar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şterge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(:Dar spre El se-ndreaptă al meu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gând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Munţi şi văi, câmpii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păduri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mare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Sprinten eu le trec la braţul Său,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Isus oricând îmi e salvare,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(:El mă însoţeşte-n drumul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meu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7965"/>
            <a:ext cx="83058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Domnul e Lumina vieţii mele,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 mi-e scut când sunt eu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strâmtorat,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 mi-e Tată, nu mă tem de rele,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(:De El totdeauna-s mângâiat!:)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2105</TotalTime>
  <Words>107</Words>
  <Application>Microsoft PowerPoint</Application>
  <PresentationFormat>On-screen Show (4:3)</PresentationFormat>
  <Paragraphs>22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468</cp:revision>
  <dcterms:created xsi:type="dcterms:W3CDTF">2013-10-07T13:04:08Z</dcterms:created>
  <dcterms:modified xsi:type="dcterms:W3CDTF">2013-12-10T10:01:34Z</dcterms:modified>
  <cp:contentStatus>test</cp:contentStatus>
</cp:coreProperties>
</file>