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Podoabă şi medalion</a:t>
            </a:r>
            <a:endParaRPr lang="es-E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Podoabă şi medalion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 crucea lui Hristos!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El să fiu biruitor,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port prea bucuros.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drag port crucea, să mă crezi,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Umil, precum e drept,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pieptul meu tu n-ai s-o vezi,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eu o port în piept.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Chiar şi când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doare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sau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 greu,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Urmez încrezător!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suferit Isus al meu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mai îngrozitor…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Şi dacă eu voi suferi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Cu-al meu Mântuitor,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Cununa mi-o va dărui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Când va veni pe nor.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2150</TotalTime>
  <Words>119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477</cp:revision>
  <dcterms:created xsi:type="dcterms:W3CDTF">2013-10-07T13:04:08Z</dcterms:created>
  <dcterms:modified xsi:type="dcterms:W3CDTF">2013-12-10T10:19:51Z</dcterms:modified>
  <cp:contentStatus>test</cp:contentStatus>
</cp:coreProperties>
</file>