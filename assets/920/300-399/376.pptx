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Bunul Isus ne-a învăţat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Bunul Isus ne-a învăţat,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Exemplul Său ne-a arătat: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ajutăm pe cel lipsit,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Sărman şi umilit.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Aşa a fost la început,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Primii creştini aşa-au făcut: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ce-au avut agonisit,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toţi au folosit!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masa lor de buni creştini,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Se-ndestulau chiar şi străini,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 bucurau toţi cei sărmani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văduve, şi-orfani…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Coboară Tu, Doamne-ntre noi,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Sădeşte-al dragostei altoi,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fim lumină pe pământ,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fapte şi-n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2167</TotalTime>
  <Words>116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480</cp:revision>
  <dcterms:created xsi:type="dcterms:W3CDTF">2013-10-07T13:04:08Z</dcterms:created>
  <dcterms:modified xsi:type="dcterms:W3CDTF">2013-12-10T10:22:16Z</dcterms:modified>
  <cp:contentStatus>test</cp:contentStatus>
</cp:coreProperties>
</file>