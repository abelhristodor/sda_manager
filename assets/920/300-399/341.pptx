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Trec iute bucurii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 iute bucurii,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Trec, nu le pot opri,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lume-am obosit,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 de odihnit,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pacea am găsit,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Ispite mă pândesc,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vrea să mă mânjesc,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Plăceri de-o scurtă zi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-aş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putea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tot ce mi-aş dori,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Adio, vis lumesc,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alte lumi pornesc,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mult m-a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înşelat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ământul blestemat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groază de păcat,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moarte, vei pieri,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lacrimi nu voi şti,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bine-ai revenit,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Eden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neprihănit,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sunt fericit,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1959</TotalTime>
  <Words>212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437</cp:revision>
  <dcterms:created xsi:type="dcterms:W3CDTF">2013-10-07T13:04:08Z</dcterms:created>
  <dcterms:modified xsi:type="dcterms:W3CDTF">2013-12-10T09:19:59Z</dcterms:modified>
  <cp:contentStatus>test</cp:contentStatus>
</cp:coreProperties>
</file>