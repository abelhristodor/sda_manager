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slava Ta s-o ştim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slava Ta s-o ştim,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vedem mărirea,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ceruri, ne-ndreptăm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sus privirea…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cer, către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Către-al stelelor mister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Ne-ndreptăm privirea!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Să-nvăţăm iubirea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sus, la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cărare-oricât de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Paşii ne vor duce!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Golgota, Golgota,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pân’ la jertfa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Paşii ne vor duce!…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fim ai Tăi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veşnicie,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Te-aşteptăm să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Plini de bucurie!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Te-aşteptăm, Te-aşteptăm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veghem şi ne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Plini de bucurie!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2063</TotalTime>
  <Words>132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455</cp:revision>
  <dcterms:created xsi:type="dcterms:W3CDTF">2013-10-07T13:04:08Z</dcterms:created>
  <dcterms:modified xsi:type="dcterms:W3CDTF">2013-12-10T09:38:19Z</dcterms:modified>
  <cp:contentStatus>test</cp:contentStatus>
</cp:coreProperties>
</file>