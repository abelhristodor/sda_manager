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Cerul ne tot cheamă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442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Cerul ne tot cheamă,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N-avem nicio teamă,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oricât ar fi de greu!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aspru, drumul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aspru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Ziua iar se stinge,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nu se plânge,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 oricât ar fi de grea!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Candele cu noi purtăm,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lor umblăm,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Niciodată, niciodată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cedăm!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iubeşte,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ne-ntăreşte,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Lupta oricât ar fi de grea!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valdenzii ştim a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Ştim ca ei a şi muri,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Răsplătire, nemurire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om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1640</TotalTime>
  <Words>128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376</cp:revision>
  <dcterms:created xsi:type="dcterms:W3CDTF">2013-10-07T13:04:08Z</dcterms:created>
  <dcterms:modified xsi:type="dcterms:W3CDTF">2013-12-10T07:33:12Z</dcterms:modified>
  <cp:contentStatus>test</cp:contentStatus>
</cp:coreProperties>
</file>