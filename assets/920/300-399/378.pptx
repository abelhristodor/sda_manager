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Poţi avea credinţă tare</a:t>
            </a:r>
            <a:endParaRPr lang="da-DK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78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7965"/>
            <a:ext cx="83058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Poţi avea credinţă tare,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Poţi să faci chiar şi minuni,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Poţi avea înţelepciunea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ştiinţa astei lumi,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Ştie Domnul să citească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Tot ce-n inimă aduni: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Făr’ un spirit de iubire,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Toate sunt deşertăciuni!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7965"/>
            <a:ext cx="83058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Poţi să dai averea toată,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Aur, pietre de safir,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Poţi vorbi cu măiestrie,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Poţi muri ca un martir…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Domnul inima o ştie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te vede-aşa de mic: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Făr’ un spirit de iubire,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Eşti nimic, nimic, nimic!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7965"/>
            <a:ext cx="83058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Un proroc de-ai fi în lume,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săraci de-ai îngriji,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De-ai purta un nume mare,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Taine-adânci de-ai stăpâni,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Eşti aramă sunătoare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chimval zăngănitor!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Doar un spirit de iubire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Dă valoare faptelor!…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7965"/>
            <a:ext cx="83058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Dragostea e răbdătoare,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 vrea doar folosul său,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 se plânge, dacă doare,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 se bucură de rău!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credinţă se avântă,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Suferind orice ar fi…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Numai dragostea cea sfântă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Va rămâne-n veşnicii!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2176</TotalTime>
  <Words>198</Words>
  <Application>Microsoft PowerPoint</Application>
  <PresentationFormat>On-screen Show (4:3)</PresentationFormat>
  <Paragraphs>43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483</cp:revision>
  <dcterms:created xsi:type="dcterms:W3CDTF">2013-10-07T13:04:08Z</dcterms:created>
  <dcterms:modified xsi:type="dcterms:W3CDTF">2013-12-10T10:24:14Z</dcterms:modified>
  <cp:contentStatus>test</cp:contentStatus>
</cp:coreProperties>
</file>