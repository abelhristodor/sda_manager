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necazuri întâlneşti</a:t>
            </a:r>
            <a:endParaRPr lang="ro-R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endParaRPr lang="ro-R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49788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necazuri întâlneşti,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e greu să biruieşti,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Dacă-aproape ţi-e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te-ncrede!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Mari cercări de te-au pătruns,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le vede;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Lui îţi e de-ajuns,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te-n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crede!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49788"/>
            <a:ext cx="80772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te-nşală lumea 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Crede-n mare mila Sa;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mergi cu-al Tău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te-ncrede!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Mari cercări de te-au pătruns,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le vede;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Lui îţi e de-ajuns,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te-ncrede!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49788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ţi-e lupta în zadar,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Fugi la rugă iar şi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Dacă-L chemi pe-al Tău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te-ncrede!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Mari cercări de te-au pătruns,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le vede;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Lui îţi e de-ajuns,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te-ncrede!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514600"/>
            <a:ext cx="8153400" cy="3581400"/>
          </a:xfrm>
        </p:spPr>
        <p:txBody>
          <a:bodyPr/>
          <a:lstStyle/>
          <a:p>
            <a:pPr>
              <a:buNone/>
            </a:pP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4"/>
          <p:cNvSpPr/>
          <p:nvPr/>
        </p:nvSpPr>
        <p:spPr>
          <a:xfrm>
            <a:off x="381000" y="3200400"/>
            <a:ext cx="8763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Mari cercări de te-au pătruns,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le vede;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Lui îţi e de-ajuns,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te-ncrede!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0"/>
            <a:ext cx="8610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Dacă viaţa-i pe sfârşit,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Nu fi deznădăjduit,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Fă-ţi prieten pe Isus,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te-ncrede!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1741</TotalTime>
  <Words>201</Words>
  <Application>Microsoft PowerPoint</Application>
  <PresentationFormat>On-screen Show (4:3)</PresentationFormat>
  <Paragraphs>45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399</cp:revision>
  <dcterms:created xsi:type="dcterms:W3CDTF">2013-10-07T13:04:08Z</dcterms:created>
  <dcterms:modified xsi:type="dcterms:W3CDTF">2013-12-10T08:23:31Z</dcterms:modified>
  <cp:contentStatus>test</cp:contentStatus>
</cp:coreProperties>
</file>