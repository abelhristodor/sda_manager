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Inima mea de-acum </a:t>
            </a:r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Ţi-o dăruiesc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17761"/>
            <a:ext cx="85344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 de-acum Ţi-o dăruiesc,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doar în Tine sper!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lumea rea, vreau să mă dezlipesc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să m-avânt spre cer…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Ai câştigat-o prin durere,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Ţi-o-nchin azi, Doamne, cu plăcere,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mea, inima mea…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mea, o,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s-o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primeşti,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Deşi curată nu-i…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n-o respingi, căci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poţi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s-o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curăţeşti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poţi să Ţi-o supui…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Se fierb în ea tot pofte rele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Şi-i plină de păcate grele,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mea, inima mea…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17761"/>
            <a:ext cx="85344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 era ca de granit,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Acum ea s-a schimbat,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Prin suferinţi, de tot mi s-a zdrobit,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Stă într-un tremurat…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Se vaită sub o grea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durere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Strigând: „Ah, Doamne,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dă-mi putere!”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mea, inima mea…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17761"/>
            <a:ext cx="8534400" cy="4078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 azi vine la Hristos,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Căzând la crucea Lui…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O, Doamne, ştiu cât sunt de păcătos,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Dar Tu ajuţi oricui.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Azi a găsit în răn’le Tale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mângâiere, şi scăpare,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mea, inima mea…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17761"/>
            <a:ext cx="8534400" cy="464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h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spal-o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smtClean="0">
                <a:solidFill>
                  <a:schemeClr val="bg1"/>
                </a:solidFill>
                <a:latin typeface="Georgia" pitchFamily="18" charset="0"/>
              </a:rPr>
              <a:t>de-orice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rău,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Grăbeşte s-o-nnoieşti!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 ia de-acum şi fă-o templul Tău,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Ca-n ea să locuieşti!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Tine doar să Te dorească,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Tine-n veci să se-alipească,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Inima mea, inima mea…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1939</TotalTime>
  <Words>270</Words>
  <Application>Microsoft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431</cp:revision>
  <dcterms:created xsi:type="dcterms:W3CDTF">2013-10-07T13:04:08Z</dcterms:created>
  <dcterms:modified xsi:type="dcterms:W3CDTF">2013-12-10T09:04:04Z</dcterms:modified>
  <cp:contentStatus>test</cp:contentStatus>
</cp:coreProperties>
</file>