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Îţi predau întreaga viaţă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7761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predau întreaga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al meu Stăpân!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Te voi urma întruna,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Tine-n veci rămân!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am, cu trup şi suflet,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fie-al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7761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predau cu totul Ţie,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Înaintea Ta mă plec!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mea e-n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în lume toate trec!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am, cu trup şi suflet,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fie-al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7761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inima să-mi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Plină de Cuvântul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nădejdea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inunde pieptul meu!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am, cu trup şi suflet,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fie-al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Schimbă, Doamne-n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firii mele reci!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Umple-mă cu-a Ta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Te slujesc în veci!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al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am, cu trup şi suflet,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fie-al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1931</TotalTime>
  <Words>237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431</cp:revision>
  <dcterms:created xsi:type="dcterms:W3CDTF">2013-10-07T13:04:08Z</dcterms:created>
  <dcterms:modified xsi:type="dcterms:W3CDTF">2013-12-10T09:06:12Z</dcterms:modified>
  <cp:contentStatus>test</cp:contentStatus>
</cp:coreProperties>
</file>