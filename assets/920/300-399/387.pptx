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fericire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am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fericire, am pe Isus!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Asta mă face vesel nespus,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sunt moştean al cerului ’nalt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mântuire că am aflat!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cânta-voi că-s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 prin Domnul sunt mântuit,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aceasta cânta-voi 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e veşnic Păstorul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Inima-mi simte un dor prea viu: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Domnu-ntruna eu vreau să fiu!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Pacea e-n mine şi-s mulţumit,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Legea Lui veşnic m-a-nveselit.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cânta-voi că-s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 prin Domnul sunt mântuit,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aceasta cânta-voi 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e veşnic Păstorul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1000"/>
            <a:ext cx="8305800" cy="5386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fericire eu am simţit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braţul Său chiar m-a ocrotit!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 şti e bine, o ştiu şi eu: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mi-e viaţa, e Domnul meu!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cânta-voi că-s fericit,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Astăzi prin Domnul sunt mântuit,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veci aceasta cânta-voi eu,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e veşnic Păstorul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2293</TotalTime>
  <Words>187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498</cp:revision>
  <dcterms:created xsi:type="dcterms:W3CDTF">2013-10-07T13:04:08Z</dcterms:created>
  <dcterms:modified xsi:type="dcterms:W3CDTF">2013-12-10T11:51:38Z</dcterms:modified>
  <cp:contentStatus>test</cp:contentStatus>
</cp:coreProperties>
</file>