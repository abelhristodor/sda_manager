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fie oare-adevărat?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 oare-adevărat?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Ce-aud e prea frumos!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Domnul pot să fiu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Deşi sunt păcătos!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auzi este-aşa, este adevărat,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urmă de păcat va pieri!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iubirea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fi luminat,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crede-n Isus şi vei trăi!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sigur, pentru vina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 pătimit;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mare e iubirea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harul nesfârşit!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auzi este-aşa, este adevărat,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urmă de păcat va pieri!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iubirea Sa vei fi luminat,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crede-n Isus şi vei trăi!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Iertat? 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–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îndrăznesc să cred,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dai viaţa-n Tine sper,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sunt pe veci dator!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auzi este-aşa, este adevărat,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urmă de păcat va pieri!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iubirea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fi luminat,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crede-n Isus şi vei trăi!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2251</TotalTime>
  <Words>180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501</cp:revision>
  <dcterms:created xsi:type="dcterms:W3CDTF">2013-10-07T13:04:08Z</dcterms:created>
  <dcterms:modified xsi:type="dcterms:W3CDTF">2013-12-10T11:55:12Z</dcterms:modified>
  <cp:contentStatus>test</cp:contentStatus>
</cp:coreProperties>
</file>