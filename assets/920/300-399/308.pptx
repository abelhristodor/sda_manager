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cine să mă-ndrept?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449788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cine să mă-ndrept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zdrobit,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mila cui s-aştept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De-s prigonit?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mă cheamă azi,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 m-aş zbuciuma?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M-ajută-n greu necaz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449788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valuri de-ncercări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copleşesc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mii de întrebări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chinuiesc,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Cel ce-ai suferit,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Pierind de vina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până la sfârşit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449788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deznădejdea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Stăruitor,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speranţa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Te implor!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Stâncă de-adăpost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suferinţi îmi 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singur, scump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mântuieşti.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1673</TotalTime>
  <Words>118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386</cp:revision>
  <dcterms:created xsi:type="dcterms:W3CDTF">2013-10-07T13:04:08Z</dcterms:created>
  <dcterms:modified xsi:type="dcterms:W3CDTF">2013-12-10T07:41:13Z</dcterms:modified>
  <cp:contentStatus>test</cp:contentStatus>
</cp:coreProperties>
</file>