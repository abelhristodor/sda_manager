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9" r:id="rId3"/>
    <p:sldId id="270" r:id="rId4"/>
    <p:sldId id="271" r:id="rId5"/>
    <p:sldId id="272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O, ce nespusă fericire!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98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381000"/>
            <a:ext cx="8534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ce nespusă fericire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Simţim de când L-am cunoscut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Cel ce, prin a Sa iubire,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Ne-a curăţit şi renăscut!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Deci să cântăm cu bucurie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Iubirea mare-a lui Isus!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ea, oricare din noi fie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toată viaţa lui condus!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398/920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381000"/>
            <a:ext cx="8534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Ne zvârcoleam în suferinţă,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noaptea ce ne-mpresura,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Domnul, prin a Sa voinţă,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 răsări lumina Sa.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Deci să cântăm cu bucurie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Iubirea mare-a lui Isus!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ea, oricare din noi fie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toată viaţa lui condus!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398/920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381000"/>
            <a:ext cx="8534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Şi-am înţeles toţi mântuirea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harul Celui Răstignit;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Acum Îi aşteptăm venirea,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Să-aducă ce ne-a pregătit!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Deci să cântăm cu bucurie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Iubirea mare-a lui Isus!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ea, oricare din noi fie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toată viaţa lui condus!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398/920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381000"/>
            <a:ext cx="8534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Urmăm ’nainte fără teamă,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drumul cel de El prescris,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Căci,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credincios</a:t>
            </a:r>
            <a:r>
              <a:rPr lang="ro-RO" altLang="ro-RO" sz="400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Cel ce ne cheamă,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ne va da ce ne-a promis.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Deci să cântăm cu bucurie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Iubirea mare-a lui Isus!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ea, oricare din noi fie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toată viaţa lui condus!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398/920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2346</TotalTime>
  <Words>228</Words>
  <Application>Microsoft PowerPoint</Application>
  <PresentationFormat>On-screen Show (4:3)</PresentationFormat>
  <Paragraphs>46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512</cp:revision>
  <dcterms:created xsi:type="dcterms:W3CDTF">2013-10-07T13:04:08Z</dcterms:created>
  <dcterms:modified xsi:type="dcterms:W3CDTF">2013-12-10T12:18:04Z</dcterms:modified>
  <cp:contentStatus>test</cp:contentStatus>
</cp:coreProperties>
</file>