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Lângă Tine, scump Isuse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Tine, scump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Scutul meu, tăria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 voi rămâne,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Te voi adora!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iubirea Ta fierbinte,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mă va despărţi?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 voi rămâne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în lume voi trăi!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Tine, scump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Scutul meu, tăria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 e-ntunecată,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Întristată, inima…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iubirea Ta,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Luminează-al vieţii rost;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Contra valurilor lumii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eşti adăpost!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eşti, scump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Scutul meu, tăria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marea-Ţi bunătate,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Te voi lăuda!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Fericire, bogăţie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Mi-este cerul Tău senin!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nespusă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să-Ţi cânt în veci.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2067</TotalTime>
  <Words>154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457</cp:revision>
  <dcterms:created xsi:type="dcterms:W3CDTF">2013-10-07T13:04:08Z</dcterms:created>
  <dcterms:modified xsi:type="dcterms:W3CDTF">2013-12-10T09:39:53Z</dcterms:modified>
  <cp:contentStatus>test</cp:contentStatus>
</cp:coreProperties>
</file>