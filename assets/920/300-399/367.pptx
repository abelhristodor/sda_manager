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Niciunde fără Tine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965"/>
            <a:ext cx="77724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Niciunde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fără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Tine,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pPr marL="742950" indent="-742950"/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Isuse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nu mergi Tu cu mine,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 pleca nici eu!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Dar, dacă eşti ’nainte,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stâlp de foc sau nor,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 fi şi eu alături,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Tine călător…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965"/>
            <a:ext cx="77724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zilele senine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i-n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ceasul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nopţii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greu,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Nicicând fără de Tine,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Isuse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Aşa de scurtă-i vremea,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gata de sfârşit,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Iar clipele-s de aur,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n-am de risipit!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965"/>
            <a:ext cx="77724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Nimic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fără de Tine,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Isuse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Ajută-mi Tu, în bine,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fiu al Tău mereu!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Alungă gânduri toate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Te-ar onora,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vorbe şi în fapte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fie slava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2115</TotalTime>
  <Words>162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471</cp:revision>
  <dcterms:created xsi:type="dcterms:W3CDTF">2013-10-07T13:04:08Z</dcterms:created>
  <dcterms:modified xsi:type="dcterms:W3CDTF">2013-12-10T10:10:53Z</dcterms:modified>
  <cp:contentStatus>test</cp:contentStatus>
</cp:coreProperties>
</file>