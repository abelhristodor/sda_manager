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Sfinţirea mi-este ţinta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761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Sfinţirea mi-este ţinta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pas ce-l fac,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Duhul Sfânt, dorinţa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fiu un vas curat!:)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761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Umblarea-mi vreau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Prinos de mulţumiri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Acelui ce-mi dă mie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(:Noian de fericiri.:)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761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veci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e-a mea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dorinţă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De-a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fi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neprihănit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Stindard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biruinţă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(: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port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pân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’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sfârşit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1940</TotalTime>
  <Words>88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432</cp:revision>
  <dcterms:created xsi:type="dcterms:W3CDTF">2013-10-07T13:04:08Z</dcterms:created>
  <dcterms:modified xsi:type="dcterms:W3CDTF">2013-12-10T09:10:48Z</dcterms:modified>
  <cp:contentStatus>test</cp:contentStatus>
</cp:coreProperties>
</file>