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 dirty="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altLang="ro-RO" sz="4800" b="1" dirty="0" smtClean="0">
                <a:solidFill>
                  <a:schemeClr val="bg1"/>
                </a:solidFill>
                <a:latin typeface="Georgia" pitchFamily="18" charset="0"/>
              </a:rPr>
              <a:t>Mai mult să Te iubesc</a:t>
            </a:r>
            <a:endParaRPr lang="es-ES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70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dirty="0" smtClean="0"/>
              <a:t>131/920</a:t>
            </a:r>
            <a:endParaRPr lang="en-US" altLang="ro-R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387965"/>
            <a:ext cx="8077200" cy="477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3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3800" dirty="0" smtClean="0">
                <a:solidFill>
                  <a:schemeClr val="bg1"/>
                </a:solidFill>
                <a:latin typeface="Georgia" pitchFamily="18" charset="0"/>
              </a:rPr>
              <a:t>Mai 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mult</a:t>
            </a:r>
            <a:r>
              <a:rPr lang="fr-FR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să</a:t>
            </a:r>
            <a:r>
              <a:rPr lang="fr-FR" altLang="ro-RO" sz="3800" dirty="0" smtClean="0">
                <a:solidFill>
                  <a:schemeClr val="bg1"/>
                </a:solidFill>
                <a:latin typeface="Georgia" pitchFamily="18" charset="0"/>
              </a:rPr>
              <a:t> Te 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iubesc</a:t>
            </a:r>
          </a:p>
          <a:p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Vreau</a:t>
            </a:r>
            <a:r>
              <a:rPr lang="fr-FR" altLang="ro-RO" sz="38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Domnul</a:t>
            </a:r>
            <a:r>
              <a:rPr lang="fr-FR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meu</a:t>
            </a:r>
            <a:r>
              <a:rPr lang="fr-FR" altLang="ro-RO" sz="3800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</a:p>
          <a:p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De-ai</a:t>
            </a:r>
            <a:r>
              <a:rPr lang="fr-FR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şti</a:t>
            </a:r>
            <a:r>
              <a:rPr lang="fr-FR" altLang="ro-RO" sz="3800" dirty="0" smtClean="0">
                <a:solidFill>
                  <a:schemeClr val="bg1"/>
                </a:solidFill>
                <a:latin typeface="Georgia" pitchFamily="18" charset="0"/>
              </a:rPr>
              <a:t> ce 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mult</a:t>
            </a:r>
            <a:r>
              <a:rPr lang="fr-FR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doresc</a:t>
            </a:r>
          </a:p>
          <a:p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Să</a:t>
            </a:r>
            <a:r>
              <a:rPr lang="fr-FR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fiu</a:t>
            </a:r>
            <a:r>
              <a:rPr lang="fr-FR" altLang="ro-RO" sz="3800" dirty="0" smtClean="0">
                <a:solidFill>
                  <a:schemeClr val="bg1"/>
                </a:solidFill>
                <a:latin typeface="Georgia" pitchFamily="18" charset="0"/>
              </a:rPr>
              <a:t> al 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Tău</a:t>
            </a:r>
            <a:r>
              <a:rPr lang="fr-FR" altLang="ro-RO" sz="3800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</a:p>
          <a:p>
            <a:endParaRPr lang="fr-FR" altLang="ro-RO" sz="3800" b="1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3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O, cât de mult doresc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Mai mult să Te privesc!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Şi-n veşnicii Te voi iubi!</a:t>
            </a:r>
            <a:endParaRPr lang="pt-BR" altLang="ro-RO" sz="38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370/920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387965"/>
            <a:ext cx="8077200" cy="4893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3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La Tine când privesc,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Sunt fericit!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Ce mult Îţi mulţumesc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Că m-ai găsit!</a:t>
            </a:r>
            <a:endParaRPr lang="fr-FR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fr-FR" altLang="ro-RO" sz="3800" b="1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3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O, cât de mult doresc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Mai mult să Te privesc!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Şi-n veşnicii Te voi iubi!</a:t>
            </a:r>
            <a:endParaRPr lang="pt-BR" altLang="ro-RO" sz="38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370/920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387965"/>
            <a:ext cx="8077200" cy="4893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3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Necazuri de-ar veni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calea mea,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Primesc încrezător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Tot ce-mi vei da…</a:t>
            </a:r>
          </a:p>
          <a:p>
            <a:endParaRPr lang="fr-FR" altLang="ro-RO" sz="3800" b="1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3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O, cât de mult doresc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Mai mult să Te privesc!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Şi-n veşnicii Te voi iubi!</a:t>
            </a:r>
            <a:endParaRPr lang="pt-BR" altLang="ro-RO" sz="38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370/920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387965"/>
            <a:ext cx="8077200" cy="477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3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Şi-atunci când voi muri,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Un ultim dor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Din suflet voi şopti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Biruitor: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fr-FR" altLang="ro-RO" sz="3800" b="1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3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O, cât de mult doresc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Mai mult să Te privesc!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Şi-n veşnicii Te voi iubi!</a:t>
            </a:r>
            <a:endParaRPr lang="pt-BR" altLang="ro-RO" sz="38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370/920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2121</TotalTime>
  <Words>177</Words>
  <Application>Microsoft PowerPoint</Application>
  <PresentationFormat>On-screen Show (4:3)</PresentationFormat>
  <Paragraphs>43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473</cp:revision>
  <dcterms:created xsi:type="dcterms:W3CDTF">2013-10-07T13:04:08Z</dcterms:created>
  <dcterms:modified xsi:type="dcterms:W3CDTF">2013-12-10T10:14:36Z</dcterms:modified>
  <cp:contentStatus>test</cp:contentStatus>
</cp:coreProperties>
</file>