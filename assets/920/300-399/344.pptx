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Doamne-aş vrea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stau…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77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 vrea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locaşul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Frumuseţea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privesc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umple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întreaga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s-aştept, cântând, ziua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plăcut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s-aştept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Te-oi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Tău să-mi fie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predau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pe-altar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 acei care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spre Tine,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se-ndreaptă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 acei 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se-ncred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Fericită-i inima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2026</TotalTime>
  <Words>112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446</cp:revision>
  <dcterms:created xsi:type="dcterms:W3CDTF">2013-10-07T13:04:08Z</dcterms:created>
  <dcterms:modified xsi:type="dcterms:W3CDTF">2013-12-10T09:26:31Z</dcterms:modified>
  <cp:contentStatus>test</cp:contentStatus>
</cp:coreProperties>
</file>