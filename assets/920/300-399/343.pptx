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Către cer un dor m-atrage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 un dor m-atrage,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de-o viaţă cu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iubirea Lui mă face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m-avânt mai sus, mai sus.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Isus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Lui m-a mântuit;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voios că-s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cânt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de-aud chemarea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de ea vreau să ascult,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iubirea-I ne-ntrecută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mă-afund mai mult, mai mult.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Isus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Lui m-a mântuit;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voios că-s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cânt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Golgota de-mi las gândul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poarte ne-ncetat,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pe Hrist, L-aud zicându-mi: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„Te-am iubit şi te-am salvat!”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Isus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Lui m-a mântuit;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voios că-s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cânt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 privind întruna,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Voia-I sfântă de-am păzit,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primi odat’ cununa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atâta am dorit!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Isus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Lui m-a mântuit;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voios că-s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cânt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2022</TotalTime>
  <Words>226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445</cp:revision>
  <dcterms:created xsi:type="dcterms:W3CDTF">2013-10-07T13:04:08Z</dcterms:created>
  <dcterms:modified xsi:type="dcterms:W3CDTF">2013-12-10T09:24:19Z</dcterms:modified>
  <cp:contentStatus>test</cp:contentStatus>
</cp:coreProperties>
</file>