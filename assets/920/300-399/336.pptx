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Isus Îl vreau aproape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7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Îl vreau aproape,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de-aş pierde tot ce am!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rămâne peste toate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e-acelaşi an de an!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adâncă e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Largă cât nu poţi să ştii!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mi-aduce fericirea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Unei sfinte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7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mi-ar da o lume toată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Dacă-aş pierde pe Isus?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Strălucirea ei bogată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mi-ar fi îndeajuns!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adâncă e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Largă cât nu poţi să ştii!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mi-aduce fericirea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Unei sfinte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761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renunţ la lumea-ntreagă,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ispite şi-nşelări!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mi-este mult mai dragă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îngustele cărări!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adâncă e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Largă cât nu poţi să ştii!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mi-aduce fericirea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Unei sfinte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761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Isus e-a mea speranţă,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nu mă va-ngrozi!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va chema la viaţă,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Lui o voi privi!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adâncă e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Largă cât nu poţi să ştii!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mi-aduce fericirea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Unei sfinte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1936</TotalTime>
  <Words>213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431</cp:revision>
  <dcterms:created xsi:type="dcterms:W3CDTF">2013-10-07T13:04:08Z</dcterms:created>
  <dcterms:modified xsi:type="dcterms:W3CDTF">2013-12-10T09:09:57Z</dcterms:modified>
  <cp:contentStatus>test</cp:contentStatus>
</cp:coreProperties>
</file>