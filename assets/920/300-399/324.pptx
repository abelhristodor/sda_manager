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pe Tine Te-aştept!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pe Tine Te-aştept,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Inima-mi plânge în piept…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dureri vor mai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pe toate le ştii,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şi-n amare furtuni,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poţi să faci mari minuni!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 de greu încercat,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 tu nu eşti lăsat,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decât ai gândit,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mereu te-a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Domnul, când lacrimi se strâng,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Plânge cu cei care plâng.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405348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Vino, Isuse-ntre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mângâi în nevoi,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ne-ai condus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Tu ne dai cerul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trecem noaptea cea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Lasă-ne dragostea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1759</TotalTime>
  <Words>132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404</cp:revision>
  <dcterms:created xsi:type="dcterms:W3CDTF">2013-10-07T13:04:08Z</dcterms:created>
  <dcterms:modified xsi:type="dcterms:W3CDTF">2013-12-10T08:30:13Z</dcterms:modified>
  <cp:contentStatus>test</cp:contentStatus>
</cp:coreProperties>
</file>