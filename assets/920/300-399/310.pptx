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3" d="100"/>
          <a:sy n="93" d="100"/>
        </p:scale>
        <p:origin x="-4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Eşti pacea mea!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310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449788"/>
            <a:ext cx="8839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Eşti pacea mea, Isuse-n orice ceas,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clipa grea, Tu eşti de partea mea!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Ta veghează al meu pas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crucea grea voios o voi purta…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pacea mea, pe drumul cel spinos,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Prieten bun şi pururi credincios…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449788"/>
            <a:ext cx="8839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Eşti pacea mea, 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şi-n trecut,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Ceresc balsam în sufletu-mi rănit;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faţa mea e-un ţărm necunoscut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noapte, pasul meu a obosit…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Eşti pacea mea!… Cu glasul Tău divin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Alină, Tu, al meu adânc suspin!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457200"/>
            <a:ext cx="9753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ro-RO" altLang="ro-RO" sz="40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Eşti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pacea mea când timpu-i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pe </a:t>
            </a:r>
            <a:r>
              <a:rPr lang="vi-VN" altLang="ro-RO" sz="3900" dirty="0" smtClean="0">
                <a:solidFill>
                  <a:schemeClr val="bg1"/>
                </a:solidFill>
                <a:latin typeface="Georgia" pitchFamily="18" charset="0"/>
              </a:rPr>
              <a:t>sfârşit!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Curând voi fi, pe veci, cu Dumnezeu;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Prieten bun, sunt astăzi liniştit,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mâna Ta poţi şterge plânsul meu…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iubit, curând Te voi vedea,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Te-aştept cu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dor,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Isuse,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pacea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310/920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1677</TotalTime>
  <Words>169</Words>
  <Application>Microsoft PowerPoint</Application>
  <PresentationFormat>On-screen Show (4:3)</PresentationFormat>
  <Paragraphs>27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388</cp:revision>
  <dcterms:created xsi:type="dcterms:W3CDTF">2013-10-07T13:04:08Z</dcterms:created>
  <dcterms:modified xsi:type="dcterms:W3CDTF">2013-12-10T07:48:25Z</dcterms:modified>
  <cp:contentStatus>test</cp:contentStatus>
</cp:coreProperties>
</file>