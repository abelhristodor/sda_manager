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Tată, azi Te rugăm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Tată, azi Te rugăm,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Inima dorim să-Ţi predăm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altarul Golgotei spălaţi,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iubirea Ta curăţaţi!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Fie dragostea Ta legământ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Între cer şi întregul pământ!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uniţi, toţi, în rugă şi în gând,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chemăm: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V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ino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Doamne, mai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Îţi mulţumim,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cântăm, căci mult Te iubim!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Minunat ne fereşti de cel rău,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Scut puternic e braţul Tău!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Fie dragostea Ta legământ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Între cer şi întregul pământ!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uniţi, toţi, în rugă şi în gând,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chemăm: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V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ino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Doamne, mai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Vină orice necaz,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 ne apără azi!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credinţă, de El pregătiţi,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Vrem în cer să fim mântuiţi!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Fie dragostea Ta legământ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Între cer şi întregul pământ!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uniţi, toţi, în rugă şi în gând,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chemăm: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V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ino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Doamne, mai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2099</TotalTime>
  <Words>120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465</cp:revision>
  <dcterms:created xsi:type="dcterms:W3CDTF">2013-10-07T13:04:08Z</dcterms:created>
  <dcterms:modified xsi:type="dcterms:W3CDTF">2013-12-10T09:51:01Z</dcterms:modified>
  <cp:contentStatus>test</cp:contentStatus>
</cp:coreProperties>
</file>