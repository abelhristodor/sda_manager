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endParaRPr lang="ro-R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dă-mi Cuvântul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dă-mi Cuvântul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să-L port în gând mereu!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învaţă-n drumul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trăiesc ca Tine!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ca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ca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Isus, ajută-mi Tu,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ca Tine!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 că sunt trecător,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învaţă să Te-ador,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că trăiesc sau mor,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să fiu ca Tine…</a:t>
            </a: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ca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ca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Isus, ajută-mi Tu,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ca Tine!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 Tu că timpu-i scurt,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 să lucrez mai mult,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ajută să Te-ascult,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 fi ca Tine!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ca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ca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Isus, ajută-mi Tu,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ca Tine!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2073</TotalTime>
  <Words>179</Words>
  <Application>Microsoft PowerPoint</Application>
  <PresentationFormat>On-screen Show (4:3)</PresentationFormat>
  <Paragraphs>37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461</cp:revision>
  <dcterms:created xsi:type="dcterms:W3CDTF">2013-10-07T13:04:08Z</dcterms:created>
  <dcterms:modified xsi:type="dcterms:W3CDTF">2013-12-10T09:42:18Z</dcterms:modified>
  <cp:contentStatus>test</cp:contentStatus>
</cp:coreProperties>
</file>