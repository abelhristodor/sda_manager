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Iertând a mea răzvrătire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Iertând a mea răzvrătire,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Domnul, m-a primit,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eu, cuprins de uimire,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Mă-ntreb cum de m-a iubit.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frumos! Domnul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face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frumos! Domnul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Mereu certat cu dreptatea,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Eram rob întemniţat,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El, să-mi dea libertatea,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Murind, vina mi-a spălat.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frumos! Domnul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face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frumos! Domnul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S-ajung pe tronul măririi,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Domnul m-a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dus la poarta jertfirii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văd drumu-adevărat.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frumos! Domnul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face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frumos! Domnul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Cuprins în braţele Sale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cei credincioşi cântând,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 să-I ’nalţ osanale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eu, pământean de rând…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frumos! Domnul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 face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frumos! Domnul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margini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2324</TotalTime>
  <Words>230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510</cp:revision>
  <dcterms:created xsi:type="dcterms:W3CDTF">2013-10-07T13:04:08Z</dcterms:created>
  <dcterms:modified xsi:type="dcterms:W3CDTF">2013-12-10T12:16:41Z</dcterms:modified>
  <cp:contentStatus>test</cp:contentStatus>
</cp:coreProperties>
</file>