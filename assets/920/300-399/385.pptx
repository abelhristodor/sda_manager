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fii cu-al Tău popor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fii cu-al Tău popor,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al lui Ocrotitor,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e-n foc credinţa lor!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rugăm, ne-ascultă!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Glasul lor să fie-aprins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cu har de neînvins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Pe-al pământului cuprins!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rugăm, ne-ascultă!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Conducând pe orbi şi şchiopi,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Ridicând pe cei din gropi,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Inimi adunând în snopi,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rugăm, ne-ascultă!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Biruinţă să le-aduci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lumina marii cruci,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Către ceruri să-i conduci!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rugăm, ne-ascultă!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2239</TotalTime>
  <Words>111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496</cp:revision>
  <dcterms:created xsi:type="dcterms:W3CDTF">2013-10-07T13:04:08Z</dcterms:created>
  <dcterms:modified xsi:type="dcterms:W3CDTF">2013-12-10T11:00:17Z</dcterms:modified>
  <cp:contentStatus>test</cp:contentStatus>
</cp:coreProperties>
</file>