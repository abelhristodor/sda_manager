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Tu mereu mă-nvaţă!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Tu mereu mă-nvaţă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cuvinte să rostesc,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Mustră-mă şi dă-mi povaţă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în gând să nu greşesc!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putere-n clipe grele,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Blând să fiu şi răbdător,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 strajă gurii mele,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Inimii să-i pui zăvor!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Tu mereu mi-arată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Limba mea cum să-Ţi închin,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vorbire să împartă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Tău, şi nu venin!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la dreapta judecată,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Înaintea Ta voi sta,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N-aş vrea să ajung vreodată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Osândit de limba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n-a vorbit ca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plin de Spirit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Pune, astăzi, şi în mine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 şi-al Tău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vorbe de zidire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mereu ca să rostesc,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a Ta desăvârşire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în gând să nu greşesc!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2071</TotalTime>
  <Words>164</Words>
  <Application>Microsoft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460</cp:revision>
  <dcterms:created xsi:type="dcterms:W3CDTF">2013-10-07T13:04:08Z</dcterms:created>
  <dcterms:modified xsi:type="dcterms:W3CDTF">2013-12-10T09:41:36Z</dcterms:modified>
  <cp:contentStatus>test</cp:contentStatus>
</cp:coreProperties>
</file>