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Viaţa noastră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80772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noastră, Doamne,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este-a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iubire, ia-ne inima!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Tinereţea azi Ţi-o oferim,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eşti totul, Te iubim!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noastră, Doamne,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este-a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iubire, ia-ne inima!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căminul azi Ţi-l oferim,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eşti totul, Te iubim!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78486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noastră, Doamne,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este-a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iubire, ia-ne inima!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copiii azi Ţi-i oferim,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eşti totul, Te iubim!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1953</TotalTime>
  <Words>110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436</cp:revision>
  <dcterms:created xsi:type="dcterms:W3CDTF">2013-10-07T13:04:08Z</dcterms:created>
  <dcterms:modified xsi:type="dcterms:W3CDTF">2013-12-10T09:16:50Z</dcterms:modified>
  <cp:contentStatus>test</cp:contentStatus>
</cp:coreProperties>
</file>