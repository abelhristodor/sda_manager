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69" r:id="rId3"/>
    <p:sldId id="270" r:id="rId4"/>
    <p:sldId id="271" r:id="rId5"/>
    <p:sldId id="272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zici: „Iubesc </a:t>
            </a:r>
            <a:br>
              <a:rPr lang="nl-NL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nl-NL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pe Dumnezeu”</a:t>
            </a:r>
            <a:endParaRPr lang="da-DK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77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zici: „Iubesc pe Dumnezeu”,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Iar fratelui porţi ură,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Nu-i adevăr în glasul tău,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Spui doar minciuni din gură!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Iubeşti pe Dumnezeu, tu crezi,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Urând pe frate-tău ce-l vezi?…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vei privi nepăsător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Pe cel în suferinţă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nu-i vei da vreun ajutor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are trebuinţă,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eşti creştin, ci minţi mereu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zici: „Iubesc pe Dumnezeu.”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cinstea altuia pătezi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vorbe de ruşine,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contra lui tu trâmbiţezi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Tot rău, şi nicicând bine,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Numele-i vorbeşti de rău,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Tu nu iubeşti pe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387965"/>
            <a:ext cx="8305800" cy="3600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6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6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De L-ai iubi cu-adevărat,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Ar observa şi alţii!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Milos şi gata de iertat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Ai fi atunci cu fraţii!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iubeşte-n acest fel!</a:t>
            </a:r>
          </a:p>
          <a:p>
            <a:r>
              <a:rPr lang="vi-VN" altLang="ro-RO" sz="3800" smtClean="0">
                <a:solidFill>
                  <a:schemeClr val="bg1"/>
                </a:solidFill>
                <a:latin typeface="Georgia" pitchFamily="18" charset="0"/>
              </a:rPr>
              <a:t>Iubeşte deci şi tu ca El!</a:t>
            </a:r>
            <a:endParaRPr lang="vi-VN" altLang="ro-RO" sz="38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2171</TotalTime>
  <Words>170</Words>
  <Application>Microsoft PowerPoint</Application>
  <PresentationFormat>On-screen Show (4:3)</PresentationFormat>
  <Paragraphs>35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481</cp:revision>
  <dcterms:created xsi:type="dcterms:W3CDTF">2013-10-07T13:04:08Z</dcterms:created>
  <dcterms:modified xsi:type="dcterms:W3CDTF">2013-12-10T10:22:58Z</dcterms:modified>
  <cp:contentStatus>test</cp:contentStatus>
</cp:coreProperties>
</file>