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Într-aripat în 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572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Într-aripat în mine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dorul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lupt tot spre mai 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pururea să cânt!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vine suferinţa,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trecem prin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Domnu-i biruinţa,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El sunt forţe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57200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pieptul meu coboară,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 adorat!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Legea-Ţi mă-nconjoară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fă-mă sfânt, curat!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Privirea-mi sus să fie,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pe cărarea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valuri mari să vie,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cer, lumina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572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niciun preţ prea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jertfa nu-i prea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viaţa viitoare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fi răsplata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o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n-am cu ce plăti,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pentru-a Ta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Te voi slăvi!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2066</TotalTime>
  <Words>145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456</cp:revision>
  <dcterms:created xsi:type="dcterms:W3CDTF">2013-10-07T13:04:08Z</dcterms:created>
  <dcterms:modified xsi:type="dcterms:W3CDTF">2013-12-10T09:39:08Z</dcterms:modified>
  <cp:contentStatus>test</cp:contentStatus>
</cp:coreProperties>
</file>