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După Domnul vieţii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45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După Domnul vieţii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merg cântând,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pe căi spinoase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Crucea Lui purtând;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Pe-ale Sale urme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Merg spre cer smerit;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sălaşul păcii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Fi-voi fericit!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După Domnul vieţii,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să merg mereu!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de-ar fi să sufăr,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tot harul Său!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Merg pe căi stâncoase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După-al Său Cuvânt,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 voi ajunge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căminul sfânt.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0"/>
            <a:ext cx="7620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După Domnul vieţii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 la sfârşit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Către biruinţă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Merg necontenit!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Iată, Domnul vine,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Vine pe alb nor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mă ia la Sine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biruitor!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45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2033</TotalTime>
  <Words>124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446</cp:revision>
  <dcterms:created xsi:type="dcterms:W3CDTF">2013-10-07T13:04:08Z</dcterms:created>
  <dcterms:modified xsi:type="dcterms:W3CDTF">2013-12-10T09:27:27Z</dcterms:modified>
  <cp:contentStatus>test</cp:contentStatus>
</cp:coreProperties>
</file>