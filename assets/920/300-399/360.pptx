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ia Tu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990600"/>
            <a:ext cx="7772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ia Tu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 de slavă pune-n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din ea un templu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lumină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lumină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ia-mi Tu inima,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 altar să-Ţi faci din ea!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ia Tu vocea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Glas de rugă fă din 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Glas de rugă fă din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ia voinţa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 să fii Tu peste ea!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 acum fiinţa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Adu cerul Tău în 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Adu cerul Tău în 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ia Tu mâna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Către culmi să pot urca…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ascultă ruga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Du-mă-n veşnicia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Du-mă-n veşnicia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2079</TotalTime>
  <Words>161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463</cp:revision>
  <dcterms:created xsi:type="dcterms:W3CDTF">2013-10-07T13:04:08Z</dcterms:created>
  <dcterms:modified xsi:type="dcterms:W3CDTF">2013-12-10T09:48:04Z</dcterms:modified>
  <cp:contentStatus>test</cp:contentStatus>
</cp:coreProperties>
</file>