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n-aş avea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Domnul mângâiere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49788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n-aş avea în Domnul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Aici, în valea umbrei morţii reci,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Lui de nu mi-ar da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N-ar fi scăpare-n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49788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noaptea lumii, fără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Plângând, zadarnic tot aş căuta,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n-aş găsi iubire-aşa deplină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e iubirea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Cântarea mea spre Tine se înalţă,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m-ai născut 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fiu al Tău, Tu m-ai primit acasă,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 un nou veşmânt.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49788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Legea Ta ascult cu voioşie,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ce ochii mei Te vor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voi fi cu Tine pe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bucuria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1660</TotalTime>
  <Words>142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384</cp:revision>
  <dcterms:created xsi:type="dcterms:W3CDTF">2013-10-07T13:04:08Z</dcterms:created>
  <dcterms:modified xsi:type="dcterms:W3CDTF">2013-12-10T07:38:47Z</dcterms:modified>
  <cp:contentStatus>test</cp:contentStatus>
</cp:coreProperties>
</file>