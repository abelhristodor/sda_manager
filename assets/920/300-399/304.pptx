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vrei să fii biruitor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vrei să fii biruitor,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luptă ai de dus: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Te-nscrie azi ca luptător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oastea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lupta nu e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stai de partea Sa.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Înalţă demn şi curajos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orice-ar fi să treci luptând,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Priveşte la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fie spadă-al Său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steag victorios!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Lovit şi chiar căzut,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te dai bătut!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Duşmani pot fi oricât de mulţi,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poţi să-i înfrunţi!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Hrăneşte-ţi sufletul în zori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psalmi şi rugăciuni!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Păşeşte-n front, încrezător,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îngerii cei buni!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să-l învingi,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Ispita s-o respingi,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când lupta s-o sfârşi,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vei primi!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1654</TotalTime>
  <Words>147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381</cp:revision>
  <dcterms:created xsi:type="dcterms:W3CDTF">2013-10-07T13:04:08Z</dcterms:created>
  <dcterms:modified xsi:type="dcterms:W3CDTF">2013-12-10T07:36:59Z</dcterms:modified>
  <cp:contentStatus>test</cp:contentStatus>
</cp:coreProperties>
</file>