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Cum doreşte cerbul apa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312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449788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Cum doreşte cerbul apa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izvor răcoritor,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Astfel, sufletu-mi tânjeşte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său Mântuitor.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aripi de rugăciuni,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adâncuri de genuni,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înalţă către stele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Visul mântuirii mele.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49788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Lacrimi multe şi suspine,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 hrana ce-o primesc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mă-ntreabă hulitorii: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„Unde-i Tatăl tău ceresc?”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Suferind ocara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Locaşul Tău mi-e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înalţ, printre suspine,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Ţie, slavă Ţie!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449788"/>
            <a:ext cx="7772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Suflete, de ce te tulburi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gemi înăuntrul meu?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Pune-ţi dar nădejdea toată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Doar în viul Dumnezeu!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mântuirea ta;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Iarăşi Îl vei lăuda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Îşi va-ndrepta spre tine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Faţa Lui, să te lumine!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1680</TotalTime>
  <Words>141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390</cp:revision>
  <dcterms:created xsi:type="dcterms:W3CDTF">2013-10-07T13:04:08Z</dcterms:created>
  <dcterms:modified xsi:type="dcterms:W3CDTF">2013-12-10T07:51:28Z</dcterms:modified>
  <cp:contentStatus>test</cp:contentStatus>
</cp:coreProperties>
</file>