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Iubitul meu Mântuitor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meu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 ruga mea: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Coboară astăzi, Te implor,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umple-mi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7255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 cu glasul Tău cel blând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sufletu-mi deschis,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faci din el un templu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ai promis!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inima ce mi-o cunoşti,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tron eu Ţi-am păstrat,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care Tu să stăpâneşti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singur Împărat.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417255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suflet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port un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tainic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S-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ajung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fiu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-al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Mântuitor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veci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eu.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2035</TotalTime>
  <Words>126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447</cp:revision>
  <dcterms:created xsi:type="dcterms:W3CDTF">2013-10-07T13:04:08Z</dcterms:created>
  <dcterms:modified xsi:type="dcterms:W3CDTF">2013-12-10T09:28:00Z</dcterms:modified>
  <cp:contentStatus>test</cp:contentStatus>
</cp:coreProperties>
</file>