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Cine-</a:t>
            </a:r>
            <a:r>
              <a:rPr lang="en-U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en-U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n-U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gata</a:t>
            </a:r>
            <a:r>
              <a:rPr lang="en-U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?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965"/>
            <a:ext cx="77724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Cine-i gata să-şi deschidă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Sufletul spre cel lipsit?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Cine-i gata să ajute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Celui slab şi obosit?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lumină, ajutor,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Bucurie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965"/>
            <a:ext cx="7772400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Dumnezeu, cu braţu-I tare,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ajută orişicând,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deci binecuvântare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Celui gol, celui flămând!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lumină, ajutor,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Bucurie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965"/>
            <a:ext cx="7772400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făgăduieşte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Fericire celui drept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Care-mparte pâinea vieţii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se poartă înţelept!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lumină, ajutor,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Bucurie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2227</TotalTime>
  <Words>105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492</cp:revision>
  <dcterms:created xsi:type="dcterms:W3CDTF">2013-10-07T13:04:08Z</dcterms:created>
  <dcterms:modified xsi:type="dcterms:W3CDTF">2013-12-10T10:55:25Z</dcterms:modified>
  <cp:contentStatus>test</cp:contentStatus>
</cp:coreProperties>
</file>