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Fapta bună e-o comoară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7965"/>
            <a:ext cx="7315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Fapta bună e-o comoară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iubire, ea pogoară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ei te înconjoară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dă avânt.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7965"/>
            <a:ext cx="7315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Ea întruna face bine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întreabă pentru cine,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dă ’napoi,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N-are gânduri pentru sine,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perne moi.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7965"/>
            <a:ext cx="7315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balsam în grea durere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pierdut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izvor de mângâiere,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căzut;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Fapta bună dă putere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abătut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5720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nu ştii, cu drag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te-nvaţă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Ştie să te mustre-n faţă,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rept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dar iubitor…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Ştie să aducă-n viaţă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tuturor.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7965"/>
            <a:ext cx="7315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Fericirea ta, creştine,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vorbă-n 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facerea de bine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ntr-un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spirit sfânt;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Fapta bună să-ţi lumine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iaţa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2204</TotalTime>
  <Words>186</Words>
  <Application>Microsoft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490</cp:revision>
  <dcterms:created xsi:type="dcterms:W3CDTF">2013-10-07T13:04:08Z</dcterms:created>
  <dcterms:modified xsi:type="dcterms:W3CDTF">2013-12-10T10:54:51Z</dcterms:modified>
  <cp:contentStatus>test</cp:contentStatus>
</cp:coreProperties>
</file>