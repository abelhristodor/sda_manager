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Eu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vreau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pe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b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iubirea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Sa</a:t>
            </a:r>
            <a:endParaRPr lang="es-E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vreau pe Isus şi iubirea Sa,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Decât bogăţii şi onoruri lumeşti,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Statornic în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har,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vreau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să-I pot urma,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S-adun doar cu El bogăţii cereşti.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folos să am un întins regat?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Fără Domnul sunt sărac!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vreau pe Isus, bogăţia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Să-mi inunde inima.</a:t>
            </a:r>
            <a:endParaRPr lang="pt-BR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103632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Te las, blestemat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bătrân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pământ,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tot ce mi-ai dat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mult prea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mult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                               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m-a-nşelat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Decât amăgire şi goană-n vânt,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vreau pe Isus şi voi fi bogat!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folos să am un întins regat?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Fără Domnul sunt sărac!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vreau pe Isus, bogăţia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Să-mi inunde inima.</a:t>
            </a:r>
            <a:endParaRPr lang="pt-BR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Tine Te-aleg, bucuria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Tine Te chem, vreau aproape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să-mi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Isuse, eşti tot ce-aş putea visa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cel mai frumos dintre mii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mii.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folos să am un întins regat?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Fără Domnul sunt sărac!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vreau pe Isus, bogăţia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Să-mi inunde inima.</a:t>
            </a:r>
            <a:endParaRPr lang="pt-BR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2141</TotalTime>
  <Words>204</Words>
  <Application>Microsoft PowerPoint</Application>
  <PresentationFormat>On-screen Show (4:3)</PresentationFormat>
  <Paragraphs>37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478</cp:revision>
  <dcterms:created xsi:type="dcterms:W3CDTF">2013-10-07T13:04:08Z</dcterms:created>
  <dcterms:modified xsi:type="dcterms:W3CDTF">2013-12-10T10:19:16Z</dcterms:modified>
  <cp:contentStatus>test</cp:contentStatus>
</cp:coreProperties>
</file>