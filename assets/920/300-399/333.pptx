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Domnul Hristos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05348"/>
            <a:ext cx="8153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Hristos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pleacă spre noi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este-ajutor şi scut în nevoi,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neguri de-am trece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de-am muri,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ni-e Dumnezeul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vom pieri!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vin încercări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 bucurii,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Rămânem cu El,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hiar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lacrimi de-or fi!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Domnul ne-ntoarcem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Ne-ncredem în El,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B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nostru Păstor!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Rămânem în El,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când, ca vrăjmaşi,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L-am răstignit;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Slăvit fie Domnul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popor!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viaţă bogată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De-aceea-ndrăzniţi,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uptaţi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cedaţi,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orice-ar veni,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strigaţi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 în stare s-ajute-n nevoi,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făgăduieşte: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„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veci sunt cu voi!”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1927</TotalTime>
  <Words>177</Words>
  <Application>Microsoft PowerPoint</Application>
  <PresentationFormat>On-screen Show (4:3)</PresentationFormat>
  <Paragraphs>41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429</cp:revision>
  <dcterms:created xsi:type="dcterms:W3CDTF">2013-10-07T13:04:08Z</dcterms:created>
  <dcterms:modified xsi:type="dcterms:W3CDTF">2013-12-10T08:52:14Z</dcterms:modified>
  <cp:contentStatus>test</cp:contentStatus>
</cp:coreProperties>
</file>