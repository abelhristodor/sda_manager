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Aripi dă-mi, Isus iubit!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Aripi dă-mi, Isus iubit,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tronul Tău să zbor…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Ape mari m-au copleşit,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am alt sprijinitor!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ascund la dreapta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Cu-ndurare să mă 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va înceta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Valul ultimei urgii!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cunosc alt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apărarea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Mângâierea-n orice greu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sub aripa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 Tu să nu mă laşi,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La-ndemâna celui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Într-o lume de vrăjmaşi,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Fără ajutorul Tău!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405348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Dreapta Ta mă va ’nălţa,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mai mult decât aştept…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sunt slab ’naintea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sfânt, şi bun, şi drept!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neprihănirea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Sufletul să-mi înfloreşti,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să cânt cu gura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Faptele-Ţi dumnezeieşti!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1888</TotalTime>
  <Words>152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418</cp:revision>
  <dcterms:created xsi:type="dcterms:W3CDTF">2013-10-07T13:04:08Z</dcterms:created>
  <dcterms:modified xsi:type="dcterms:W3CDTF">2013-12-10T08:32:07Z</dcterms:modified>
  <cp:contentStatus>test</cp:contentStatus>
</cp:coreProperties>
</file>