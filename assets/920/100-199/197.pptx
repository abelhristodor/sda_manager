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Cine pe Isus primeşte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197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000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 pe Isus primeşte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Mântuirea a găsit,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se ’nalţă şi rodeşte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Fericit, pân’ la sfârşit.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000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Cine-n apă se botează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credinţă a-nviat,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 Domnul Îl urmează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e mort pentru 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000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Înspre cer a sa privire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păstrează credincios,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mărire la mărire,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păşi victorios.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000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a vieţii cale strâmtă,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Mâna Domnului 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iubire îl ajută,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Îl conduce bucuros.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000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în suflet are pace,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Binecuvântări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 acel ce face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Legământul cu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1011</TotalTime>
  <Words>130</Words>
  <Application>Microsoft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245</cp:revision>
  <dcterms:created xsi:type="dcterms:W3CDTF">2013-10-07T13:04:08Z</dcterms:created>
  <dcterms:modified xsi:type="dcterms:W3CDTF">2013-12-09T09:20:05Z</dcterms:modified>
  <cp:contentStatus>test</cp:contentStatus>
</cp:coreProperties>
</file>