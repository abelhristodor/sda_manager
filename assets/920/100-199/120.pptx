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Spune-mi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povestea iubirii!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120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-213950"/>
            <a:ext cx="7924800" cy="6632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Spune-mi povestea iubirii,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Scrie-o pe inima mea,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Până ce zorii slujirii,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Tot ascultând, m-or afla…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Fără de fast şi onoruri,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Inimă, iesle şi stea,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Cântă cu îngerii-n coruri,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Tandru şi sfânt osana!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Spune-mi povestea iubirii,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Scrie-o pe inima mea,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Până ce zorii slujirii,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Tot ascultând, m-or afla…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-137750"/>
            <a:ext cx="7924800" cy="6632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Spune-mi cum El, Împăratul,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Trece pustiu arzător,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Singur purtând tot păcatul,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 pot fi biruitor.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Spune-mi cum Domnul, în toate,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Plin de iubire-a lucrat,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Până trăi-voi în fapte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Pilda ce-o am de urmat…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Spune-mi cum El, Împăratul,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Trece pustiu arzător,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Singur purtând tot păcatul,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 pot fi biruitor.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-137750"/>
            <a:ext cx="7924800" cy="6632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Spune-mi de jertfa pe cruce,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Spune-mi cum El a-nviat, 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Pân’ oi simţi că-mi aduce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Pace în suflet iertat…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Spune-mi povestea iubirii,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Nu te opri chiar de plâng!…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Vreau de pe drumul sfinţirii 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Floare de cântec să-i strâng…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Spune-mi de jertfa pe cruce,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Spune-mi cum El a-nviat,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Pân’ oi simţi că-mi aduce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Pace în suflet iertat…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120/920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629</TotalTime>
  <Words>156</Words>
  <Application>Microsoft PowerPoint</Application>
  <PresentationFormat>On-screen Show (4:3)</PresentationFormat>
  <Paragraphs>44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151</cp:revision>
  <dcterms:created xsi:type="dcterms:W3CDTF">2013-10-07T13:04:08Z</dcterms:created>
  <dcterms:modified xsi:type="dcterms:W3CDTF">2013-12-03T10:57:06Z</dcterms:modified>
</cp:coreProperties>
</file>