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8" r:id="rId3"/>
    <p:sldId id="269" r:id="rId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Glas de cer însângerat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117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493455"/>
            <a:ext cx="7467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Glas de cer însângerat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Strigă la răscruce,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Drumul marilor dureri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Până unde duce?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Până unde va urca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vina noastră grea?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Până-n moarte, jertfa Sa,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Moarte sus pe cruce.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117/920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493455"/>
            <a:ext cx="7467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Plin, paharul prea amar,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dureri străine,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Chinuri fără de hotar,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Oare pentru cine?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cei ce spini culeg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Chinul Său să fie-ntreg?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Stau sub cruce şi-nţeleg: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Totul pentru mine!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117/920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618</TotalTime>
  <Words>91</Words>
  <Application>Microsoft PowerPoint</Application>
  <PresentationFormat>On-screen Show (4:3)</PresentationFormat>
  <Paragraphs>22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Imnuri noi</vt:lpstr>
      <vt:lpstr>Slide 1</vt:lpstr>
      <vt:lpstr>Slide 2</vt:lpstr>
      <vt:lpstr>Slide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148</cp:revision>
  <dcterms:created xsi:type="dcterms:W3CDTF">2013-10-07T13:04:08Z</dcterms:created>
  <dcterms:modified xsi:type="dcterms:W3CDTF">2013-12-03T10:52:42Z</dcterms:modified>
</cp:coreProperties>
</file>