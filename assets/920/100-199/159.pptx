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mari biruinţe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 cheamă Scriptura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525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mari biruinţe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cheamă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Scriptura,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Aprindem, prin har,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ocul ei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ştim că iubirea-i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tare decât ura,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Învingem cu Hristos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prin al Său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oamenii umblă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calea cea largă,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moarte purtaţi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plăcerilor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strângem în suflet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Scriptura noastră dragă;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Învingem cu Hristos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prin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vrem ca oricine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ştie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pierde,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Călcând legământul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mare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 de-acela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Domnul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încrede!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Învingem cu Hristos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prin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porţile cerului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râmbiţi răsună!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’Nainte, prin spinii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cestui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ştim că ne-aşteaptă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patrie mai 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Învingem cu Hristos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prin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883</TotalTime>
  <Words>153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208</cp:revision>
  <dcterms:created xsi:type="dcterms:W3CDTF">2013-10-07T13:04:08Z</dcterms:created>
  <dcterms:modified xsi:type="dcterms:W3CDTF">2013-12-09T08:38:00Z</dcterms:modified>
  <cp:contentStatus>test</cp:contentStatus>
</cp:coreProperties>
</file>