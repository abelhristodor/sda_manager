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8" r:id="rId3"/>
    <p:sldId id="269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frunte-nsângerată!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115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493455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>
              <a:buAutoNum type="arabicPeriod"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frunte-nsângerată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chinuri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preţ!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frunte-ncununată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spini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dispreţ!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frunte, altădată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căldată-n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foc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eşti întunecată,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Te preţuiesc!…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93455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Nespusa Ta durere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-apasă astăzi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greu!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Că multe Tu-ndurat-ai, </a:t>
            </a:r>
            <a:b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vină-s numai eu!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Îndură-Te de mine,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, nu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Te depărta!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Îndură-Te şi-mparte-mi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ilostivirea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Ta!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617</TotalTime>
  <Words>61</Words>
  <Application>Microsoft PowerPoint</Application>
  <PresentationFormat>On-screen Show (4:3)</PresentationFormat>
  <Paragraphs>20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147</cp:revision>
  <dcterms:created xsi:type="dcterms:W3CDTF">2013-10-07T13:04:08Z</dcterms:created>
  <dcterms:modified xsi:type="dcterms:W3CDTF">2013-12-03T10:49:32Z</dcterms:modified>
</cp:coreProperties>
</file>