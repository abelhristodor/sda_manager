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’Naintea Ta, Isus iubit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’Naintea Ta, Isus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 azi încrezător,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de-aceea Te-ai jertfit,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fii Mântuitor!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dulce-i să ştii că stă scris: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„Sunt gata să Te-ajut!”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bucurii din Paradis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Mi-ai dat când Ţi-am cerut…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altceva nimic n-aduc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o vină grea…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unde, încotro s-apuc?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 doar în mila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mine nu-i nimica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ce-am făcut e rău;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Nădejdea toată însă-o pun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ajutorul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Gol, nimeni n-a venit ’napoi,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câţi Te-au căutat,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Tu, pe toţi, din mari nevoi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I-ai scos când Te-au rugat!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 dar acum şi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lacrimi strig şi sper: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„Ah, mântuie sufletul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lăsa să pier!”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974</TotalTime>
  <Words>164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227</cp:revision>
  <dcterms:created xsi:type="dcterms:W3CDTF">2013-10-07T13:04:08Z</dcterms:created>
  <dcterms:modified xsi:type="dcterms:W3CDTF">2013-12-09T08:58:07Z</dcterms:modified>
  <cp:contentStatus>test</cp:contentStatus>
</cp:coreProperties>
</file>