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 mă trece cu vederea!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183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mă trece cu vederea,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Isus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Cel ce scapi de moarte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păcătos.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Pleacă-Ţi faţa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trece cu vederea,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lepăda!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Vina mea, la tronul milei,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Ţi-o mărturisesc,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genunchi plecat în rugă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să-mi găsesc!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Pleacă-Ţi faţa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trece cu vederea,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lepăda!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întreaga mea povară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 la crucea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puterea milei Tale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Pun speranţa mea!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Pleacă-Ţi faţa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trece cu vederea,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lepăda!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 izvor al mângâierii,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Sânge preţios,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Spală-mi tot ce nu-i pe voia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Isus Hristos!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Pleacă-Ţi faţa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trece cu vederea,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lepăda!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977</TotalTime>
  <Words>189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231</cp:revision>
  <dcterms:created xsi:type="dcterms:W3CDTF">2013-10-07T13:04:08Z</dcterms:created>
  <dcterms:modified xsi:type="dcterms:W3CDTF">2013-12-09T09:02:31Z</dcterms:modified>
  <cp:contentStatus>test</cp:contentStatus>
</cp:coreProperties>
</file>