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Al rugăciunii timp frumos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189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 rugăciunii timp frumos,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cât îmi e de drag!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Atunci m-apropii de Hristos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Pe-al veşniciei prag.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frumos, cu glas divin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zice: „Iată vin!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Ruga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vreau s-ascult,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aici ca să-ţi ajut!”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Oricât de greu e-al vieţii mers,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mă v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-ajuta,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har, păcatul mi l-a şters,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Murind pe Golgota.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frumos, cu glas divin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zice: „Iată vin!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Ruga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vreau s-ascult,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aici ca să-ţi ajut!”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cât de mult mă-nveselesc,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Rugându-mă voios,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inima mi-o primenesc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slava lui Hristos!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frumos, cu glas divin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zice: „Iată vin!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Ruga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vreau s-ascult,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aici ca să-ţi ajut!”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992</TotalTime>
  <Words>174</Words>
  <Application>Microsoft PowerPoint</Application>
  <PresentationFormat>On-screen Show (4:3)</PresentationFormat>
  <Paragraphs>36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239</cp:revision>
  <dcterms:created xsi:type="dcterms:W3CDTF">2013-10-07T13:04:08Z</dcterms:created>
  <dcterms:modified xsi:type="dcterms:W3CDTF">2013-12-09T09:12:38Z</dcterms:modified>
  <cp:contentStatus>test</cp:contentStatus>
</cp:coreProperties>
</file>