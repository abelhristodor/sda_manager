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8" r:id="rId3"/>
    <p:sldId id="270" r:id="rId4"/>
    <p:sldId id="269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Daţi-ne-n mână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Biblia cea sfântă!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151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Daţi-ne-n mână Biblia cea sfântă,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Ea ne mângâie în orice nevoi,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Nimeni nu poate stinge-a ei lumină,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când Isus murit-a pentru noi!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Daţi-mi lumina din Scriptura Sfântă,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Daţi-ne al ei vers melodios,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Legea, Profeţii şi-ntreaga Scriptură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tot ce ne-a rămas de la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Daţi-ne-n mână Biblia cea sfântă,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care Domnul ne-a făgăduit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El va stinge tot ce ne frământă,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ce-amărăşte-un suflet obidit!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Daţi-mi lumina din Scriptura Sfântă,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Daţi-ne al ei vers melodios,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Legea, Profeţii şi-ntreaga Scriptură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tot ce ne-a rămas de la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Daţi-mi Scriptura, ea ne protejează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Contra vrăjmaşului înverşunat,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 în versu-i adevăr tronează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Şi-o Lege ce nicicând nu s-a schimbat!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Daţi-mi lumina din Scriptura Sfântă,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Daţi-ne al ei vers melodios,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Legea, Profeţii şi-ntreaga Scriptură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tot ce ne-a rămas de la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Daţi-mi Scriptura, călăuza vieţii,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Ea ne conduce la oraşul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Ea ne susţine flacăra credinţei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pe Isus Îl vom vedea curând!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Daţi-mi lumina din Scriptura Sfântă,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Daţi-ne al ei vers melodios,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Legea, Profeţii şi-ntreaga Scriptură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tot ce ne-a rămas de la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856</TotalTime>
  <Words>242</Words>
  <Application>Microsoft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195</cp:revision>
  <dcterms:created xsi:type="dcterms:W3CDTF">2013-10-07T13:04:08Z</dcterms:created>
  <dcterms:modified xsi:type="dcterms:W3CDTF">2013-12-09T08:27:01Z</dcterms:modified>
  <cp:contentStatus>test</cp:contentStatus>
</cp:coreProperties>
</file>