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8" r:id="rId3"/>
    <p:sldId id="269" r:id="rId4"/>
    <p:sldId id="270" r:id="rId5"/>
    <p:sldId id="271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12/3/2013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12/3/2013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Să răsune lumea toată!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132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87489"/>
            <a:ext cx="78486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răsune lumea toată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un cântec luminos: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Moartea e pe veci curmată,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A-nviat Isus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Preamărit şi maiestuos!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87489"/>
            <a:ext cx="78486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N-a putut nimic să-L ţină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mormântu-ntunecat!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Plin de viaţă şi lumină,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nostru a-nviat,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mărire îmbrăcat!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87489"/>
            <a:ext cx="78486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A-nviat spre-a da putere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Celui slab, nenorocit,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Să-mplinească-ntreaga vrere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Părintelui iubit: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Planul Său desăvârşit!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87489"/>
            <a:ext cx="78486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Osanale, osanale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înalţe-ai Săi copii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Celui ce-a deschis o cale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Către sfinte bucurii,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Către cer şi veşnicii.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734</TotalTime>
  <Words>121</Words>
  <Application>Microsoft PowerPoint</Application>
  <PresentationFormat>On-screen Show (4:3)</PresentationFormat>
  <Paragraphs>35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170</cp:revision>
  <dcterms:created xsi:type="dcterms:W3CDTF">2013-10-07T13:04:08Z</dcterms:created>
  <dcterms:modified xsi:type="dcterms:W3CDTF">2013-12-03T11:14:41Z</dcterms:modified>
  <cp:contentStatus>test</cp:contentStatus>
</cp:coreProperties>
</file>