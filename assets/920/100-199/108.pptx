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Nişte şoapte într-o noapte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Nişte şoapte, într-o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venit la Betleem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spună veste 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 că avem;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se-arate cu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coboare din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minune s-a făcut: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Pruncul vieţii S-a născut…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Raze scaldă ieslea caldă,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face-n ea popas…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sfântă, îngeri cântă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păstorii într-un glas: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„Sus în ceruri preamărire,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oameni învoire!”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aude-aşa frumos: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„S-a născut Isus Hristos!”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cine zări senine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Poartă-n ceruri au deschis,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vină, din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ce-a fost din vremi prezis?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slavei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slavei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 să avem,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în Betleem.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567</TotalTime>
  <Words>146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136</cp:revision>
  <dcterms:created xsi:type="dcterms:W3CDTF">2013-10-07T13:04:08Z</dcterms:created>
  <dcterms:modified xsi:type="dcterms:W3CDTF">2014-01-21T12:35:13Z</dcterms:modified>
</cp:coreProperties>
</file>