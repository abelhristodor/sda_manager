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ce veste minunată!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110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93455"/>
            <a:ext cx="7239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veste minunată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Betleem ni se-arată: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(:Astăzi S-a născut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făr’ de-nceput,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au scris prorocii!:)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93455"/>
            <a:ext cx="7239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 la Betleem, Maria,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Săvârşind călătoria,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(:Într-un mic sălaş,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Lângă-acel oraş,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născut pe Mesia!:)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93455"/>
            <a:ext cx="7239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Mesia, Cel din vecie,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mi-L dete mie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(:Să Se nască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crească,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mântuiască!:)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577</TotalTime>
  <Words>94</Words>
  <Application>Microsoft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138</cp:revision>
  <dcterms:created xsi:type="dcterms:W3CDTF">2013-10-07T13:04:08Z</dcterms:created>
  <dcterms:modified xsi:type="dcterms:W3CDTF">2014-01-21T12:38:15Z</dcterms:modified>
</cp:coreProperties>
</file>