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Prin rugă totul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se-mplineşte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194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Prin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se-mplineşte,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e nobil pe pământ!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ea de-a pururi izvorăşte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Lumina Duhului Său Sfânt.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mamele închină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Copilul lor lui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Dorind ca binele să vină,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prunc să-l apere de rău.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rugă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tânăru-şi îndreaptă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Privirea către ceruri, 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unde el cu dor aşteaptă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Semnul iubirii lui Isus.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biruit-a Domnul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lume plină de păcat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 îndreptat-o către tronul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Lui Dumnezeu cel adorat.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90600" y="381000"/>
            <a:ext cx="81534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Apostolii, porniţi în lume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împlinească lucrul lor,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Unindu-se în rugăciune,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Au fost lumină tuturor.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rugă afli vindecare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răni grozave şi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Deci roagă-te fără-ncetare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Şi-astfel vei fi pe veci salvat.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194/920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1014</TotalTime>
  <Words>148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244</cp:revision>
  <dcterms:created xsi:type="dcterms:W3CDTF">2013-10-07T13:04:08Z</dcterms:created>
  <dcterms:modified xsi:type="dcterms:W3CDTF">2013-12-09T09:17:38Z</dcterms:modified>
  <cp:contentStatus>test</cp:contentStatus>
</cp:coreProperties>
</file>