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68" r:id="rId3"/>
    <p:sldId id="269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3" d="100"/>
          <a:sy n="93" d="100"/>
        </p:scale>
        <p:origin x="-4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12/3/2013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Vrednic eşti, Doamne!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133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-228600"/>
            <a:ext cx="8153400" cy="6801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Tu ne eşti Mielul cel blând,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Toată mărirea,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Toată iubirea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Ţie pe-ntregul pământ!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Tu ai trecut singur </a:t>
            </a:r>
            <a:b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3500" dirty="0" smtClean="0">
                <a:solidFill>
                  <a:schemeClr val="bg1"/>
                </a:solidFill>
                <a:latin typeface="Georgia" pitchFamily="18" charset="0"/>
              </a:rPr>
              <a:t>T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eascul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durerii,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moartea pe moarte călcând!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Să-Ţi cânte întregul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752600" y="-228600"/>
            <a:ext cx="8153400" cy="60939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Leul din Iuda, Cel Sfânt;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Toată mărirea,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Toată iubirea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Ţie pe-ntregul pământ!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Căci Tu ai învins întunericul morţii,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Cu viaţă la viaţă ieşind!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Vrednic eşti, Doamne,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Să-Ţi cânte întregul pământ!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133/920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738</TotalTime>
  <Words>107</Words>
  <Application>Microsoft PowerPoint</Application>
  <PresentationFormat>On-screen Show (4:3)</PresentationFormat>
  <Paragraphs>31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171</cp:revision>
  <dcterms:created xsi:type="dcterms:W3CDTF">2013-10-07T13:04:08Z</dcterms:created>
  <dcterms:modified xsi:type="dcterms:W3CDTF">2013-12-03T11:15:22Z</dcterms:modified>
  <cp:contentStatus>test</cp:contentStatus>
</cp:coreProperties>
</file>