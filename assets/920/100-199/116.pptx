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 cruce voi rămâne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116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93455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 voi rămâne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i-n sângele-Ţi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vărsat,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voi spăla, Isuse,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eşmântul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razele iubirii,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urtate-n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împleti-n vecie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oroane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93455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iubire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nimeni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preţul jertfei Tale,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Isuse-am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cunoscut…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cruce voi rămâne,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imit de-atâta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mine să pătrundă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emărginitu-Ţi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619</TotalTime>
  <Words>89</Words>
  <Application>Microsoft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148</cp:revision>
  <dcterms:created xsi:type="dcterms:W3CDTF">2013-10-07T13:04:08Z</dcterms:created>
  <dcterms:modified xsi:type="dcterms:W3CDTF">2013-12-03T10:52:12Z</dcterms:modified>
</cp:coreProperties>
</file>