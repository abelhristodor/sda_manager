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8" r:id="rId3"/>
    <p:sldId id="269" r:id="rId4"/>
    <p:sldId id="270" r:id="rId5"/>
    <p:sldId id="27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Spirit Sfânt, în noi aşază!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146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417255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Spirit Sfânt, în noi aşază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Adevărul lui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 ne-o ţine trează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al vieţii drum spinos!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417255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Spirit Sfânt, a Ta putere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Dă-ne-o astăzi, Te rugăm,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Ca-n Hristos şi-a Sa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Tatălui să ne-nchinăm!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417255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Spirit Sfânt, a noastră viaţă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Înnoieşte-o pe altar,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-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mereu povaţă,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Dă-ne din cerescul har!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417255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Spirit Sfânt, în noi coboară,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Vrem să ne sfinţim mereu!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 e Tatăl, sfânt e Fiul,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 e Unul,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829</TotalTime>
  <Words>129</Words>
  <Application>Microsoft PowerPoint</Application>
  <PresentationFormat>On-screen Show (4:3)</PresentationFormat>
  <Paragraphs>31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188</cp:revision>
  <dcterms:created xsi:type="dcterms:W3CDTF">2013-10-07T13:04:08Z</dcterms:created>
  <dcterms:modified xsi:type="dcterms:W3CDTF">2013-12-03T11:43:55Z</dcterms:modified>
  <cp:contentStatus>test</cp:contentStatus>
</cp:coreProperties>
</file>