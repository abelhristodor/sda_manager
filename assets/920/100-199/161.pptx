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57" r:id="rId2"/>
    <p:sldId id="268" r:id="rId3"/>
    <p:sldId id="269" r:id="rId4"/>
    <p:sldId id="270" r:id="rId5"/>
    <p:sldId id="271" r:id="rId6"/>
    <p:sldId id="272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Atâta har!…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161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381000"/>
            <a:ext cx="8305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Atâta har, ce minunat!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Azi pot să fiu salvat!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Am fost pierdut, nenorocit,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Domnul m-a iubit!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161/920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381000"/>
            <a:ext cx="8382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Salvat prin harul lui Hristos,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Aşa un păcătos!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De-acum, pe veci, în Dumnezeu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Mi-am pus tot dorul meu!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161/920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381000"/>
            <a:ext cx="8382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 altă viaţă mi-a promis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am un drum deschis;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dragoste Îl voi urma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Cât viaţă voi avea!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161/920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381000"/>
            <a:ext cx="8382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Ispite-n cale de-ar veni,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Primejdii mii şi mii,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Eu lupt şi ştiu că nu-n zadar,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am belşug de har!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161/920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381000"/>
            <a:ext cx="8382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5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Iar când voi fi în slava Lui,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Cum alta-n lume nu-i,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Atunci cânta-voi iar şi iar,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Uimit de-atâta har!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161/920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876</TotalTime>
  <Words>150</Words>
  <Application>Microsoft PowerPoint</Application>
  <PresentationFormat>On-screen Show (4:3)</PresentationFormat>
  <Paragraphs>33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Imnuri noi</vt:lpstr>
      <vt:lpstr>Slide 1</vt:lpstr>
      <vt:lpstr>Slide 2</vt:lpstr>
      <vt:lpstr>Slide 3</vt:lpstr>
      <vt:lpstr>Slide 4</vt:lpstr>
      <vt:lpstr>Slide 5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206</cp:revision>
  <dcterms:created xsi:type="dcterms:W3CDTF">2013-10-07T13:04:08Z</dcterms:created>
  <dcterms:modified xsi:type="dcterms:W3CDTF">2013-12-09T08:39:32Z</dcterms:modified>
  <cp:contentStatus>test</cp:contentStatus>
</cp:coreProperties>
</file>