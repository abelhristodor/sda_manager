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Ceas de rugăciune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133600" y="381000"/>
            <a:ext cx="7010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Ceas de rugăciune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Iarăşi a venit!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apune,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Totu-i liniştit…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133600" y="381000"/>
            <a:ext cx="7010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Seara lin coboară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patul meu…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mă-nconjoară,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cu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133600" y="381000"/>
            <a:ext cx="7010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Inima mi-e plină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 se-nsenină,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Ceru-i luminos.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133600" y="381000"/>
            <a:ext cx="7010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mult îmi place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n-am griji defel!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adorm în pace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 mă-ncred în El.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995</TotalTime>
  <Words>92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238</cp:revision>
  <dcterms:created xsi:type="dcterms:W3CDTF">2013-10-07T13:04:08Z</dcterms:created>
  <dcterms:modified xsi:type="dcterms:W3CDTF">2013-12-09T09:13:05Z</dcterms:modified>
  <cp:contentStatus>test</cp:contentStatus>
</cp:coreProperties>
</file>