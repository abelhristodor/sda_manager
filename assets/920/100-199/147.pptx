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68" r:id="rId3"/>
    <p:sldId id="269" r:id="rId4"/>
    <p:sldId id="270" r:id="rId5"/>
    <p:sldId id="271" r:id="rId6"/>
    <p:sldId id="272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12/3/2013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12/3/2013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Spirit Sfânt, ce dai putere!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147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417255"/>
            <a:ext cx="7772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Spirit Sfânt, ce dai putere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S-ascultăm de Dumnezeu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de orişice cădere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fereşti cu glasul Tău,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Spirit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Sfânt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altădată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Ai condus regi şi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profeţi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 apostolilor ceată,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pe noi azi să ne-nveţi!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147/920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" y="381001"/>
            <a:ext cx="8991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 lui Avraam credinţă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Dă-ne-o, Tu, şi nouă azi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ne-ajute-n suferinţă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în orişice necaz;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Ca-n puterea şi-al Tău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fim gata, bucuros,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ce-avem mai scump pe lume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jertfim pentru Hristos!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147/920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417255"/>
            <a:ext cx="7772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Dă-ne zelul lui Ilie,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azi lumea mult mai rău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Zace în idolatrie,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Părăsind pe Dumnezeu!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noi nu vrem a ne-abate,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Nici de ochii lumii chiar,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Şi, în ciuda oarbei gloate,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jertfim pe-al lor altar!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147/920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417255"/>
            <a:ext cx="7772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Spirit Sfânt de mângâiere,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cu blându-Ţi glas ne chemi,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Dă-ne Tu şi azi putere,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apostolilor din vremi,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vestim credinţa dreaptă,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Ne-nfricaţi şi plini de har,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Şi, când ruguri ne aşteaptă,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Noi să stăm în Domnul tari!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147/920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417255"/>
            <a:ext cx="7772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Spirit Sfânt, din nou adie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Peste noi suflarea 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Şi, prin ploaia cea târzie,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Fă-ne gata de-a lupta!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Cruntă-i lupta, tare-i cruntă,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o vezi, te iau fiori,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pe noi nu ne-nspăimântă,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vom fi biruitori!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147/920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831</TotalTime>
  <Words>266</Words>
  <Application>Microsoft PowerPoint</Application>
  <PresentationFormat>On-screen Show (4:3)</PresentationFormat>
  <Paragraphs>57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189</cp:revision>
  <dcterms:created xsi:type="dcterms:W3CDTF">2013-10-07T13:04:08Z</dcterms:created>
  <dcterms:modified xsi:type="dcterms:W3CDTF">2013-12-03T11:46:44Z</dcterms:modified>
  <cp:contentStatus>test</cp:contentStatus>
</cp:coreProperties>
</file>