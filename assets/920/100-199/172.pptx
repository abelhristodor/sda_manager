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8" r:id="rId3"/>
    <p:sldId id="269" r:id="rId4"/>
    <p:sldId id="270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Mai e har </a:t>
            </a:r>
            <a:b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şi pentru mine?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172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381000"/>
            <a:ext cx="77724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Mai e har şi pentru mine,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atâta-s de căzut?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Simt regret adânc în suflet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Fiindcă mult m-am abătut.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Doamne, spală-mă curat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grozavul meu păcat!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172/920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381000"/>
            <a:ext cx="77724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Da, am meritat pedeapsa,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Moartea chiar e plata mea…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ocara ce m-apasă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Cine mă va libera?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Doamne, spală-mă curat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grozavul meu păcat!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172/920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381000"/>
            <a:ext cx="77724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Cu povara-mi de păcate,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Doamne, nu mă lepăda,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Lasă-mă să vin la Tine,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Numai Tu mă poţi salva!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Doamne, spală-mă curat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grozavul meu păcat!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172/920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941</TotalTime>
  <Words>123</Words>
  <Application>Microsoft PowerPoint</Application>
  <PresentationFormat>On-screen Show (4:3)</PresentationFormat>
  <Paragraphs>30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220</cp:revision>
  <dcterms:created xsi:type="dcterms:W3CDTF">2013-10-07T13:04:08Z</dcterms:created>
  <dcterms:modified xsi:type="dcterms:W3CDTF">2013-12-09T08:49:25Z</dcterms:modified>
  <cp:contentStatus>test</cp:contentStatus>
</cp:coreProperties>
</file>