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8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Cine-nvaţă profeţia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Cine-nvaţă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profeţia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Daniel, Apocalipsa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zgonesc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lipsa.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Haideţi, toţi să-nvăţăm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868</TotalTime>
  <Words>41</Words>
  <Application>Microsoft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202</cp:revision>
  <dcterms:created xsi:type="dcterms:W3CDTF">2013-10-07T13:04:08Z</dcterms:created>
  <dcterms:modified xsi:type="dcterms:W3CDTF">2013-12-03T12:02:16Z</dcterms:modified>
  <cp:contentStatus>test</cp:contentStatus>
</cp:coreProperties>
</file>