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Prunc umil ni S-a născut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Prunc umil ni S-a născut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Într-o iesle!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 am avut,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Bună veste.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Cor de îngeri cântă: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„Bucurie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Mesia!”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Voie bună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Copilul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Cor de îngeri cântă: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„Bucurie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Mesia!”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Mii de îngeri au cântat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lumea L-a aflat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Mesia!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Cor de îngeri cântă: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„Bucurie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Mesia!”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la iesle nu plecăm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Pruncului ne închinăm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toată.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Cor de îngeri cântă: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„Bucurie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Mesia!”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555</TotalTime>
  <Words>147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129</cp:revision>
  <dcterms:created xsi:type="dcterms:W3CDTF">2013-10-07T13:04:08Z</dcterms:created>
  <dcterms:modified xsi:type="dcterms:W3CDTF">2014-01-21T12:23:52Z</dcterms:modified>
</cp:coreProperties>
</file>