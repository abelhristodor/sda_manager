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Oricât aş umbla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prin 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137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17255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Oricât aş umbla prin lume,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 fi tot rătăcitor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sufletu-mi gol ar plânge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Departe de-al vieţii-izvor…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7255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 singură rază vie,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singur izvor de har: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 răstignit pe cruce,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 azi în sanctuar!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17255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Veniţi, încă vă aşteaptă,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la lumina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 este plin de pace,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El ştie a salva!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755</TotalTime>
  <Words>90</Words>
  <Application>Microsoft PowerPoint</Application>
  <PresentationFormat>On-screen Show (4:3)</PresentationFormat>
  <Paragraphs>24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174</cp:revision>
  <dcterms:created xsi:type="dcterms:W3CDTF">2013-10-07T13:04:08Z</dcterms:created>
  <dcterms:modified xsi:type="dcterms:W3CDTF">2013-12-03T11:22:22Z</dcterms:modified>
  <cp:contentStatus>test</cp:contentStatus>
</cp:coreProperties>
</file>