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de rău am fost!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296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de rău am fost şi rătăcit,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Dar, Doamne-n harul Tău m-ai întâlnit,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 speranţă iar şi 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am găsit un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448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groapa morţii reci când am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strigat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cerul părăsind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Tu m-ai aflat,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M-ai strâns la pieptul Tău,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m-ai mângâiat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rana mea cea rea ai vindecat!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vina mea sunt liberat,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 Tău sânge sfânt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sunt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Neprihănirea Ta e haina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Ţesută-n alb curat de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1023</TotalTime>
  <Words>122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249</cp:revision>
  <dcterms:created xsi:type="dcterms:W3CDTF">2013-10-07T13:04:08Z</dcterms:created>
  <dcterms:modified xsi:type="dcterms:W3CDTF">2013-12-09T09:24:43Z</dcterms:modified>
  <cp:contentStatus>test</cp:contentStatus>
</cp:coreProperties>
</file>