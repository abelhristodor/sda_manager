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3" d="100"/>
          <a:sy n="93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De-al Tău Cuvânt sublim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De-al Tău Cuvânt sublim,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mi-e dor: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 şi alerg ca cerbul la izvor!…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mana cerului dă-mi partea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să-mparţi cu mine pâinea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525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Taina din profeţii vreau s-o-nţeleg,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adevărul Tău curat şi-ntreg!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vreau să ştiu tot ce-a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întreg să-l văd acum deschis!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Spiritul Tău cel Sfânt, vindecător,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îmi redea lumina ochilor,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ceaţa lacrimii, să-ntrezăresc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vieţii drum, pe care să păşesc!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Cuvântul Tău astăzi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temelia Lui vreau să zidesc!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Vreau, mântuit prin har de tot ce-i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pace să ador Cuvântul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870</TotalTime>
  <Words>152</Words>
  <Application>Microsoft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202</cp:revision>
  <dcterms:created xsi:type="dcterms:W3CDTF">2013-10-07T13:04:08Z</dcterms:created>
  <dcterms:modified xsi:type="dcterms:W3CDTF">2014-01-28T10:33:29Z</dcterms:modified>
  <cp:contentStatus>test</cp:contentStatus>
</cp:coreProperties>
</file>