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Noapte-adâncă s-a lăsat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106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Noapte-adâncă s-a lăsat,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Viu e cerul, minunat!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Fremătând, o stea răsare,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o dalbă floare…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Steaua ce ne-a răsărit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Domnul mult dorit.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Sus, pe cerul înstelat,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luceafăr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aripi scânteietoare: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să fie oare?…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Grup de îngeri, zeci de 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Soli şi ai luminii fii.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din grupul luminos,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Cor de îngeri, maiestuos,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desprinde o cântare,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Bucurie mare: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Slavă, slavă Celui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Pace, pace pe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564</TotalTime>
  <Words>117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134</cp:revision>
  <dcterms:created xsi:type="dcterms:W3CDTF">2013-10-07T13:04:08Z</dcterms:created>
  <dcterms:modified xsi:type="dcterms:W3CDTF">2014-01-21T12:33:11Z</dcterms:modified>
</cp:coreProperties>
</file>