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7" r:id="rId2"/>
    <p:sldId id="268" r:id="rId3"/>
    <p:sldId id="269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Duh Preasfânt,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dar ceresc!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smtClean="0">
                <a:solidFill>
                  <a:srgbClr val="FFDD4B"/>
                </a:solidFill>
                <a:latin typeface="Georgia" pitchFamily="18" charset="0"/>
              </a:rPr>
              <a:t>Imnul 140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17255"/>
            <a:ext cx="7543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Duh Preasfânt,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dar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Coboară azi la noi;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Alungă tot ce-i pământesc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fă-ne oameni noi!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Trimite pacea Ta de 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inimă şi-n gând,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pacea dulce-a lui Isus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vino, Duh Preasfânt!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17255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Supune eul răzvrătit,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Pornirile fireşti;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marea luptă ce-am pornit,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Salvarea noastră eşti!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soli şi ai luminii fii,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loc întunecos,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fim în lume martori vii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Domnului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788</TotalTime>
  <Words>107</Words>
  <Application>Microsoft PowerPoint</Application>
  <PresentationFormat>On-screen Show (4:3)</PresentationFormat>
  <Paragraphs>26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180</cp:revision>
  <dcterms:created xsi:type="dcterms:W3CDTF">2013-10-07T13:04:08Z</dcterms:created>
  <dcterms:modified xsi:type="dcterms:W3CDTF">2013-12-03T11:35:52Z</dcterms:modified>
  <cp:contentStatus>test</cp:contentStatus>
</cp:coreProperties>
</file>