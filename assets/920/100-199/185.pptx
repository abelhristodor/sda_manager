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sufletul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preaplin de dor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 sufletul preaplin de dor,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plec ’naintea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rog, iubit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Coboară-n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Pierdut în lumea de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Ispite m-au învins,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chipul Tău frumos, curat,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suflet, mi s-a stins.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Tu, Mare-Preot, bun, milos,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Slujeşti în sanctuar,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Chemând pe orice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tronul Tău de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381000"/>
            <a:ext cx="7924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Privind uimit iubirea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jertfa ce-ai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fiu pe veci cu Tine-aş vrea,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Iubitul meu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981</TotalTime>
  <Words>117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234</cp:revision>
  <dcterms:created xsi:type="dcterms:W3CDTF">2013-10-07T13:04:08Z</dcterms:created>
  <dcterms:modified xsi:type="dcterms:W3CDTF">2013-12-09T09:03:57Z</dcterms:modified>
  <cp:contentStatus>test</cp:contentStatus>
</cp:coreProperties>
</file>