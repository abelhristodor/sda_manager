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3" d="100"/>
          <a:sy n="93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Aduc în faţa Ta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38100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Aduc în faţa Ta povara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aş vrea s-aud că sunt eliberat!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iubitul meu ceresc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Dă-mi iar Cuvântul Tău vindecător!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829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Aduc în faţa Ta dureri făr’ de hotar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Şi-aştept să mă mângâi cu pace şi cu har!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iubitul meu divin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rog, sfinţeşte-mi Tu al vieţii zbor!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753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Aduc în faţa Ta tot vasul meu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Crăpat şi întinat de tot ce am făcut!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Isus, iubitul meu milos Salvator,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dai iertarea Ta, ce mult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mi-e dor!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1197</TotalTime>
  <Words>127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231</cp:revision>
  <dcterms:created xsi:type="dcterms:W3CDTF">2013-10-07T13:04:08Z</dcterms:created>
  <dcterms:modified xsi:type="dcterms:W3CDTF">2014-01-28T10:23:30Z</dcterms:modified>
  <cp:contentStatus>test</cp:contentStatus>
</cp:coreProperties>
</file>