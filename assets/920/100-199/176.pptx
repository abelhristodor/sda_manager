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Eram pierdut de Tatăl meu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Eram pierdut de Tatăl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Rătăcit, străin…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de-acum cu tot ce-i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acasă vin!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vin! Iată, 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peregrin;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Deschide-Ţi braţul iubitor!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iată,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Atâţia ani Te-am părăsit,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meu divin!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Amarnic plâng ce-am risipit…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la Tine vin!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vin! Iată, 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peregrin;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Deschide-Ţi braţul iubitor!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iată,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vraja lumii istovit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sătul de chin,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 Cel ce m-a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acasă vin!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vin! Iată, 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peregrin;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Deschide-Ţi braţul iubitor!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iată,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vrei să ierţi păcatul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Spală-mă deplin!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Primeşte-mă ca rob al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iată, vin!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vin! Iată, 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peregrin;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Deschide-Ţi braţul iubitor!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iată,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956</TotalTime>
  <Words>207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224</cp:revision>
  <dcterms:created xsi:type="dcterms:W3CDTF">2013-10-07T13:04:08Z</dcterms:created>
  <dcterms:modified xsi:type="dcterms:W3CDTF">2013-12-09T08:54:58Z</dcterms:modified>
  <cp:contentStatus>test</cp:contentStatus>
</cp:coreProperties>
</file>