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Răzvrătit,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umbra morţii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Răzvrătit, în umbra morţii,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Tare-adânc am rătăcit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ţărmuri de niciunde,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sărman nenorocit…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pe cruce, cu iertare,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Fiul slavei a urcat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ofere o lumină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 cale de urmat.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vâltoarea blestemată,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Sufletu-mi zăcea robit,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Căutam, în van, scăpare,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vedeam un surghiunit…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Isus, plecând genunchiul,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sânge a-ndurat,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ofere o speranţă: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mine a-nviat.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Printre neguri de păcate,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privirea-I m-a străpuns;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Prăbuşirea să-mi oprească,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iertarea Lui m-a uns…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simţind că pentru mine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Cerul sfânt a părăsit,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mea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împovărată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Toată Lui I-am dăruit…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Pacea Lui mântuitoare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 umplut şi reclădit;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iubire-n Cartea vieţii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Nume nou mi-a dăltuit.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Isus mă simt puternic,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Renăscut, înviorat,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imn al libertăţii,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cruce învăţat.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Drumul Tău, Isus, spre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N-am cuvinte să-l cuprind,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taina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înalt de cer venind;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Isuse, sunt nevrednic,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din mine un altar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o jertfă de credinţă		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Te vedea-voi iar.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1015</TotalTime>
  <Words>226</Words>
  <Application>Microsoft PowerPoint</Application>
  <PresentationFormat>On-screen Show (4:3)</PresentationFormat>
  <Paragraphs>53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248</cp:revision>
  <dcterms:created xsi:type="dcterms:W3CDTF">2013-10-07T13:04:08Z</dcterms:created>
  <dcterms:modified xsi:type="dcterms:W3CDTF">2013-12-09T09:21:47Z</dcterms:modified>
  <cp:contentStatus>test</cp:contentStatus>
</cp:coreProperties>
</file>