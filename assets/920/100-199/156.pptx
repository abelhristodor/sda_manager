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8" r:id="rId3"/>
    <p:sldId id="269" r:id="rId4"/>
    <p:sldId id="270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Al Bibliei Cuvânt divin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156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81000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 Bibliei Cuvânt divin,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Lumină pentru peregrin,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lupta noastră cu cel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sabia lui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81000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ne alină în dureri,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Ne-ndreaptă mintea către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mustră fapta noastră 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suflet pune pacea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81000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Cuvântul viu şi lucrător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Împarte viaţă tuturor,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face dintr-un păcătos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Ostaş al crucii lui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81000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Cuvântul e comoara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Renunţ la tot să-L pot avea!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Legea-n cer va dăinui,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nu mă tem că voi pieri!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866</TotalTime>
  <Words>118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201</cp:revision>
  <dcterms:created xsi:type="dcterms:W3CDTF">2013-10-07T13:04:08Z</dcterms:created>
  <dcterms:modified xsi:type="dcterms:W3CDTF">2013-12-09T08:36:10Z</dcterms:modified>
  <cp:contentStatus>test</cp:contentStatus>
</cp:coreProperties>
</file>