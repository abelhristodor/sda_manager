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Isus, al vieţii mele Domn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al vieţii mele Domn,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 iubirea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Coroana Ta de spini s-o văd,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Du-mă la Golgota!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Doamne, toată viaţa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voi uita iubirea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mă duci la Ghetsimani!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Du-mă la Golgota!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Condu-mă la mormântul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ai Tăi plângeau…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unde îngeri sfinţi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Te păzeau!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Doamne, toată viaţa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voi uita iubirea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mă duci la Ghetsimani!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Du-mă la Golgota!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şi Maria, vreau şi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văd mormântul gol;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plin de Duhul Sfânt, să fiu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mântuirii sol!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Doamne, toată viaţa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voi uita iubirea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mă duci la Ghetsimani!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Du-mă la Golgota!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93455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Ajută-mă să port şi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ce-o am de 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Urmând mereu pe calea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Te uit, Isus!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Doamne, toată viaţa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voi uita iubirea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mă duci la Ghetsimani!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Du-mă la Golgota!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622</TotalTime>
  <Words>226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149</cp:revision>
  <dcterms:created xsi:type="dcterms:W3CDTF">2013-10-07T13:04:08Z</dcterms:created>
  <dcterms:modified xsi:type="dcterms:W3CDTF">2013-12-03T10:54:00Z</dcterms:modified>
</cp:coreProperties>
</file>