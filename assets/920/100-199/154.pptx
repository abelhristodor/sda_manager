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 şi citeşte Scriptura!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154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 şi citeşte Scriptura cea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Vezi ce stă scris şi aşa să-mplineşti!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credinţă spre cer te avântă,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adevăr viaţă sfântă să-ţi clădeşti!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 şi citeşte scrisoarea divină,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Scrisă cu lacrima milei cereşti!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Ea îţi aduce în suflet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mântuirea în dar să o primeşti.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601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 şi citeşte cuvintele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profeţie de crezi, nu greşeşti!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Mergi prin credinţă oricând înainte,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vadul lumii nicicând să nu te-opreşti!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861</TotalTime>
  <Words>111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199</cp:revision>
  <dcterms:created xsi:type="dcterms:W3CDTF">2013-10-07T13:04:08Z</dcterms:created>
  <dcterms:modified xsi:type="dcterms:W3CDTF">2013-12-09T08:31:22Z</dcterms:modified>
  <cp:contentStatus>test</cp:contentStatus>
</cp:coreProperties>
</file>