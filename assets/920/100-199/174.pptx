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astăzi vin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 tronul Tău!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174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81000"/>
            <a:ext cx="8763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astăzi vin la tronul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recunoscând păcatul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Simt în suflet multă 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Inima-mi adânc suspină;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priveşti la mine-ndurător,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iubitul meu Mântuitor,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că vrei să-mi vii în ajutor,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N-ai să mă laşi!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8100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Har e din belşug să fiu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Sânge preţios să fiu spălat,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astfel ajuns nevinovat,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slujesc!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8763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Harul Tău mă-ndeamnă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să viu,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Azi, cât încă nu e prea târziu,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Ne-nţeles de-această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mergând pe-a’ Tale urme,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Drumul meu spre cruce îl îndrept,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zdrobită o deşert,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Doritor s-aud şi să repet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sunt iertat.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8100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Har e din belşug să fiu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Sânge preţios să fiu spălat,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astfel ajuns nevinovat,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slujesc!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81000"/>
            <a:ext cx="8763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N-am de ce să tremur, Tu ai dat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Ta să fiu răscumpărat,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Inimii încrezătoare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dai binecuvântare!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mila Ta şi harul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dragostea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genunchi mă plec la tronul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m-ajuţi.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8100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Har e din belşug să fiu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Sânge preţios să fiu spălat,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astfel ajuns nevinovat,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slujesc!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81000"/>
            <a:ext cx="8763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Harul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Tău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azi întreg îl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ai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promis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cred şi sper,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Faţa Ta să mă lumine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simt legat de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 să fiu de-acum eliberat,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 eşti peste moarte şi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ştiu cum poate fi salvat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păcătos.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8100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Har e din belşug să fiu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Sânge preţios să fiu spălat,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astfel ajuns nevinovat,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slujesc!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955</TotalTime>
  <Words>339</Words>
  <Application>Microsoft PowerPoint</Application>
  <PresentationFormat>On-screen Show (4:3)</PresentationFormat>
  <Paragraphs>67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224</cp:revision>
  <dcterms:created xsi:type="dcterms:W3CDTF">2013-10-07T13:04:08Z</dcterms:created>
  <dcterms:modified xsi:type="dcterms:W3CDTF">2013-12-09T08:52:30Z</dcterms:modified>
  <cp:contentStatus>test</cp:contentStatus>
</cp:coreProperties>
</file>