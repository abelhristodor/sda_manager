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Doresc a Ta prezenţă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Doresc a Ta prezenţă,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ivinul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Stăpân,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slaba mea fiinţă,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cerul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adun…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 oră,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fiecare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inima aprinsă,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 mereu să vii!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zorii se arată,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soarele-a apus,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Fiinţa mea plecată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şteapt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 răspuns.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 oră,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fiecare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inima aprinsă,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 mereu să vii!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sânul Tău e pace,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oian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ochiul nu cuprinde,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n-aş putea gândi…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 oră,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fiecare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inima aprinsă,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 mereu să vii!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1002</TotalTime>
  <Words>148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244</cp:revision>
  <dcterms:created xsi:type="dcterms:W3CDTF">2013-10-07T13:04:08Z</dcterms:created>
  <dcterms:modified xsi:type="dcterms:W3CDTF">2013-12-09T09:15:03Z</dcterms:modified>
  <cp:contentStatus>test</cp:contentStatus>
</cp:coreProperties>
</file>