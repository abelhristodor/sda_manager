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Bucuraţi-vă, popoare!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103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Bucuraţi-vă, popoare!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cântaţi cu toţi în cor,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 născut al nostru Soare,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Om deplin şi Creator!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 păstorii, vin degrabă,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Hai şi tu la ieslea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Îngerii din cer întreabă: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„Cine inima-I va da?”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Bucuraţi-vă, popoare,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Lăudaţi pe Domnul iar!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se-aşază fulgii-n zare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Braţul Lui revarsă har!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Povestiţi cum într-o seară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 născut Cel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 e în veci comoară,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păcii, Împărat!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93455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Bucuraţi-vă cu magii,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sub stea noi L-am găsit,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Veseli ne-am deschis desagii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cântări am izbucnit: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 fie şi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cei ce L-au dorit;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Daţi de veste-n omenire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ce preţ ne-a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561</TotalTime>
  <Words>149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131</cp:revision>
  <dcterms:created xsi:type="dcterms:W3CDTF">2013-10-07T13:04:08Z</dcterms:created>
  <dcterms:modified xsi:type="dcterms:W3CDTF">2014-01-21T12:28:31Z</dcterms:modified>
</cp:coreProperties>
</file>