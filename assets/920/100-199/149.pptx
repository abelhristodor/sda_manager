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8" r:id="rId3"/>
    <p:sldId id="269" r:id="rId4"/>
    <p:sldId id="270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Sfânt Cuvânt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149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17255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Sfânt Cuvânt de har divin,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lumina vieţii plin,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Lasă astăzi raza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umple inima!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17255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Sfânt Cuvânt ocrotitor,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viaţă dătător,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înţelepciunea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Tu ne poţi salva!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17255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Sfânt Cuvânt, Tu să ne fii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 deschis spre bucurii!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nădejde ne-ndreptăm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Isus şi ne-nchinăm!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17255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Sfânt Cuvânt al lui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Viu, curat şi credincios,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 şi zideşte-n noi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Templul unor inimi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851</TotalTime>
  <Words>108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193</cp:revision>
  <dcterms:created xsi:type="dcterms:W3CDTF">2013-10-07T13:04:08Z</dcterms:created>
  <dcterms:modified xsi:type="dcterms:W3CDTF">2013-12-03T11:50:18Z</dcterms:modified>
  <cp:contentStatus>test</cp:contentStatus>
</cp:coreProperties>
</file>