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bun 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bun e Dumnezeu!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Fiul adorat,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tot trecutul tău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poţi să fii iertat!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Nu-ţi cere să plăteşti,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adarnic te căzneşti!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numai al Său har,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tâta doar!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vina ţi-a plătit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urind pe Golgota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dar ţi-a oferit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urată, viaţa Sa.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te vei lupta,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nu te poţi salva!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numai al Său har,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tâta doar!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merit poţi să ai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faţa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Averea poţi s-o dai,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oare,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folos?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El te va salva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mare mila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numai al Său har,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tâta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893</TotalTime>
  <Words>107</Words>
  <Application>Microsoft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212</cp:revision>
  <dcterms:created xsi:type="dcterms:W3CDTF">2013-10-07T13:04:08Z</dcterms:created>
  <dcterms:modified xsi:type="dcterms:W3CDTF">2013-12-09T08:43:42Z</dcterms:modified>
  <cp:contentStatus>test</cp:contentStatus>
</cp:coreProperties>
</file>