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eşti apăsat de durere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eşti apăsat de durere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nicio lumină nu vezi,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Întoarce-ţi privirea spre Domnul,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S-asculţi, să-mplineşti şi să crezi!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privi niciodată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crucea Lui pe Calvar,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lumina ei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vedea viitorul mai clar!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Citeşte Scriptura Golgotei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Cu sfintele ei mângâieri,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mai tare ca moartea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 singura cale spre cer…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privi niciodată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crucea Lui pe Calvar,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lumina ei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vedea viitorul mai clar!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63689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Pământul şi cerul vor trece,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Luate de ultimul 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dragostea Lui va rămâne!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S-o ştie întregul pământ!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privi niciodată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crucea Lui pe Calvar,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lumina ei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vedea viitorul mai clar!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663</TotalTime>
  <Words>155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158</cp:revision>
  <dcterms:created xsi:type="dcterms:W3CDTF">2013-10-07T13:04:08Z</dcterms:created>
  <dcterms:modified xsi:type="dcterms:W3CDTF">2014-01-20T12:16:26Z</dcterms:modified>
</cp:coreProperties>
</file>