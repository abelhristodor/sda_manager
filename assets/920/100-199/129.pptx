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o cruce răstignit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7489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o cruce răstignit,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Pentru-al lumii greu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nostru-a coborât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mormânt, nevinovat.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Însă moartea să-L ţină rob nu putea,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pedeapsa în locul nostru purta,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ce-a fost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Hristos, a-nviat!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7489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Sub mormântul sigilat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Prinţul păcii sta închis;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Iadu-ntreg s-a bucurat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Hristos a fost învins.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Însă moartea să-L ţină rob nu putea,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pedeapsa în locul nostru purta,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ce-a fost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Hristos, a-nviat!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7489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Mielul sfânt, neprihănit,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Care, pentru păcătos,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amarul l-a sorbit!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Însă moartea să-L ţină rob nu putea,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pedeapsa în locul nostru purta,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ce-a fost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Hristos, a-nviat!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697</TotalTime>
  <Words>159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165</cp:revision>
  <dcterms:created xsi:type="dcterms:W3CDTF">2013-10-07T13:04:08Z</dcterms:created>
  <dcterms:modified xsi:type="dcterms:W3CDTF">2014-01-20T12:23:24Z</dcterms:modified>
</cp:coreProperties>
</file>