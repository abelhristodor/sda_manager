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Spirit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17255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Spirit Sfânt, sfinţeşte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Scoate-o din lume prin puterea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slăbiciune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fi-mi sprijinitor,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mai mult decât biruitor!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17255"/>
            <a:ext cx="8686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Nu-Ţi cer vreun semn,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ici alte mari minuni,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doar cu dragostea să mă-ncununi;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să locuieşti în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cânte bucuroasă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17255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Ştiu că Isus Hristos ne-a poruncit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iubim cu tot ce-avem primit;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îmi dă speranţă să trăiesc,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Las’ să Te caut şi să Te găsesc!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Mă-nvaţă, Tu, să simt că eşt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prezent,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Mi-arată cum să lupt cu mine-atent,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mustru-al necredinţei orb suspin;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nu-mi răspunzi,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totuşi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nchin!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17255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respir iubirea cea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ea să fiu pornit, să fiu condus;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fruntea mea să pui sigiliul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mine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chipul Tău de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796</TotalTime>
  <Words>202</Words>
  <Application>Microsoft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183</cp:revision>
  <dcterms:created xsi:type="dcterms:W3CDTF">2013-10-07T13:04:08Z</dcterms:created>
  <dcterms:modified xsi:type="dcterms:W3CDTF">2013-12-09T08:18:38Z</dcterms:modified>
  <cp:contentStatus>test</cp:contentStatus>
</cp:coreProperties>
</file>