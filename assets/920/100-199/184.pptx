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 a Ta chemare vin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a Ta chemare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’Naintea Ta păşesc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sângele ce-odată-a curs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mă mântuiesc.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 vin cu drag,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spală-n sângele-Ţi ce-a curs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 jertfit!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 aşa sărac…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totul vrei să-mi fii,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sângele-Ţi de-orice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a mă curăţi!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 vin cu drag,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spală-n sângele-Ţi ce-a curs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 jertfit!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Cuvântul Tău mi-ai dat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 mi-ai promis;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Atâtea bucurii cereşti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Ca parte Tu mi-ai scris…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 vin cu drag,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spală-n sângele-Ţi ce-a curs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 jertfit!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fii mărit,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Lucrarea Ţi-ai sfârşit,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darul sângelui vărsat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noi ne-ai mântuit!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 Tine vin cu drag,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spală-n sângele-Ţi ce-a curs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Golgota jertfit!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977</TotalTime>
  <Words>186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232</cp:revision>
  <dcterms:created xsi:type="dcterms:W3CDTF">2013-10-07T13:04:08Z</dcterms:created>
  <dcterms:modified xsi:type="dcterms:W3CDTF">2013-12-09T09:03:22Z</dcterms:modified>
  <cp:contentStatus>test</cp:contentStatus>
</cp:coreProperties>
</file>