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Spre Tine-n rugă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187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810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Spre Tine-n rugă îndrăznesc,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Isuse, când mi-e tare greu;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gândul Tău dumnezeiesc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Să-l pui în pieptul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810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Spre Tine-n rugă stau plecat,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frâng sub vina mea cea grea,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mila Ta să fiu iertat,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Rămâi în viaţa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810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Spre Tine-n rugă vin smerit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Să-Ţi dau povara mea cea grea,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Mai spune-mi iar cum Te-ai jertfit,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nu mă vei lăsa!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81000"/>
            <a:ext cx="8382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Spre Tine-n rugă-aduc mereu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Prinosul meu de mulţumiri,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Că-n harul Tău găsesc şi eu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Liman de izbăviri!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187/920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989</TotalTime>
  <Words>122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235</cp:revision>
  <dcterms:created xsi:type="dcterms:W3CDTF">2013-10-07T13:04:08Z</dcterms:created>
  <dcterms:modified xsi:type="dcterms:W3CDTF">2013-12-09T09:10:58Z</dcterms:modified>
  <cp:contentStatus>test</cp:contentStatus>
</cp:coreProperties>
</file>