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avem un Domn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ceruri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un Domn în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Părinte-ndurător;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temem de vrăjmaşul,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vine-n ajutor.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scumpă comoară,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scumpă comoară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Domnul nostru noi am aflat.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Eternă viaţă prin Fiul ne-a dat,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crucii,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un Mare-Preot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slujeşte-n sanctuar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fraţii Săi, ce-n luptă,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nevoie de-al Său har.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scumpă comoară,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scumpă comoară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Domnul nostru noi am aflat.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Eternă viaţă prin Fiul ne-a dat,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crucii,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Mângâietorul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trimis de Tatăl sfânt;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descoperă lumina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cerescul Său Cuvânt.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scumpă comoară,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scumpă comoară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Domnul nostru noi am aflat.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Eternă viaţă prin Fiul ne-a dat,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crucii,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754</TotalTime>
  <Words>179</Words>
  <Application>Microsoft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174</cp:revision>
  <dcterms:created xsi:type="dcterms:W3CDTF">2013-10-07T13:04:08Z</dcterms:created>
  <dcterms:modified xsi:type="dcterms:W3CDTF">2013-12-03T11:21:52Z</dcterms:modified>
  <cp:contentStatus>test</cp:contentStatus>
</cp:coreProperties>
</file>