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6" r:id="rId3"/>
    <p:sldId id="267" r:id="rId4"/>
    <p:sldId id="268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Se lasă noaptea-n Betleem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107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93455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Se lasă noaptea-n Betleem,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cerul plin de armonii,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Păstorii, turmele păzind,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Vorbesc cu dor din profeţii…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iată că un înger sfânt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Proclamă vestea tuturor: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„E pace-n cer şi pe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 S-a născut Mântuitor!”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93455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 stea, un cor de îngeri sfinţi,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magi la iesle i-a condus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Pruncului s-au închinat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daruri scumpe I-au adus!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e cerescul Împărat,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Mesia din vremi prezis,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Emanuel cel aşteptat,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care Cerul L-a trimis!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93455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imnuri, pentru slava Lui,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îngeri sfinţi ne vom uni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mântuirea ce-am aflat,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tuturor o vom vesti!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cânte toţi cu-un dor aprins,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Tresalte orice muritor,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cerul e de-acum deschis,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Ni S-a născut Mântuitor!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568</TotalTime>
  <Words>161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136</cp:revision>
  <dcterms:created xsi:type="dcterms:W3CDTF">2013-10-07T13:04:08Z</dcterms:created>
  <dcterms:modified xsi:type="dcterms:W3CDTF">2014-01-21T12:34:14Z</dcterms:modified>
</cp:coreProperties>
</file>