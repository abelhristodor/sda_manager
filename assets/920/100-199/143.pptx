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8" r:id="rId3"/>
    <p:sldId id="269" r:id="rId4"/>
    <p:sldId id="27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Spirit Sfânt, cu har divin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143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17255"/>
            <a:ext cx="8382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Spirit Sfânt, cu har divin,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Vino-n viaţa mea;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Mă-nnoieşte pe deplin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După voia 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Ia-mi şi zdrobeşte firea de piatră,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Umple-mă cu har divin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puterea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17255"/>
            <a:ext cx="8382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Sfânt izvor de foc ceresc,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Vino-n viaţa mea;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 în dragoste să cresc,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pot lucra!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Ia-mi Tu şi schimbă inima-mi rece,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Umple-mă cu foc divin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iubirea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417255"/>
            <a:ext cx="8382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Duh de viaţă dătător,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puterea mea;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fierbinte să ador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Curăţia 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Ia-mi viaţa-ntreagă şi Ţi-o supune,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Umple-mă, ca să trăiesc,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viaţa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796</TotalTime>
  <Words>131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182</cp:revision>
  <dcterms:created xsi:type="dcterms:W3CDTF">2013-10-07T13:04:08Z</dcterms:created>
  <dcterms:modified xsi:type="dcterms:W3CDTF">2013-12-09T08:19:56Z</dcterms:modified>
  <cp:contentStatus>test</cp:contentStatus>
</cp:coreProperties>
</file>