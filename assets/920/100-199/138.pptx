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8" r:id="rId3"/>
    <p:sldId id="271" r:id="rId4"/>
    <p:sldId id="269" r:id="rId5"/>
    <p:sldId id="27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Spirit Sfânt al Tatălui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 al Tatălui,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Fă-Ţi din mine un sălaş!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noaptea păcatului,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Nicidecum să nu mă laşi!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Pe-al sfinţirii drum îngust,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piciorul să-mi îndrepţi,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al vieţii fruct să gust,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Adevărul să mă-nveţi!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Umple-mă cu foc preasfânt,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altarul Tău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credinţă dă-mi avânt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iubire să-Ţi slujesc!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Pune-mi Tu sigiliul Tău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Cartea vieţii scris,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 de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pot fi în Paradis!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757</TotalTime>
  <Words>116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175</cp:revision>
  <dcterms:created xsi:type="dcterms:W3CDTF">2013-10-07T13:04:08Z</dcterms:created>
  <dcterms:modified xsi:type="dcterms:W3CDTF">2013-12-03T11:23:05Z</dcterms:modified>
  <cp:contentStatus>test</cp:contentStatus>
</cp:coreProperties>
</file>