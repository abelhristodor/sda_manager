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Priveşte marea suferinţă!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123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81548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Priveşte marea suferinţă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lui Isus, pe Golgota,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te apleacă-n umilinţă,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Sărmane om, la crucea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81548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Acolo afli vindecare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izbăvire de păcat!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 singura salvare,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Predă-te Lui şi eşti iertat!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81548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Primeşte-mă cu-a Ta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Miel de jertfă, nepătat!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sânge scump, spre mântuire,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Doresc să fiu şi eu spălat!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60960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inimă, pentru vecie,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Rămâi cu pacea Ta de sus;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să-Ţi servesc cu drag doar Ţie,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Mântuitor iubit,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640</TotalTime>
  <Words>122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156</cp:revision>
  <dcterms:created xsi:type="dcterms:W3CDTF">2013-10-07T13:04:08Z</dcterms:created>
  <dcterms:modified xsi:type="dcterms:W3CDTF">2014-01-20T12:13:41Z</dcterms:modified>
</cp:coreProperties>
</file>