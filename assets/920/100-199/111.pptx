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noi a răsărit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noi a răsărit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Mesia cel mult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fecioară S-a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Tuturor era plăcut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un rob S-a umilit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noi ne-a mântuit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601</TotalTime>
  <Words>70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140</cp:revision>
  <dcterms:created xsi:type="dcterms:W3CDTF">2013-10-07T13:04:08Z</dcterms:created>
  <dcterms:modified xsi:type="dcterms:W3CDTF">2014-01-21T12:38:46Z</dcterms:modified>
</cp:coreProperties>
</file>