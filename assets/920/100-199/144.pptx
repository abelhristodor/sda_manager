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8" r:id="rId3"/>
    <p:sldId id="269" r:id="rId4"/>
    <p:sldId id="270" r:id="rId5"/>
    <p:sldId id="27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Duh divin, Preasfânt!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144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417255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Duh divin, Preasfânt,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 în viaţa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pot iubi al Tău Cuvânt,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fac doar voia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417255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Duh Preasfânt şi bun,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Vindecă-mi inima!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Dragostei Tale mă supun,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Tu eşti Pacea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417255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Duh de viaţă plin,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fiu doar al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Spală-mă astăzi pe deplin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tot ce este rău!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417255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Duh Mângâietor,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 Te voi urma!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trăiesc biruitor,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eşti Puterea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797</TotalTime>
  <Words>128</Words>
  <Application>Microsoft PowerPoint</Application>
  <PresentationFormat>On-screen Show (4:3)</PresentationFormat>
  <Paragraphs>31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183</cp:revision>
  <dcterms:created xsi:type="dcterms:W3CDTF">2013-10-07T13:04:08Z</dcterms:created>
  <dcterms:modified xsi:type="dcterms:W3CDTF">2013-12-03T11:40:40Z</dcterms:modified>
  <cp:contentStatus>test</cp:contentStatus>
</cp:coreProperties>
</file>