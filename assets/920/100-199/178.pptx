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Aşa cum sunt, n-aduc nimic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sunt, n-aduc nimic,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că sângele ce-a curs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mine el m-a curăţit…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vin, Hristos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sunt, rău şi pătat,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Îndreptăţire n-am ajuns;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sângele-Ţi să fiu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vin, Hristos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sunt, căzut, lumesc,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remuşcare chinuit,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crucea Ta mă pocăiesc;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vin, Hristos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sunt, orb şi lipsit,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răutate predispus,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Putere-n Tine am găsit;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vin, Hristos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048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mă primeşti aşa cum sunt,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sângele-Ţi cel scump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 curs;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Tău, în moarte vieţuind,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vin, Hristos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harul Tău mă mântuieşti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Şi-mi dai viaţa Ta de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mulţumesc că mă iubeşti,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vin, Hristos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1028</TotalTime>
  <Words>197</Words>
  <Application>Microsoft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228</cp:revision>
  <dcterms:created xsi:type="dcterms:W3CDTF">2013-10-07T13:04:08Z</dcterms:created>
  <dcterms:modified xsi:type="dcterms:W3CDTF">2013-12-09T08:57:08Z</dcterms:modified>
  <cp:contentStatus>test</cp:contentStatus>
</cp:coreProperties>
</file>