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Hristos, Mare-Preot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134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am un Preot ce-n ceruri Se roagă,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scump Salvator şi Prieten al meu;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mi-e adăpost pentru viaţa întreagă,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mult aş dori ca să fie şi-al tău!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 rog pentru tine,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rog pentru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rog pentru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Fierbinte mă rog!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Am un Părinte ce-mi dă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nădejde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viaţă eternă, în loc fericit;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ajunge tot cel care crede;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împreună mă rog neclintit!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 rog pentru tine,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rog pentru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rog pentru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Fierbinte mă rog!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228601"/>
            <a:ext cx="8915400" cy="582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 haină albă, lucind de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M-aşteaptă în slavă, la tronul ceresc;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când voi primi-o în ziua senină,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 vrea ca şi tu tot la fel s-o primeşti!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 rog pentru tine,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rog pentru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rog pentru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Fierbinte mă rog!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Când, în sfârşit, în iubirea Lui caldă,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scump salvator în Isus ai aflat,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tu pentru alţii fierbinte te roagă,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Salvează-i pe ei, cum şi tu eşti salvat!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 rog pentru tine,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rog pentru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rog pentru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Fierbinte mă rog!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744</TotalTime>
  <Words>253</Words>
  <Application>Microsoft PowerPoint</Application>
  <PresentationFormat>On-screen Show (4:3)</PresentationFormat>
  <Paragraphs>51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172</cp:revision>
  <dcterms:created xsi:type="dcterms:W3CDTF">2013-10-07T13:04:08Z</dcterms:created>
  <dcterms:modified xsi:type="dcterms:W3CDTF">2013-12-03T11:17:32Z</dcterms:modified>
  <cp:contentStatus>test</cp:contentStatus>
</cp:coreProperties>
</file>