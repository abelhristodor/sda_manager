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Ah, privirea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nu-mi ajunge!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170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privirea nu-mi ajunge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deplin să-L pot vedea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Acel ce sus, pe cruce,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Suferi pedeapsa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durere, cu putere,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Domnu-asupră-Şi a primit!…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durere, în tăcere,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 mine-a suferit!…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Vai, aceste chinuri grele,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eu Ţi le-am adus…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Fructul rătăcirii mele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durerea Ta,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mare remuşcare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 l-a cuprins!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mare îndurare!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tot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 l-ai deschis!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mine, Doamne, suferi,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Pentru-un ticălos sărman!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Vrei prin moarte să-Ţi răscumperi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acel ce Ţi-e duşman…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cântare şi-adorare,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pe Tine-n veci Te am!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Adorare şi cântare,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ltă fericire n-am.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lumina de la cruce,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Fă-mă după chipul Tău!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mea la cer să urce,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sus la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Biruinţă, prin credinţă,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meu mi-a pregătit;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Biruinţă, prin credinţă,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cel răstignit.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936</TotalTime>
  <Words>203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219</cp:revision>
  <dcterms:created xsi:type="dcterms:W3CDTF">2013-10-07T13:04:08Z</dcterms:created>
  <dcterms:modified xsi:type="dcterms:W3CDTF">2013-12-09T08:47:40Z</dcterms:modified>
  <cp:contentStatus>test</cp:contentStatus>
</cp:coreProperties>
</file>