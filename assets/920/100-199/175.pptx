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Lângă crucea 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296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crucea Ta,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emuşcări mă frâng;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genunchi mă plec şi plâng…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predau acum toată vina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mă poţi ierta!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Golgota văd chipul Tău cel blând,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mine sângerând;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Mii de lacrimi curg şi-n adânc regret,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Îndurarea Ta aştept…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296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Albul meu veşmânt, ce Tu mi l-ai 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Îngrozit, îl văd pătat…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Liberează-mi Tu sufletul de chin,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Lumineaz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 destin!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956</TotalTime>
  <Words>105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225</cp:revision>
  <dcterms:created xsi:type="dcterms:W3CDTF">2013-10-07T13:04:08Z</dcterms:created>
  <dcterms:modified xsi:type="dcterms:W3CDTF">2013-12-09T08:53:57Z</dcterms:modified>
  <cp:contentStatus>test</cp:contentStatus>
</cp:coreProperties>
</file>