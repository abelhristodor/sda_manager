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cruce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Domnu-a-nfăptuit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cruce Domnu-a-nfăptuit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Minunea ce m-a mântuit,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astăzi sunt răscumpărat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viaţa plină de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Această apă e-un mormânt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astăzi mă scufund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Isus voi învia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trăiesc viaţa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Păcatul nu-l voi mai sluji,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Căci, pentru el, eu mort voi fi!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Domnu-n moarte am aflat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Lumină, viaţă, gând curat!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Ferice foarte-acum eu sunt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inima e numai cânt: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Hristos, Păstorul meu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mine-i până la sfârşit!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1009</TotalTime>
  <Words>117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244</cp:revision>
  <dcterms:created xsi:type="dcterms:W3CDTF">2013-10-07T13:04:08Z</dcterms:created>
  <dcterms:modified xsi:type="dcterms:W3CDTF">2013-12-09T09:19:12Z</dcterms:modified>
  <cp:contentStatus>test</cp:contentStatus>
</cp:coreProperties>
</file>