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Caută-n Scriptură!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Caută-n Scriptură, sfânta Scriptură,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afli viaţa în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ea stă dreapta-nvăţătură,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e-n ea e de folos!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„Caută-n Scriptură”, Domnul zice,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roagă Lui, cum El ţi-a spus;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de-acela e ferice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găsit-a pe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Caută-n Scriptură, sfânta Scriptură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drumul mântuirii-l 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Fereşte orice cotitură,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Urmează calea spusă-n ea!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„Caută-n Scriptură”, Domnul zice,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roagă Lui, cum El ţi-a spus;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de-acela e ferice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găsit-a pe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Caută-n Scriptură, sfânta Scriptură,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fă şi altor cunoscut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ea stă dreapta-nvăţătură,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spune tot ce-i de făcut!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„Caută-n Scriptură”, Domnul zice,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roagă Lui, cum El ţi-a spus;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de-acela e ferice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găsit-a pe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860</TotalTime>
  <Words>172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197</cp:revision>
  <dcterms:created xsi:type="dcterms:W3CDTF">2013-10-07T13:04:08Z</dcterms:created>
  <dcterms:modified xsi:type="dcterms:W3CDTF">2013-12-09T08:29:28Z</dcterms:modified>
  <cp:contentStatus>test</cp:contentStatus>
</cp:coreProperties>
</file>