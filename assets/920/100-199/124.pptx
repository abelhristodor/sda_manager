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ne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atrage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spre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crucea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124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 ne atrage spre crucea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jertfa Lui să ne gândim!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De-am înţeles cât de mare-i 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scumpă comoară atunci găsim!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privim spre Golgota,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Mângâiere ne va da!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Viaţă, viaţă vom avea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privim spre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Privirea-mi se-ndreaptă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pre-al Său Cuvânt: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e de dulci făgăduinţi;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Una nu cade jos la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crezi şi de ’nalţi rugăciuni fierbinţi.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privim spre Golgota,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Mângâiere ne va da!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Viaţă, viaţă vom avea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privim spre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Priveşte mereu la Isus Hristos: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este scut ocrotitor!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lupte grele e credincios,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cu-al Său har îţi dă ajutor!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privim spre Golgota,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Mângâiere ne va da!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Viaţă, viaţă vom avea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privim spre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663</TotalTime>
  <Words>114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158</cp:revision>
  <dcterms:created xsi:type="dcterms:W3CDTF">2013-10-07T13:04:08Z</dcterms:created>
  <dcterms:modified xsi:type="dcterms:W3CDTF">2014-01-20T12:15:51Z</dcterms:modified>
</cp:coreProperties>
</file>