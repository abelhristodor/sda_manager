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Cum să găsim cărarea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lumină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să găsim cărarea spre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s-avem al Bibliei Cuvânt?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adevăr şi dragoste divină,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 tot ce-avem în lume cel mai sfânt!:)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Cartea Lui e scrisă sfânta Lege,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 ascultăm, în veac nu vom pieri;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şi pământ şi toate de vor trece,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(:Al Său Cuvânt rămâne-n veşnicii.:)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677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Te-am găsit în pagini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Scriptură,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Scumpe Isus, divin Mântuitor;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 har şi Duh fără măsură,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Te urmăm, să-Ţi fim ascultători!:)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870</TotalTime>
  <Words>118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204</cp:revision>
  <dcterms:created xsi:type="dcterms:W3CDTF">2013-10-07T13:04:08Z</dcterms:created>
  <dcterms:modified xsi:type="dcterms:W3CDTF">2013-12-09T08:37:07Z</dcterms:modified>
  <cp:contentStatus>test</cp:contentStatus>
</cp:coreProperties>
</file>