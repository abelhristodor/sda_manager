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Urcă sus, pe munte!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677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Urcă sus, pe munte,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hiar în zori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Urcă-n rugăciune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Isus să fii!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la sfinţire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un singur pas: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vorbeşti cu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a-ţi măcar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Urcă spre lumină,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asă lumea 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Imnul mântuirii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 slava ta.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strălucire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un singur pas: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priveşti la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a-ţi măcar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ceas!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Urcă din tenebre,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ugi de tot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ce-i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e aproape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Cuvântul Său.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biruinţă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rcă înc-un pas: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asculţi pe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a-ţi măcar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ceas!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Urcă din robie,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mai amâna!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jertfi la idoli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oată vlaga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mântuire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un ultim pas: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veghezi cu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a-ţi măcar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ceas!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1007</TotalTime>
  <Words>184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244</cp:revision>
  <dcterms:created xsi:type="dcterms:W3CDTF">2013-10-07T13:04:08Z</dcterms:created>
  <dcterms:modified xsi:type="dcterms:W3CDTF">2013-12-09T09:15:58Z</dcterms:modified>
  <cp:contentStatus>test</cp:contentStatus>
</cp:coreProperties>
</file>