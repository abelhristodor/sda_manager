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8" r:id="rId3"/>
    <p:sldId id="269" r:id="rId4"/>
    <p:sldId id="270" r:id="rId5"/>
    <p:sldId id="271" r:id="rId6"/>
    <p:sldId id="272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 ştiam că şi eu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Te-am răstignit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ştiam că şi eu Te-am răstignit!…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credeam că şi eu Te-aş fi lovit!…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nu,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eu sunt vinovat!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Spune-mi, Doamne,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nu-i adevărat!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52400"/>
            <a:ext cx="95250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ştiam că pot fi Pilat şi eu…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ştiam că mă lupt cu Dumnezeu…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nu,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N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eu Te-am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condamnat!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Spune-mi, totuşi,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nu-i adevărat!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52400"/>
            <a:ext cx="914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ştiam că-s şi eu soldat roman,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pot fi sub comanda lui Satan…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nu, nu eu Te-am dezbrăcat,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Totuşi,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Simt că sufletul meu e sfâşiat!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ştiam că pot fi un trădător,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păcatu-i aşa îngrozitor!…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eu, chiar eu Te-am lepădat!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sunt, Doamne!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Spune-mi, Doamne,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 sunt de vinovat!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144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Azi, când ştiu că sunt primul păcătos,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agăţ de iubirea Ta, Hristos!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Doamne, da, cât e de-adevărat!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Spune-mi, Doamne,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sunt şi eu iertat!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946</TotalTime>
  <Words>231</Words>
  <Application>Microsoft PowerPoint</Application>
  <PresentationFormat>On-screen Show (4:3)</PresentationFormat>
  <Paragraphs>41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220</cp:revision>
  <dcterms:created xsi:type="dcterms:W3CDTF">2013-10-07T13:04:08Z</dcterms:created>
  <dcterms:modified xsi:type="dcterms:W3CDTF">2013-12-09T08:48:49Z</dcterms:modified>
  <cp:contentStatus>test</cp:contentStatus>
</cp:coreProperties>
</file>