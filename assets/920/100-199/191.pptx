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E-al rugii mele ceas divin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191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E-al rugii mele ceas divin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taină, Doamne, eu mă-nchin;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rog să-mi spui, din slava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Porunci ce pacea mi-o vor da!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în necaz şi în poveri,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Mi-ai dat, Isuse, mângâieri;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Ispite multe-ai alungat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Când, Doamne, Ţie m-am rugat!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E-al rugii mele ceas plăcut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împlineşti ce Ţi-am cerut,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Îmi port spre Tine gândul meu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Spre-a-l binecuvânta mereu!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faţa Ta mă plec, tăcut,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L-al rugii mele ceas plăcut;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Asupră-Ţi pun povara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vreau să-mi dai Tu pacea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E-al rugii mele ceas ceresc,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 trece tot ce-i pământesc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Şi-apoi, cu trup din slava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’naltul cer eu voi zbura.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în văzduh s-o auzi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cântă cei ce-Ţi sunt copii,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dor voi spune: „Bun găsit”,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ruga mea s-a împlinit.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997</TotalTime>
  <Words>181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239</cp:revision>
  <dcterms:created xsi:type="dcterms:W3CDTF">2013-10-07T13:04:08Z</dcterms:created>
  <dcterms:modified xsi:type="dcterms:W3CDTF">2013-12-09T09:14:05Z</dcterms:modified>
  <cp:contentStatus>test</cp:contentStatus>
</cp:coreProperties>
</file>