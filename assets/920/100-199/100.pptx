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Auzi îngerii în cor!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100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93455"/>
            <a:ext cx="9067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îngerii în cor,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vestesc Mântuitor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proclamă cu-al lor cânt: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„Pace-n cer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pământ!”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popoare, tresăltaţi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cu îngerii cântaţi,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(:Pentru omul păcătos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 născut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93455"/>
            <a:ext cx="9067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Cel din veci cu Dumnezeu,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reamărit ca Fiu al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staul stă-nfăşat,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ce lucru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Bucurie proclamaţi: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apăsaţi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(:S-a născut Emanuel,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„Dumnezeu cu noi” e El!:)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93455"/>
            <a:ext cx="9067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Umilit, Hristos veni,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Promis din veşnicii,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lumină ne-a adus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la tronul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Său de 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coboară Cel Slăvit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toţi cei 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L-au dorit,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(:Orice suflet credincios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uminează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Hristos.:)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93455"/>
            <a:ext cx="9067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Ţie ne-nchinăm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i-n credinţă Te-aşteptăm,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Te-arăţi ca Împărat,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să-Ţi iei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Tău regat!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ne-ajuţi să biruim,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putem să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primim!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(:Osana în ceruri sus,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reamărire, scump Isus!:)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555</TotalTime>
  <Words>183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132</cp:revision>
  <dcterms:created xsi:type="dcterms:W3CDTF">2013-10-07T13:04:08Z</dcterms:created>
  <dcterms:modified xsi:type="dcterms:W3CDTF">2014-01-21T12:22:24Z</dcterms:modified>
</cp:coreProperties>
</file>