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Miel divin, la Tine vin!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Miel divin, la Tine 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speli fărădelegea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sufletu-mi de teamă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iarăşi pacea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Lovit de vina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Scăpare n-aş avea;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Miel divin, la Tine 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iarăşi pacea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Miel curat,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Zdrobit sub vina lumii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fost străpuns de-al meu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dai iertarea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toată vina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vin ’naintea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Miel curat,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dai iertarea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15240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Miel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reasfânt, aşa cum sunt,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Primeşte-mi inima cea 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Supune-o Tu, sub legământ,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fie-n veci 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Doamne, m-ai chemat,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Tu m-ai căutat;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Primeşte-mi, Doamne,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fie-n veci 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963</TotalTime>
  <Words>173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226</cp:revision>
  <dcterms:created xsi:type="dcterms:W3CDTF">2013-10-07T13:04:08Z</dcterms:created>
  <dcterms:modified xsi:type="dcterms:W3CDTF">2013-12-09T08:55:54Z</dcterms:modified>
  <cp:contentStatus>test</cp:contentStatus>
</cp:coreProperties>
</file>