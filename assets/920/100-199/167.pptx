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Izvor de har, însângerat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Izvor de har, însângerat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curs la Golgota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orice om, în el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 va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 acum la crucea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şi eu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alt izvor în lume nu-i,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spele-al meu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Tâlharul mult s-a bucurat,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Văzând acest izvor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Domnu-ndată l-a chemat,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 fost Mântuitor!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poţi fi şi tu primit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aşteptat cu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Prietene, eşti mântuit!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crezi, atâta doar!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astăzi curge-acest izvor,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Miel înjunghiat,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nostru-al tuturor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poată fi spălat!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Şi-aşa, pe veci eliberat,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Purtând pecetea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Poporul Tău, răscumpărat,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ceruri va intra!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Tu mi-ai pregătit,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marea de cristal,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harpă nouă, de argint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cântec triumfal;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altceva nu am nimic,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Decât, în piept, un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braţe, ramuri de finic,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Iubit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929</TotalTime>
  <Words>199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215</cp:revision>
  <dcterms:created xsi:type="dcterms:W3CDTF">2013-10-07T13:04:08Z</dcterms:created>
  <dcterms:modified xsi:type="dcterms:W3CDTF">2013-12-09T08:44:37Z</dcterms:modified>
  <cp:contentStatus>test</cp:contentStatus>
</cp:coreProperties>
</file>