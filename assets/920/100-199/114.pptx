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70" r:id="rId4"/>
    <p:sldId id="269" r:id="rId5"/>
    <p:sldId id="271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 crucea 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114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 crucea Ta uimit privesc…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Acolo las povara mea.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lumea o dispreţuiesc,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Umil, venind la crucea Ta…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Privesc spre trupul Tău zdrobit,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chipul de iubire plin,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Păcatul meu a împletit,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fruntea Ta, cununi de spini…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Eram un fiu rătăcitor…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jertfa Ta am fost iertat;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Tine, scump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laud azi, căci m-ai salvat!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mare e iubirea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jertfa Ta e dar divin;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Făptura mea şi viaţa mea,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crucea Ta, smerit, le-nchin!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612</TotalTime>
  <Words>131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145</cp:revision>
  <dcterms:created xsi:type="dcterms:W3CDTF">2013-10-07T13:04:08Z</dcterms:created>
  <dcterms:modified xsi:type="dcterms:W3CDTF">2014-01-21T12:41:29Z</dcterms:modified>
</cp:coreProperties>
</file>