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8" r:id="rId3"/>
    <p:sldId id="269" r:id="rId4"/>
    <p:sldId id="270" r:id="rId5"/>
    <p:sldId id="271" r:id="rId6"/>
    <p:sldId id="272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cât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mult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îmi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place!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152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cât de mult îmi place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Scriptură să citesc,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Simt că am în suflet pace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la Tine mă gândesc…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cuvintele-Ţi divine,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spre Tine mă îndrept,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veneau copii la Tine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Şi-i strângeai duios la piept.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Glasul Tău din Cartea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de mult m-a-nviorat!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Inima-mi cu dor se-avântă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slujească ne-ncetat.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mă satur niciodată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citesc viaţa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iubire revărsată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veci a mă salva.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Cât de mult îmi place,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Scriptură să citesc,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ochiul îmi adoarme,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cu Tine eu vorbesc!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856</TotalTime>
  <Words>147</Words>
  <Application>Microsoft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196</cp:revision>
  <dcterms:created xsi:type="dcterms:W3CDTF">2013-10-07T13:04:08Z</dcterms:created>
  <dcterms:modified xsi:type="dcterms:W3CDTF">2013-12-03T11:53:13Z</dcterms:modified>
  <cp:contentStatus>test</cp:contentStatus>
</cp:coreProperties>
</file>