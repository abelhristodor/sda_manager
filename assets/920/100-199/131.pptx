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o-R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o-R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Da, Hristos a-nviat!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220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Hristos a-nviat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un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El e viu, El ne dă salvare!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domneşte pe pământ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iubire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Hristos a-nviat, slavă şi-nchinare!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7489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Hristos a-nviat,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adus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A-mplinit pe pământ Legea Lui divină!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priveşte bucuros rodul muncii Sale,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Hristos a-nviat, slavă, osanale!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7489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Hristos a-nviat,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adus speranţă,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veci sfinţii Lui vor ieşi la viaţă!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la Tatăl S-a ’nălţat,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Domn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Hristos a-nviat, în eternitate!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735</TotalTime>
  <Words>137</Words>
  <Application>Microsoft PowerPoint</Application>
  <PresentationFormat>On-screen Show (4:3)</PresentationFormat>
  <Paragraphs>26</Paragraphs>
  <Slides>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169</cp:revision>
  <dcterms:created xsi:type="dcterms:W3CDTF">2013-10-07T13:04:08Z</dcterms:created>
  <dcterms:modified xsi:type="dcterms:W3CDTF">2013-12-03T11:13:50Z</dcterms:modified>
  <cp:contentStatus>test</cp:contentStatus>
</cp:coreProperties>
</file>