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7" r:id="rId2"/>
    <p:sldId id="268" r:id="rId3"/>
    <p:sldId id="269" r:id="rId4"/>
    <p:sldId id="270" r:id="rId5"/>
    <p:sldId id="271" r:id="rId6"/>
    <p:sldId id="272" r:id="rId7"/>
    <p:sldId id="273" r:id="rId8"/>
    <p:sldId id="274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 ne iei în stăpânire!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145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255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ne iei în stăpânire,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 Preasfânt, Mângâietor,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cu flăcări de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cuprinde-ndurător…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255"/>
            <a:ext cx="7772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vino, Duh Preasfânt,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coboară cu grăbire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 umple de iubire;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botează-acum cu foc!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Duh Preasfânt,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botezi cu foc!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255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Duh de viaţă şi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condu la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mărire la mărire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Fă-ne după chipul Său!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255"/>
            <a:ext cx="7772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vino, Duh Preasfânt,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coboară cu grăbire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 umple de iubire;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botează-acum cu foc!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Duh Preasfânt,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botezi cu foc!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255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Vino, Duh al nemuririi,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să ne-o încerci;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patria măririi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Sigilează-ne pe veci!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255"/>
            <a:ext cx="7772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vino, Duh Preasfânt,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coboară cu grăbire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 umple de iubire;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botează-acum cu foc!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Duh Preasfânt,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botezi cu foc!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17255"/>
            <a:ext cx="7772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 condu-n a Ta lucrare,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 divin, Mijlocitor,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afle cel ce moare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Tău mântuitor.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802</TotalTime>
  <Words>237</Words>
  <Application>Microsoft PowerPoint</Application>
  <PresentationFormat>On-screen Show (4:3)</PresentationFormat>
  <Paragraphs>58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184</cp:revision>
  <dcterms:created xsi:type="dcterms:W3CDTF">2013-10-07T13:04:08Z</dcterms:created>
  <dcterms:modified xsi:type="dcterms:W3CDTF">2013-12-09T08:22:09Z</dcterms:modified>
  <cp:contentStatus>test</cp:contentStatus>
</cp:coreProperties>
</file>