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Unde, Doamne,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să-mi alerge sufletul?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186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" y="38100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Unde, Doamne, să-mi alerge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ufletul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zdrobit?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Tu poţi înţelege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pocăit!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Tu nu-mi dai Cuvântul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fânt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întremător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fi praf pe care vântu-l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pulberă uşor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" y="38100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Lângă jertfa-Ţi mă cutremur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ub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meu păcat!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în chinul morţii tremur,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acea mi-a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plecat…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greşit, Tu ştii prea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bine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âte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făcut,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Rog, aşterne-Ţi peste mine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A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iertării scut!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" y="381000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Pentru Fiul Tău,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Părinte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rept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iubitor,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Îmi ascultă glas fierbinte,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F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i-mi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îndurător!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inima-mi zdrobită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oarnă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Tău!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Şterge lacrimi şi suspine,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capă-mă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rău!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991</TotalTime>
  <Words>143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236</cp:revision>
  <dcterms:created xsi:type="dcterms:W3CDTF">2013-10-07T13:04:08Z</dcterms:created>
  <dcterms:modified xsi:type="dcterms:W3CDTF">2013-12-09T09:09:01Z</dcterms:modified>
  <cp:contentStatus>test</cp:contentStatus>
</cp:coreProperties>
</file>