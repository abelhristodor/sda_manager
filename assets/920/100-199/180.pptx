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Aşa cum sunt,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eu vin la Tine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180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Aşa cum sunt, eu vin la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singur nu pot să mă-ndrept,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duc o viaţă de mai bine,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rugă harul Tău aştept.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cum sunt,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şa cum sunt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Tine 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binecuvântarea Ta,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cum sunt la Tine vin!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100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Aşa cum sunt, ştiu totuşi bine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C-ai dat un dar nepieritor,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dat viaţa pentru mine,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când eram rătăcitor.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cum sunt,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şa cum sunt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Tine 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binecuvântarea Ta,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cum sunt la Tine vin!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100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Aşa cum sunt, plin de păcate,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Mă-ncred în sângele vărsat;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 albească ştiu că poate,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fiu un om nou, nepătat.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cum sunt,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şa cum sunt la Tine 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binecuvântarea Ta,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cum sunt la Tine vin!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100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harul Tău voi fi odată,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Primit prin porţi de mărgărit;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slava Ta nemăsurată,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voi vedea în infinit!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cum sunt,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şa cum sunt la Tine 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binecuvântarea Ta,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cum sunt la Tine vin!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974</TotalTime>
  <Words>239</Words>
  <Application>Microsoft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230</cp:revision>
  <dcterms:created xsi:type="dcterms:W3CDTF">2013-10-07T13:04:08Z</dcterms:created>
  <dcterms:modified xsi:type="dcterms:W3CDTF">2013-12-09T08:58:59Z</dcterms:modified>
  <cp:contentStatus>test</cp:contentStatus>
</cp:coreProperties>
</file>