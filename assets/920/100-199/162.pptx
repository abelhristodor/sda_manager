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68" r:id="rId3"/>
    <p:sldId id="269" r:id="rId4"/>
    <p:sldId id="270" r:id="rId5"/>
    <p:sldId id="271" r:id="rId6"/>
    <p:sldId id="272" r:id="rId7"/>
    <p:sldId id="273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Ador puterea salvatoare!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162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304800"/>
            <a:ext cx="8839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Ador puterea salvatoare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prin Isus m-a mântuit!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braţele-ndurării Sale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m-a chemat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căci m-a iubit…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Schimbând de-acuma vechea-mi fire,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reau să mă-mbrac în nemurire.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381000"/>
            <a:ext cx="83058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Cu-a Ta nespusă gingăşie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chemi la sânu-Ţi ne-ncetat!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Atras de-a Ta iubire sfântă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trup şi suflet m-am predat.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 scumpă ce lucrează,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Tine sufletul Te-urmează.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381000"/>
            <a:ext cx="83058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inima Ţi-o dau şi viaţa,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Isuse Doamne, fii mărit,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Tu în locul meu pe cruce,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urind, de moarte m-ai scutit…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duci la mântuire,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meritam aşa iubire!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381000"/>
            <a:ext cx="83058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 când eram pierdut în lume,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răiam ca rob încătuşat,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Te-am ignorat atâta vreme,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 Tu nicicând nu m-ai uitat…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păcătos de-ar vrea s-o ştie,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E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 Te-ar urma pentru vecie.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381000"/>
            <a:ext cx="83058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 Tău sfânt Nume să-mi rămână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veci în minte-ntipărit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 Ta iubire infinită,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inimă pân’ la sfârşit!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vorbe-n fapte şi-n gândire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proslăvesc a Ta iubire!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381000"/>
            <a:ext cx="83058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6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Fii lăudat de noi, Isuse,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zvor de viaţă nesecat,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cât vom bea din el, cu-atâta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 bea mai mult şi ne-ncetat…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Îţi mulţumim în veşnicie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entru această bogăţie!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885</TotalTime>
  <Words>99</Words>
  <Application>Microsoft PowerPoint</Application>
  <PresentationFormat>On-screen Show (4:3)</PresentationFormat>
  <Paragraphs>34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212</cp:revision>
  <dcterms:created xsi:type="dcterms:W3CDTF">2013-10-07T13:04:08Z</dcterms:created>
  <dcterms:modified xsi:type="dcterms:W3CDTF">2013-12-09T08:41:02Z</dcterms:modified>
  <cp:contentStatus>test</cp:contentStatus>
</cp:coreProperties>
</file>