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8" r:id="rId3"/>
    <p:sldId id="269" r:id="rId4"/>
    <p:sldId id="270" r:id="rId5"/>
    <p:sldId id="271" r:id="rId6"/>
    <p:sldId id="272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Cine a crezut cele scrise?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113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077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Cine a crezut cele scrise?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Cine-a cunoscut braţul Lui?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Odraslă slabă venise,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Fiu al omului…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Nicio strălucire Domnul nu avea,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Chip de rob smerit purta.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09600" y="457201"/>
            <a:ext cx="8382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Om al suferinţelor grele,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Părăsit şi dispreţuit,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Printre făcătorii de rele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pe El L-am socotit…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Totuşi El purta al nostru greu păcat,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era nevinovat.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077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Ne vedeam de drum fiecare,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Rătăceam precum nişte oi,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Dar divina Lui îndurare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Ne-ncetat a fost cu noi;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Dumnezeu găsi un Miel ispăşitor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Pentru vina tuturor.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914400" y="493455"/>
            <a:ext cx="80772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El a suferit pân’ la capăt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Miel tăcut şi supus,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Printr-o judecată nedreaptă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 a fost lovit, străpuns;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 cei mai răi o groapă I S-a dat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Şi-un mormânt cu cel bogat.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457201"/>
            <a:ext cx="87630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5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Dar sfârşindu-şi marea lucrare,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Va vedea al patimii rod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Bucuria Lui cea mai mare: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Un neprihănit norod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Între cei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puternici </a:t>
            </a:r>
            <a:r>
              <a:rPr lang="ro-RO" altLang="ro-RO" sz="4000" dirty="0" err="1" smtClean="0">
                <a:solidFill>
                  <a:schemeClr val="bg1"/>
                </a:solidFill>
                <a:latin typeface="Georgia" pitchFamily="18" charset="0"/>
              </a:rPr>
              <a:t>partea-Şi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va primi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de-a pururi va domni!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113/920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614</TotalTime>
  <Words>204</Words>
  <Application>Microsoft PowerPoint</Application>
  <PresentationFormat>On-screen Show (4:3)</PresentationFormat>
  <Paragraphs>42</Paragraphs>
  <Slides>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Imnuri noi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Ionut I</dc:creator>
  <cp:lastModifiedBy>Luminita</cp:lastModifiedBy>
  <cp:revision>144</cp:revision>
  <dcterms:created xsi:type="dcterms:W3CDTF">2013-10-07T13:04:08Z</dcterms:created>
  <dcterms:modified xsi:type="dcterms:W3CDTF">2014-01-21T12:40:45Z</dcterms:modified>
</cp:coreProperties>
</file>