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8" r:id="rId3"/>
    <p:sldId id="269" r:id="rId4"/>
    <p:sldId id="270" r:id="rId5"/>
    <p:sldId id="271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Nemărginită dragoste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163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381000"/>
            <a:ext cx="8305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742950" indent="-742950">
              <a:buAutoNum type="arabicPeriod"/>
            </a:pPr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Nemărginită dragoste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pPr marL="742950" indent="-742950"/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E</a:t>
            </a:r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-al meu Mântuitor,</a:t>
            </a:r>
          </a:p>
          <a:p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Aşa precum e soarele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easupra tuturor.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163/920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381000"/>
            <a:ext cx="8305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Veşmântul care-a fost atins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e mulţi a vindecat;</a:t>
            </a:r>
          </a:p>
          <a:p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Credinţa-n El a fost de-ajuns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ă-i scape de păcat.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163/920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381000"/>
            <a:ext cx="8305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Aş vrea să prind cu mintea mea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A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 dragostei mister,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mult mai sus se ’nalţă ea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ecât albastrul cer…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163/920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381000"/>
            <a:ext cx="8305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Doamne, bunul meu Stăpân,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urând Te voi vedea,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 Tău pe veci am să rămân,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Î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 bucuria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163/920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883</TotalTime>
  <Words>114</Words>
  <Application>Microsoft PowerPoint</Application>
  <PresentationFormat>On-screen Show (4:3)</PresentationFormat>
  <Paragraphs>25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209</cp:revision>
  <dcterms:created xsi:type="dcterms:W3CDTF">2013-10-07T13:04:08Z</dcterms:created>
  <dcterms:modified xsi:type="dcterms:W3CDTF">2013-12-09T08:41:36Z</dcterms:modified>
  <cp:contentStatus>test</cp:contentStatus>
</cp:coreProperties>
</file>