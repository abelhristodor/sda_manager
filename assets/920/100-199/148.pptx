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8" r:id="rId3"/>
    <p:sldId id="269" r:id="rId4"/>
    <p:sldId id="270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1/28/2014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1/28/2014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Când omul vechi din noi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148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296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omul vechi din noi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vrea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stăpân,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drumu-ngust ne pare prea stâncos,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Avem la dreapta un Tovarăş bun: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Duhul Sfânt, Prieten credincios.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8100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îngeri parcă slava şi-o retrag,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nu ştim nici măcar a ne ruga,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Avem la dreapta un Prieten drag: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Duhul Sfânt, ce-i gata-a ne-ajuta.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" y="417255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Când lumea-n noi îşi face iarăşi loc,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nori acopăr cerul înstelat,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Avem la dreapta noastră sacrul Foc: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Duhul Sfânt, Prieten adorat.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835</TotalTime>
  <Words>116</Words>
  <Application>Microsoft PowerPoint</Application>
  <PresentationFormat>On-screen Show (4:3)</PresentationFormat>
  <Paragraphs>22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192</cp:revision>
  <dcterms:created xsi:type="dcterms:W3CDTF">2013-10-07T13:04:08Z</dcterms:created>
  <dcterms:modified xsi:type="dcterms:W3CDTF">2014-01-28T10:32:24Z</dcterms:modified>
  <cp:contentStatus>test</cp:contentStatus>
</cp:coreProperties>
</file>