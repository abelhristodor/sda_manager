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Duh </a:t>
            </a:r>
            <a:r>
              <a:rPr lang="ro-RO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har preaplin</a:t>
            </a: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/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139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417255"/>
            <a:ext cx="7543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Duh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de har preaplin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Dumnezeiesc mister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Tu-mi umpli pieptul de Amin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Şi mă conduci la cer…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417255"/>
            <a:ext cx="75438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 zbate în zadar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Al mărilor tumult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Căci miezul nopţii mi-este har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plin de Tine sunt…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838200"/>
            <a:ext cx="7772400" cy="5257800"/>
          </a:xfrm>
        </p:spPr>
        <p:txBody>
          <a:bodyPr/>
          <a:lstStyle/>
          <a:p>
            <a:pPr>
              <a:buNone/>
            </a:pP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Ca soarele-nfocat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Aprinde-mi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inima,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Să fiu lumină ne-ncetat,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Unealtă-n mâna Ta!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514350" indent="-514350">
              <a:buNone/>
            </a:pPr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778</TotalTime>
  <Words>80</Words>
  <Application>Microsoft PowerPoint</Application>
  <PresentationFormat>On-screen Show (4:3)</PresentationFormat>
  <Paragraphs>22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180</cp:revision>
  <dcterms:created xsi:type="dcterms:W3CDTF">2013-10-07T13:04:08Z</dcterms:created>
  <dcterms:modified xsi:type="dcterms:W3CDTF">2013-12-03T11:35:30Z</dcterms:modified>
  <cp:contentStatus>test</cp:contentStatus>
</cp:coreProperties>
</file>