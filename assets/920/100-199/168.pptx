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68" r:id="rId3"/>
    <p:sldId id="269" r:id="rId4"/>
    <p:sldId id="270" r:id="rId5"/>
    <p:sldId id="271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O iubire-aşa deplină!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168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371600" y="381000"/>
            <a:ext cx="77724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iubire-aşa deplină,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Tu eşti cerul pe pământ!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Viaţa noastră o-nsenină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Doar cerescul Tău Cuvânt.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Voia Ta, Isuse, fie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Stâlp şi vatră de cămin,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 cerească-mpărăţie,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Printr-un strop de har divin.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168/920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371600" y="381000"/>
            <a:ext cx="77724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Ca o rază de speranţă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Peste-al inimii oftat,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Doar iubirea Ta-mi dă viaţă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mă scoate din păcat.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Alfa şi Omega-n toate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E-al credinţei har ceresc,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un vânt de libertate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Peste neamul omenesc.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168/920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371600" y="381000"/>
            <a:ext cx="77724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Dragostea mântuitoare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Stă în harul ce-l primim,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o binecuvântare,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în Templul Tău venim.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Aducându-Ţi închinare,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şi oştile de sus,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Liberaţi de tot ce doare,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Stăm puternici în Isus.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168/920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371600" y="381000"/>
            <a:ext cx="77724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Dragostea ne reclădeşte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După chip de început;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Fiecărui pregăteşte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Loc ce ochiul n-a văzut;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Din mărire la mărire,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Dumnezeu ne va schimba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Şi-mbrăcaţi în nemurire,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Slavă Lui Îi vom cânta.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168/920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929</TotalTime>
  <Words>182</Words>
  <Application>Microsoft PowerPoint</Application>
  <PresentationFormat>On-screen Show (4:3)</PresentationFormat>
  <Paragraphs>43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217</cp:revision>
  <dcterms:created xsi:type="dcterms:W3CDTF">2013-10-07T13:04:08Z</dcterms:created>
  <dcterms:modified xsi:type="dcterms:W3CDTF">2013-12-09T08:45:50Z</dcterms:modified>
  <cp:contentStatus>test</cp:contentStatus>
</cp:coreProperties>
</file>