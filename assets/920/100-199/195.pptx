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genunchi, plecaţi în rugă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genunchi, plecaţi în rugă,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Stăm în sfântă adorare,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iubirea Ta divină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ne-aducă vindecare.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genunchi, plecaţi în rugă,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Cerem, Doamne, mâini curate!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Ştim că tot ce ne mai ţine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marea-Ţi bunătate.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genunchi, plecaţi în rugă,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aducem mulţumire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suntem salvaţi din moarte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dreptate şi iubire.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genunchi, plecaţi în rugă,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Stăm prin meritele Tale,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Ţie, prin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aducem osanale!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1008</TotalTime>
  <Words>110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243</cp:revision>
  <dcterms:created xsi:type="dcterms:W3CDTF">2013-10-07T13:04:08Z</dcterms:created>
  <dcterms:modified xsi:type="dcterms:W3CDTF">2013-12-09T09:18:17Z</dcterms:modified>
  <cp:contentStatus>test</cp:contentStatus>
</cp:coreProperties>
</file>