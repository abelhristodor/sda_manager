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’Naintea feţei Tale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906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’Naintea feţei Tale,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suflet întristat,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vina mea, Isuse,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rugă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m-am plecat: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inima-mi suspină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e-atât amar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chin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Doamne, o alină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glasul Tău divin!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982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’Naintea Ta, Isuse,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toată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legea firii mele,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 Tu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poţi salva!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 Ta privire,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fug eu n-aş putea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Îmbracă-mă cu toată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eprihănirea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Ajută-mi, prin credinţă,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ăscut din nou să fiu,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S-ajung la biruinţă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 încă nu-i târziu!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al Tău în toate,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urat şi credincios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cel mai scump pe lume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ă-mi fii doar Tu,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979</TotalTime>
  <Words>135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231</cp:revision>
  <dcterms:created xsi:type="dcterms:W3CDTF">2013-10-07T13:04:08Z</dcterms:created>
  <dcterms:modified xsi:type="dcterms:W3CDTF">2013-12-09T09:00:33Z</dcterms:modified>
  <cp:contentStatus>test</cp:contentStatus>
</cp:coreProperties>
</file>