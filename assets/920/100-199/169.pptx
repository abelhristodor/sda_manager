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Doar Ţie,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Ţie, Doamne,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 păcătuit-am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rele am făcut în faţa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ştii păcatul greu ce făptuit-am,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vezi acum mâhnirea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ştiu că nu-mi vei face după fapte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nu-mi vei da aşa cum Ţi-am greşit;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preasfânt şi mare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dreptate,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ierţi pe omul pocăit.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Tu m-ai chemat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plin de îndurare pururi eşti;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Mă-nviorează Tu cu-a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vrei acum să mă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448800" cy="263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M-ajută drumul drept să-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ţin,Părinte,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inimă să strâng Cuvântul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orice-ar fi, s-alerg tot înainte,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tihna unui nou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933</TotalTime>
  <Words>147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218</cp:revision>
  <dcterms:created xsi:type="dcterms:W3CDTF">2013-10-07T13:04:08Z</dcterms:created>
  <dcterms:modified xsi:type="dcterms:W3CDTF">2013-12-09T08:46:31Z</dcterms:modified>
  <cp:contentStatus>test</cp:contentStatus>
</cp:coreProperties>
</file>