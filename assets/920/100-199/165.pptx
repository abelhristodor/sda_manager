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Nu pot să prind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cu mintea mea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165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Nu pot să prind cu mintea mea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Întreagă-nţelepciunea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Mi-ajunge-atât, să pot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e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Citesc Cuvântul Lui şi spun: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„O, Doamne, cât ai fost de bun!”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Nădejdea mea în El mi-o pun,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e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slavei tron a părăsit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moară-n lume, răstignit…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taina Celui ce-a iubit;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e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Pe-acest pământ sunt călător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drumu-i lung, obositor,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am găsit acest Izvor: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e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vrea ca în coroana Sa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Să-I fiu strălucitoare stea;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Eu cânt, chiar dacă-i lupta grea: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îmi e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165/920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886</TotalTime>
  <Words>155</Words>
  <Application>Microsoft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210</cp:revision>
  <dcterms:created xsi:type="dcterms:W3CDTF">2013-10-07T13:04:08Z</dcterms:created>
  <dcterms:modified xsi:type="dcterms:W3CDTF">2013-12-09T08:43:03Z</dcterms:modified>
  <cp:contentStatus>test</cp:contentStatus>
</cp:coreProperties>
</file>