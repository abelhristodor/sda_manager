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8" r:id="rId3"/>
    <p:sldId id="269" r:id="rId4"/>
    <p:sldId id="270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Din Golgota revărsat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123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481548"/>
            <a:ext cx="7391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Golgota revărsat,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Fluviu de iubire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Curăţeşte-orice păcat,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Face sufletul curat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Şi-aduce mântuire.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85800"/>
            <a:ext cx="7772400" cy="4267200"/>
          </a:xfrm>
        </p:spPr>
        <p:txBody>
          <a:bodyPr/>
          <a:lstStyle/>
          <a:p>
            <a:pPr>
              <a:buNone/>
            </a:pPr>
            <a:r>
              <a:rPr lang="ro-RO" sz="4000" b="1" dirty="0" smtClean="0">
                <a:solidFill>
                  <a:srgbClr val="FFDD4B"/>
                </a:solidFill>
                <a:latin typeface="Georgia" pitchFamily="18" charset="0"/>
              </a:rPr>
              <a:t>2. </a:t>
            </a:r>
            <a:r>
              <a:rPr lang="ro-RO" sz="4000" dirty="0" smtClean="0">
                <a:solidFill>
                  <a:schemeClr val="bg1"/>
                </a:solidFill>
                <a:latin typeface="Georgia" pitchFamily="18" charset="0"/>
              </a:rPr>
              <a:t>Lângă cruce-s fericit,</a:t>
            </a:r>
          </a:p>
          <a:p>
            <a:pPr>
              <a:buNone/>
            </a:pPr>
            <a:r>
              <a:rPr lang="ro-RO" sz="4000" dirty="0" smtClean="0">
                <a:solidFill>
                  <a:schemeClr val="bg1"/>
                </a:solidFill>
                <a:latin typeface="Georgia" pitchFamily="18" charset="0"/>
              </a:rPr>
              <a:t>Domnul mă susţine;</a:t>
            </a:r>
          </a:p>
          <a:p>
            <a:pPr>
              <a:buNone/>
            </a:pPr>
            <a:r>
              <a:rPr lang="ro-RO" sz="4000" dirty="0" smtClean="0">
                <a:solidFill>
                  <a:schemeClr val="bg1"/>
                </a:solidFill>
                <a:latin typeface="Georgia" pitchFamily="18" charset="0"/>
              </a:rPr>
              <a:t>Libertate am primit,</a:t>
            </a:r>
          </a:p>
          <a:p>
            <a:pPr>
              <a:buNone/>
            </a:pPr>
            <a:r>
              <a:rPr lang="ro-RO" sz="4000" dirty="0" smtClean="0">
                <a:solidFill>
                  <a:schemeClr val="bg1"/>
                </a:solidFill>
                <a:latin typeface="Georgia" pitchFamily="18" charset="0"/>
              </a:rPr>
              <a:t>Prin Isus am biruit, </a:t>
            </a:r>
          </a:p>
          <a:p>
            <a:pPr>
              <a:buNone/>
            </a:pPr>
            <a:r>
              <a:rPr lang="ro-RO" sz="4000" dirty="0" smtClean="0">
                <a:solidFill>
                  <a:schemeClr val="bg1"/>
                </a:solidFill>
                <a:latin typeface="Georgia" pitchFamily="18" charset="0"/>
              </a:rPr>
              <a:t>E har şi pentru mine!</a:t>
            </a:r>
            <a:endParaRPr lang="ro-RO" sz="4000" dirty="0">
              <a:solidFill>
                <a:schemeClr val="bg1"/>
              </a:solidFill>
              <a:latin typeface="Georg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772400" cy="4114800"/>
          </a:xfrm>
        </p:spPr>
        <p:txBody>
          <a:bodyPr/>
          <a:lstStyle/>
          <a:p>
            <a:pPr>
              <a:buNone/>
            </a:pP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Golgota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am primit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 făgăduinţă: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>
              <a:buNone/>
            </a:pP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„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Harul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Meu te-a mântuit”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Şi în viaţă am pornit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Mai tare în credinţă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</a:p>
          <a:p>
            <a:pPr>
              <a:buNone/>
            </a:pPr>
            <a:endParaRPr lang="ro-RO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304800"/>
            <a:ext cx="7772400" cy="5791200"/>
          </a:xfrm>
        </p:spPr>
        <p:txBody>
          <a:bodyPr/>
          <a:lstStyle/>
          <a:p>
            <a:pPr>
              <a:buNone/>
            </a:pP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cruce astăzi stau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Ştiu c-aşa e bine,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Veşnicia-ntreagă vreau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 vieţii apă beau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>
              <a:buNone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aştept pe Cel ce vine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652</TotalTime>
  <Words>105</Words>
  <Application>Microsoft PowerPoint</Application>
  <PresentationFormat>On-screen Show (4:3)</PresentationFormat>
  <Paragraphs>24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157</cp:revision>
  <dcterms:created xsi:type="dcterms:W3CDTF">2013-10-07T13:04:08Z</dcterms:created>
  <dcterms:modified xsi:type="dcterms:W3CDTF">2014-01-20T12:18:01Z</dcterms:modified>
</cp:coreProperties>
</file>