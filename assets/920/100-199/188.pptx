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mă plec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rugăciune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188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mă plec în rugăciune,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Domnu-aude glasul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Vine-ndată şi-mi răspunde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Şi-mi ajută-n orice greu.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totuşi zăboveşte,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Ştiu că nu sunt părăsit: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mă-nvaţă şi doreşte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aştept mai liniştit.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mă plec în rugăciune,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cerul pe pământ;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dar în El se-ascunde,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Isus cel bun şi blând.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fântână nesecată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Este-n veci iubirea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Îi spun durerea toată,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umple viaţa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mă plec în rugăciune,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Stau pe sfinte înălţimi,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pacea mă pătrunde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lumini de heruvimi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Uit atunci de suferinţă,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Uit de toată calea grea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mă bucur în credinţă,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990</TotalTime>
  <Words>144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237</cp:revision>
  <dcterms:created xsi:type="dcterms:W3CDTF">2013-10-07T13:04:08Z</dcterms:created>
  <dcterms:modified xsi:type="dcterms:W3CDTF">2013-12-09T09:11:42Z</dcterms:modified>
  <cp:contentStatus>test</cp:contentStatus>
</cp:coreProperties>
</file>