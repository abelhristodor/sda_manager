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Noi avem în cerul sfânt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95400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avem în cerul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Mare-Preot pe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Său sânge mijlocind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omul păcătos.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9487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avem un sanctuar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Sus, la tronul cel slăvit;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al harului hotar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om e cântărit.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9487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avem un legământ,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Scris cu sânge de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păstrăm sigiliul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Lui pe frunte 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419487"/>
            <a:ext cx="7315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avem un loc păstrat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 la dreapta Domnului!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şi tu să fii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neprihănirea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749</TotalTime>
  <Words>116</Words>
  <Application>Microsoft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173</cp:revision>
  <dcterms:created xsi:type="dcterms:W3CDTF">2013-10-07T13:04:08Z</dcterms:created>
  <dcterms:modified xsi:type="dcterms:W3CDTF">2013-12-03T11:18:59Z</dcterms:modified>
  <cp:contentStatus>test</cp:contentStatus>
</cp:coreProperties>
</file>