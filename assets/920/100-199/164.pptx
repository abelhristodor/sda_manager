
<file path=[Content_Types].xml><?xml version="1.0" encoding="utf-8"?>
<Types xmlns="http://schemas.openxmlformats.org/package/2006/content-types"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0.xml" ContentType="application/vnd.openxmlformats-officedocument.presentationml.slideLayout+xml"/>
  <Override PartName="/ppt/handoutMasters/handoutMaster1.xml" ContentType="application/vnd.openxmlformats-officedocument.presentationml.handoutMaster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6"/>
  </p:notesMasterIdLst>
  <p:handoutMasterIdLst>
    <p:handoutMasterId r:id="rId7"/>
  </p:handoutMasterIdLst>
  <p:sldIdLst>
    <p:sldId id="257" r:id="rId2"/>
    <p:sldId id="268" r:id="rId3"/>
    <p:sldId id="269" r:id="rId4"/>
    <p:sldId id="270" r:id="rId5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DD4B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6019" autoAdjust="0"/>
    <p:restoredTop sz="94595" autoAdjust="0"/>
  </p:normalViewPr>
  <p:slideViewPr>
    <p:cSldViewPr>
      <p:cViewPr varScale="1">
        <p:scale>
          <a:sx n="95" d="100"/>
          <a:sy n="95" d="100"/>
        </p:scale>
        <p:origin x="-432" y="-9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handoutMaster" Target="handoutMasters/handout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o-RO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BFE3429-872E-4523-809B-7A0BAA095DAB}" type="datetimeFigureOut">
              <a:rPr lang="en-US" smtClean="0"/>
              <a:pPr/>
              <a:t>12/9/2013</a:t>
            </a:fld>
            <a:endParaRPr lang="ro-RO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ro-RO" smtClean="0"/>
              <a:t>131/920</a:t>
            </a:r>
            <a:endParaRPr lang="ro-RO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6D754CC-FE53-4598-8192-1A208EF3D0F6}" type="slidenum">
              <a:rPr lang="ro-RO" smtClean="0"/>
              <a:pPr/>
              <a:t>‹#›</a:t>
            </a:fld>
            <a:endParaRPr 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o-RO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B81B913-81F6-4B4E-9B50-70EEE9F43977}" type="datetimeFigureOut">
              <a:rPr lang="en-US" smtClean="0"/>
              <a:pPr/>
              <a:t>12/9/2013</a:t>
            </a:fld>
            <a:endParaRPr lang="ro-RO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o-RO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ro-RO" smtClean="0"/>
              <a:t>131/920</a:t>
            </a:r>
            <a:endParaRPr lang="ro-R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B670031-C710-4790-BDCF-54A0A1FF89E4}" type="slidenum">
              <a:rPr lang="ro-RO" smtClean="0"/>
              <a:pPr/>
              <a:t>‹#›</a:t>
            </a:fld>
            <a:endParaRPr 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1"/>
          <p:cNvSpPr txBox="1">
            <a:spLocks noChangeArrowheads="1"/>
          </p:cNvSpPr>
          <p:nvPr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8" name="TextBox 7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  <p:sp>
        <p:nvSpPr>
          <p:cNvPr id="6" name="TextBox 1"/>
          <p:cNvSpPr txBox="1">
            <a:spLocks noChangeArrowheads="1"/>
          </p:cNvSpPr>
          <p:nvPr userDrawn="1"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11" name="TextBox 10"/>
          <p:cNvSpPr txBox="1"/>
          <p:nvPr userDrawn="1"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12" name="TextBox 11"/>
          <p:cNvSpPr txBox="1"/>
          <p:nvPr userDrawn="1"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3" name="TextBox 12"/>
          <p:cNvSpPr txBox="1"/>
          <p:nvPr userDrawn="1"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2008946-02E7-4AE2-A518-9FE65EEDFBF4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687DC62-F92A-47AE-AAAA-9175E3D912AB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4E920E-5561-434B-ACD9-8CF66811B26A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7A6DBFE-D726-44E2-8911-6170F3F39781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C215ACD-4C89-452A-A4B5-B97511FB886E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DF3C472-BEBC-4182-B538-C9C8FEFD7C03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32C5F5-FB8F-43D7-A379-4646155905D9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 smtClean="0"/>
              <a:t>Click icon to add picture</a:t>
            </a:r>
            <a:endParaRPr lang="ro-RO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3E785C2-62BC-4756-9448-4E83597DF724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3191802-2CD6-4E5E-953D-9773291BB8A5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7A5A0B3-B01E-4A32-9C4A-56431404B5AB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1"/>
          <p:cNvSpPr txBox="1">
            <a:spLocks noChangeArrowheads="1"/>
          </p:cNvSpPr>
          <p:nvPr userDrawn="1"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8" name="TextBox 7"/>
          <p:cNvSpPr txBox="1"/>
          <p:nvPr userDrawn="1"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9" name="TextBox 8"/>
          <p:cNvSpPr txBox="1"/>
          <p:nvPr userDrawn="1"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0" name="TextBox 9"/>
          <p:cNvSpPr txBox="1"/>
          <p:nvPr userDrawn="1"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ro-RO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ro-RO" smtClean="0"/>
              <a:t>Click to edit Master text styles</a:t>
            </a:r>
          </a:p>
          <a:p>
            <a:pPr lvl="1"/>
            <a:r>
              <a:rPr lang="en-US" altLang="ro-RO" smtClean="0"/>
              <a:t>Second level</a:t>
            </a:r>
          </a:p>
          <a:p>
            <a:pPr lvl="2"/>
            <a:r>
              <a:rPr lang="en-US" altLang="ro-RO" smtClean="0"/>
              <a:t>Third level</a:t>
            </a:r>
          </a:p>
          <a:p>
            <a:pPr lvl="3"/>
            <a:r>
              <a:rPr lang="en-US" altLang="ro-RO" smtClean="0"/>
              <a:t>Fourth level</a:t>
            </a:r>
          </a:p>
          <a:p>
            <a:pPr lvl="4"/>
            <a:r>
              <a:rPr lang="en-US" altLang="ro-RO" smtClean="0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 smtClean="0"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 smtClean="0"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 smtClean="0"/>
            </a:lvl1pPr>
          </a:lstStyle>
          <a:p>
            <a:pPr>
              <a:defRPr/>
            </a:pPr>
            <a:fld id="{7C9D3C46-9D38-4088-92A6-9CF3BEF27B41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49" r:id="rId12"/>
  </p:sldLayoutIdLst>
  <p:hf sldNum="0" hdr="0" dt="0"/>
  <p:txStyles>
    <p:titleStyle>
      <a:lvl1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ro-R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6"/>
          <p:cNvSpPr>
            <a:spLocks noChangeArrowheads="1"/>
          </p:cNvSpPr>
          <p:nvPr/>
        </p:nvSpPr>
        <p:spPr bwMode="auto">
          <a:xfrm>
            <a:off x="0" y="1371600"/>
            <a:ext cx="9144000" cy="2057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ctr"/>
          <a:lstStyle/>
          <a:p>
            <a:pPr marL="838200" indent="-838200" algn="ctr">
              <a:buSzPct val="150000"/>
            </a:pPr>
            <a:endParaRPr lang="fr-FR" altLang="ro-RO" sz="4400">
              <a:solidFill>
                <a:schemeClr val="tx2"/>
              </a:solidFill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0" y="2940093"/>
            <a:ext cx="9144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vi-VN" altLang="ro-RO" sz="4800" b="1" dirty="0" smtClean="0">
                <a:solidFill>
                  <a:schemeClr val="bg1"/>
                </a:solidFill>
                <a:latin typeface="Georgia" pitchFamily="18" charset="0"/>
              </a:rPr>
              <a:t>La Domnul e pace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1194137"/>
            <a:ext cx="9143999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altLang="ro-RO" sz="6000" b="1" dirty="0" smtClean="0">
                <a:solidFill>
                  <a:srgbClr val="FFDD4B"/>
                </a:solidFill>
                <a:latin typeface="Georgia" pitchFamily="18" charset="0"/>
              </a:rPr>
              <a:t>Imnul 164</a:t>
            </a:r>
            <a:endParaRPr lang="ro-RO" sz="6000" dirty="0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1905000" y="381000"/>
            <a:ext cx="7239000" cy="50167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La Domnul e pace,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E har din belşug,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Furtuna grea tace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Şi umbrele fug.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La Tine, Părinte,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Găsesc iar puteri,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Din mâinile-Ţi sfinte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Primesc mângâieri…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164/920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1905000" y="381000"/>
            <a:ext cx="7239000" cy="50167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2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La Tine-i scăpare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Când sunt apăsat,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Tu-mi dai vindecare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Din greul păcat!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La Tine-i lumină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Când noaptea e grea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Şi mâna-Ţi divină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Mă poate salva.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164/920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1905000" y="381000"/>
            <a:ext cx="7239000" cy="50167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3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La Tine e viaţa,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Când pasu-i trudit;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Doar Tu spulberi ceaţa,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De-i cerul umbrit…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Cu Tine, o, Tată,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În slavă voi sta,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În ţara visată,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Cântând: „Osana!”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164/920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Imnuri noi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Imnuri noi</Template>
  <TotalTime>883</TotalTime>
  <Words>124</Words>
  <Application>Microsoft PowerPoint</Application>
  <PresentationFormat>On-screen Show (4:3)</PresentationFormat>
  <Paragraphs>33</Paragraphs>
  <Slides>4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5" baseType="lpstr">
      <vt:lpstr>Imnuri noi</vt:lpstr>
      <vt:lpstr>Slide 1</vt:lpstr>
      <vt:lpstr>Slide 2</vt:lpstr>
      <vt:lpstr>Slide 3</vt:lpstr>
      <vt:lpstr>Slide 4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131</dc:title>
  <dc:subject>aaaaa</dc:subject>
  <dc:creator>Ionut I</dc:creator>
  <cp:lastModifiedBy>Luminita</cp:lastModifiedBy>
  <cp:revision>209</cp:revision>
  <dcterms:created xsi:type="dcterms:W3CDTF">2013-10-07T13:04:08Z</dcterms:created>
  <dcterms:modified xsi:type="dcterms:W3CDTF">2013-12-09T08:42:15Z</dcterms:modified>
  <cp:contentStatus>test</cp:contentStatus>
</cp:coreProperties>
</file>