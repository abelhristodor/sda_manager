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A-nviat Isus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489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A-nviat Isus Hristos,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ieşit victorios!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pe cruce răstignit,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Boldul morţii-a biruit!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489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nostru S-a ’nălţat,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Mare-Preot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Moartea-a doua suferind,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Lui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Păcătoşii mântuind!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489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Suferinţa ne-a purtat,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 ne-a vindecat!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Mântuiţii cântă-n cor,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Domnului oştirilor!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489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 Celui Înviat!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cu Tatăl ne-a-mpăcat!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înălţat în cânt,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Tatăl, Fiul, Duhul Sfânt!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704</TotalTime>
  <Words>47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168</cp:revision>
  <dcterms:created xsi:type="dcterms:W3CDTF">2013-10-07T13:04:08Z</dcterms:created>
  <dcterms:modified xsi:type="dcterms:W3CDTF">2014-01-20T12:24:26Z</dcterms:modified>
</cp:coreProperties>
</file>