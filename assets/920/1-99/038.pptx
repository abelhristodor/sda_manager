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Te-adorăm cu bucurie!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38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487501"/>
            <a:ext cx="7467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Te-adorăm cu bucurie,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 al slavei, plin de har,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deschidem astăzi Ţie,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Flori sub raza Ta de jar;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Libertate şi iubire,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Siguranţă ne-ai adus,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Dătător de nemurire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Sabat fără apus!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487501"/>
            <a:ext cx="7467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Faptele iubirii Tale,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Fericite-Ţi cântă-n vers,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Flori şi stele, deal şi vale,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Sfinţi şi-ntregul univers…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Păsări, codri, nor şi fulger,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Toate cântă slava Ta;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cuvânt de-al Tău ajunge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ne-aprindă inima!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487501"/>
            <a:ext cx="7467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Tu dai pace şi iertare,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Râu de binecuvântări,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Viaţă-n veci şi sărbătoare,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 repaus în cântări…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ni-eşti Tată, Hrist ni-e Frate,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 suntem ai Tăi copii,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Preaiubirea Ta, în toate,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dă sfinte bucurii…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214</TotalTime>
  <Words>157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53</cp:revision>
  <dcterms:created xsi:type="dcterms:W3CDTF">2013-10-07T13:04:08Z</dcterms:created>
  <dcterms:modified xsi:type="dcterms:W3CDTF">2014-01-21T10:46:04Z</dcterms:modified>
</cp:coreProperties>
</file>