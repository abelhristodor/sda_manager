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Slăvesc pe Dumnezeu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340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Slăvesc pe Dumnezeu,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marele „Eu Sunt”,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ce a zidit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ceruri,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am iubirea Lui,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ceeaşi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neam de neam,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Slăvesc pe Domnul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iubit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Abraam!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340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Slăvesc pe Dumnezeu,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Tare în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care-ascultă cerul tot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i-ntreg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sunt în mâna Lui,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e tot ce am,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Slăvesc pe Domnul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Abraam!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3400"/>
            <a:ext cx="7543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Slăvesc pe Dumnezeu,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lăvesc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Fiul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Duhul Său cel Sfânt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scapă de cel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m-a iubit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vrăjmaş I-eram,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Slăvesc 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Abraam!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533400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cerul înstelat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rivirea ne-ndreptăm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prin credinţă, stele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arăşi numărăm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Iehova ne va da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Canaan,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rămâne credincios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Abraam…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286</TotalTime>
  <Words>158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75</cp:revision>
  <dcterms:created xsi:type="dcterms:W3CDTF">2013-10-07T13:04:08Z</dcterms:created>
  <dcterms:modified xsi:type="dcterms:W3CDTF">2014-01-21T11:30:49Z</dcterms:modified>
</cp:coreProperties>
</file>