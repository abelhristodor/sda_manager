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6" r:id="rId3"/>
    <p:sldId id="267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Doamne, Tu mi-eşti bucuria!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84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505361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Tu mi-eşti bucuria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lumina vieţii mi-eşti,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Celor răi, ce-mi vor pieirea,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Planul Tu le nimiceşti!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Mâna Ta ocrotitoare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Mi-este sprijin, mi-este scut,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bezna cât de mare,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Drumul meu Ţi-e cunoscut!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505361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Tu mi-eşti fericirea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plăcerea vieţii mi-eşti,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Tu-mi veghezi călătoria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palatele cereşti!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Bată vânt de prigonire,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Nori de ură adunând,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Harul Tău mi-e izbăvire,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Pace-n suflet, pace-n gând!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490</TotalTime>
  <Words>100</Words>
  <Application>Microsoft PowerPoint</Application>
  <PresentationFormat>On-screen Show (4:3)</PresentationFormat>
  <Paragraphs>22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Imnuri noi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109</cp:revision>
  <dcterms:created xsi:type="dcterms:W3CDTF">2013-10-07T13:04:08Z</dcterms:created>
  <dcterms:modified xsi:type="dcterms:W3CDTF">2014-01-21T12:05:37Z</dcterms:modified>
</cp:coreProperties>
</file>