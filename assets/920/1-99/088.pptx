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sus de cerul înstelat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sus de cerul înstelat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un Prieten minunat: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Domnul, Fiu de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cel scump, El este-al meu!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Ştiu că e-al meu, căci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 e necontenit,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E-atâta slavă-n jurul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Cel Slăvit, Isus, 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E-al meu, căci S-a crucificat,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mântuit, m-a liberat,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bucuros mă-nchin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Şi-s fericit că El e-al meu!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Ştiu că e-al meu, căci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 e necontenit,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E-atâta slavă-n jurul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Cel Slăvit, Isus, 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inimă domneşte 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va mai pleca defel;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viţa în butucul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sunt în El, şi El e-al meu!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Ştiu că e-al meu, căci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 e necontenit,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E-atâta slavă-n jurul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Cel Slăvit, Isus, 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505361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Şi-odată, când El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Mărirea-I toată voi privi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Şi-oi zice, strâns la pieptul Său: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Acum, pe veci, Isus e-al meu!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Ştiu că e-al meu, căci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 e necontenit,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E-atâta slavă-n jurul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Cel Slăvit, Isus, 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501</TotalTime>
  <Words>255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115</cp:revision>
  <dcterms:created xsi:type="dcterms:W3CDTF">2013-10-07T13:04:08Z</dcterms:created>
  <dcterms:modified xsi:type="dcterms:W3CDTF">2014-01-21T12:12:02Z</dcterms:modified>
</cp:coreProperties>
</file>