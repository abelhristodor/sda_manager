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71" r:id="rId4"/>
    <p:sldId id="273" r:id="rId5"/>
    <p:sldId id="270" r:id="rId6"/>
    <p:sldId id="268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Cel din slăvi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296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Cel din slăvi înalţ a mea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Spre-al meu Părinte bun şi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a pus pământului hotare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Isus mi-a dat ca Salvator!</a:t>
            </a:r>
          </a:p>
          <a:p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067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De-aceea-Ţi cânt, divin Mântuitor: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mare eşti! Ce mare 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al meu Părinte iubitor!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mare eşti! Ce mare eşti!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52400"/>
            <a:ext cx="10058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Când mă zbăteam şi nu găseam salvare,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ro-RO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ând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totul se pierdea-n întunecimi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 cel rău cerca să mă doboare,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M-a întărit Isus din înălţimi!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2600"/>
            <a:ext cx="8458200" cy="4343400"/>
          </a:xfrm>
        </p:spPr>
        <p:txBody>
          <a:bodyPr/>
          <a:lstStyle/>
          <a:p>
            <a:pPr>
              <a:buNone/>
            </a:pP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Lumina Sa din slăvile senine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 răsărit pe drumul spre Calvar…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S-a dat ca jertfă pentru mine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mi-a adus iertarea Lui în dar. </a:t>
            </a:r>
          </a:p>
          <a:p>
            <a:pPr>
              <a:buNone/>
            </a:pPr>
            <a:endParaRPr lang="ro-RO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69642"/>
            <a:ext cx="8763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va veni în ziua Lui cea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va lua în slăvile cereşti;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De-abia aştept să strig cu voce tare: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„Isuse-al meu, ce bun şi mare eşti!”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223</TotalTime>
  <Words>187</Words>
  <Application>Microsoft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54</cp:revision>
  <dcterms:created xsi:type="dcterms:W3CDTF">2013-10-07T13:04:08Z</dcterms:created>
  <dcterms:modified xsi:type="dcterms:W3CDTF">2014-01-21T10:04:58Z</dcterms:modified>
</cp:coreProperties>
</file>