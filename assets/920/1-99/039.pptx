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Slavă azi şi-n veşnicie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39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487501"/>
            <a:ext cx="7467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Slavă azi şi-n veşnicie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Ţi-aducem, Tată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marea bogăţie,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Dată astăzi prin Cuvânt!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 dat viaţă, fericire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lumina vieţii noi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ne-ai dat spre mântuire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tot cerul, pentru noi!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487501"/>
            <a:ext cx="7467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Cinste azi şi-n veşnicie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Ţi-aducem, scump Isus,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marea bucurie,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tot ce ne-ai adus!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Tu, prin jertfa vieţii Tale,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Ne-ai salvat, ne-ai mântuit,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aceea, osanale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Îţi aducem, Miel iubit!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214</TotalTime>
  <Words>105</Words>
  <Application>Microsoft PowerPoint</Application>
  <PresentationFormat>On-screen Show (4:3)</PresentationFormat>
  <Paragraphs>22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Imnuri noi</vt:lpstr>
      <vt:lpstr>Slide 1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54</cp:revision>
  <dcterms:created xsi:type="dcterms:W3CDTF">2013-10-07T13:04:08Z</dcterms:created>
  <dcterms:modified xsi:type="dcterms:W3CDTF">2014-01-21T10:46:45Z</dcterms:modified>
</cp:coreProperties>
</file>