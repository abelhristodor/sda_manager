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6" r:id="rId3"/>
    <p:sldId id="267" r:id="rId4"/>
    <p:sldId id="268" r:id="rId5"/>
    <p:sldId id="269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Al meu eşti, Isuse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91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81000" y="505361"/>
            <a:ext cx="8686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Al meu eşti, Isuse, şi cât Te iubesc!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Dorinţi nesupuse cu drag Îţi jertfesc!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 viaţă curată mi-ai dat să trăiesc;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Azi, ca niciodată, Isus, Te iubesc!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81000" y="505361"/>
            <a:ext cx="8686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Cu mult înainte de-a şti, m-ai iubit,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cruce, Preasfinte, iertare-ai urzit…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Cunună-ncrustată cu spini preţuiesc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cânt înc-o dată: Isus, Te iubesc!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381000"/>
            <a:ext cx="9906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Cu Tine m-ajută să trec valea grea,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Suflare-mprumută-mi atât cât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vei vrea!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Când fruntea plecată în moarte-odihnesc,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ştii înc-o dată: Isus, Te iubesc!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81000" y="505361"/>
            <a:ext cx="8686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Cunună de glorii, lumini voi purta,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spaţii, cu sorii, aşa voi cânta: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„Fiinţă-adorată pe tronul ceresc,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Îţi cânt încă-o dată: Isus, Te iubesc!”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510</TotalTime>
  <Words>162</Words>
  <Application>Microsoft PowerPoint</Application>
  <PresentationFormat>On-screen Show (4:3)</PresentationFormat>
  <Paragraphs>25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119</cp:revision>
  <dcterms:created xsi:type="dcterms:W3CDTF">2013-10-07T13:04:08Z</dcterms:created>
  <dcterms:modified xsi:type="dcterms:W3CDTF">2014-01-21T12:14:27Z</dcterms:modified>
</cp:coreProperties>
</file>