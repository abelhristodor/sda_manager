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6" r:id="rId3"/>
    <p:sldId id="267" r:id="rId4"/>
    <p:sldId id="268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Ca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apa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în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pustie</a:t>
            </a:r>
            <a:endParaRPr lang="fr-F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95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133600" y="505361"/>
            <a:ext cx="6934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Ca apa în pustie,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florile-n cărări,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Izvor de bucurie,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har şi adevăr,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cântec, e viaţă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scut în orice greu;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Aşa-i Isus, Isus cel viu,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Aşa e Domnul meu!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133600" y="505361"/>
            <a:ext cx="6934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Ca stânca în furtună,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pacea în dureri,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numai vreme bună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ani de primăveri,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soare, speranţă,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Prieten bun, mereu;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Aşa-i Isus, Isus cel viu,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Aşa e Domnul meu!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133600" y="505361"/>
            <a:ext cx="6934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Ca zorii după noapte,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pomul înflorit,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zboru-n libertate,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visul împlinit,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Căminul şi cerul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tot ce-aş vrea mereu;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Aşa-i Isus, Isus cel viu,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Aşa e Domnul meu!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524</TotalTime>
  <Words>144</Words>
  <Application>Microsoft PowerPoint</Application>
  <PresentationFormat>On-screen Show (4:3)</PresentationFormat>
  <Paragraphs>32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122</cp:revision>
  <dcterms:created xsi:type="dcterms:W3CDTF">2013-10-07T13:04:08Z</dcterms:created>
  <dcterms:modified xsi:type="dcterms:W3CDTF">2014-01-21T12:17:14Z</dcterms:modified>
</cp:coreProperties>
</file>