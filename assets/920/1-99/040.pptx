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Lăudaţi pe Domnul slavei!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Lăudaţi pe Domnul slavei,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 al harului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a fost vestit de veacuri,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Său Nume Îl cinstim.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a Sa iubire mare,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creat, ai Săi să fim,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Azi, cu ceru-n adorare,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Ne-nchinăm şi-L preamărim.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Lăudaţi pe Domnul slavei,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ce ne-a răscumpărat!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ne-a dat veşminte albe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un nume minunat.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 Mielul cel de jertfă,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Moartea Lui ne-a mântuit,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L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umina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vieţii noastre,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Fie-n veci de noi slăvit!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533400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Ridicaţi-vă privirea: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Sfântă-i Maiestatea Sa,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Galaxii de îngeri cântă,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cu ei Îi vom cânta!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Înspre ceruri tot aleargă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Voci şi strigăte de dor: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Te-aşteptăm, o, Domn al slavei,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Vino, Domn al domnilor!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237</TotalTime>
  <Words>166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58</cp:revision>
  <dcterms:created xsi:type="dcterms:W3CDTF">2013-10-07T13:04:08Z</dcterms:created>
  <dcterms:modified xsi:type="dcterms:W3CDTF">2014-01-21T11:07:52Z</dcterms:modified>
</cp:coreProperties>
</file>