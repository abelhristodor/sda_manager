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64" r:id="rId4"/>
    <p:sldId id="265" r:id="rId5"/>
    <p:sldId id="26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Iehova-i din veac</a:t>
            </a:r>
            <a:endParaRPr lang="fr-FR" altLang="ro-RO" sz="4800" b="1" dirty="0" smtClean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609600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Iehova-i din veac pe-al gloriei tron!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Măriţi-L pe El, ca Rege şi Domn!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faptele voastre şi-n glasul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oricui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fie dreptatea şi dragostea Lui!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533400"/>
            <a:ext cx="9144000" cy="2630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poate din nori să-Şi facă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soli,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flăcări şi vânt, umili slujitori!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slava luminii, hotar netrecut,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are sălaşul, de nimeni văzut!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533400"/>
            <a:ext cx="8991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Nimic nu-i în cer, nimic pe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Decât poruncit de glasul Său sfânt!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planul Său mare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schimbă pe regi,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daţi închinare, popoare întregi!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609600"/>
            <a:ext cx="9067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Zidiri şi făpturi cumva de-ar pieri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munţi în adânc, sub mări de-ar fugi,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Iehova rămâne pe-al gloriei tron,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Mărit în vecie, ca Rege şi Domn!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140</TotalTime>
  <Words>163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35</cp:revision>
  <dcterms:created xsi:type="dcterms:W3CDTF">2013-10-07T13:04:08Z</dcterms:created>
  <dcterms:modified xsi:type="dcterms:W3CDTF">2014-01-20T11:45:58Z</dcterms:modified>
</cp:coreProperties>
</file>