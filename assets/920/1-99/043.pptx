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Mulţumiţi lui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Mulţumiţi lui Dumnezeu că bun 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Suflete, tresaltă vesel deci!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Grijile le-azvârle, cântă, spune: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(:„Bunătatea Lui durează-n veci!”:)</a:t>
            </a:r>
            <a:endParaRPr lang="sv-SE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Israel, aleasă moştenire,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pustiu cu Domnul poţi să treci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cânţi săltând de fericire: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(:„Bunătatea Lui durează-n veci!”:)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credinţă mergem înainte,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e-n Isus, nu-n forme reci;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Preamăriţi pe singurul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(:„Bunătatea Lui durează-n veci!”:)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temi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Domnu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oricând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3800" dirty="0" err="1" smtClean="0">
                <a:solidFill>
                  <a:schemeClr val="bg1"/>
                </a:solidFill>
                <a:latin typeface="Georgia" pitchFamily="18" charset="0"/>
              </a:rPr>
              <a:t>oriunde</a:t>
            </a:r>
            <a:r>
              <a:rPr lang="fr-FR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Dacă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numai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supus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pleci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Orice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zice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Satan, tu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răspunde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(:„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Bunătatea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durează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veci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246</TotalTime>
  <Words>141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62</cp:revision>
  <dcterms:created xsi:type="dcterms:W3CDTF">2013-10-07T13:04:08Z</dcterms:created>
  <dcterms:modified xsi:type="dcterms:W3CDTF">2014-01-21T11:11:59Z</dcterms:modified>
</cp:coreProperties>
</file>