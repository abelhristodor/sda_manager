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Preasfinte Creator!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 11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609600"/>
            <a:ext cx="7391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Preasfinte Creator,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viaţa zămisleşti,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(:Tu eşti izvorul dătător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bunuri pământeşti.:)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609600"/>
            <a:ext cx="7391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mâna Ta făcut,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viaţa încă-mi ţii;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(:Întotdeauna Ţi-a plăcut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 bun să-mi fii.:)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609600"/>
            <a:ext cx="7391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Revarsă-Ţi mila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Greşelile să-mi ierţi,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(:Prin Spiritul Tău pururea,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să mă-ndrepţi!:)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106</TotalTime>
  <Words>83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24</cp:revision>
  <dcterms:created xsi:type="dcterms:W3CDTF">2013-10-07T13:04:08Z</dcterms:created>
  <dcterms:modified xsi:type="dcterms:W3CDTF">2014-01-20T11:37:22Z</dcterms:modified>
</cp:coreProperties>
</file>