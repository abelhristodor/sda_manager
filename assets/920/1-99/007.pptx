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64" r:id="rId4"/>
    <p:sldId id="265" r:id="rId5"/>
    <p:sldId id="26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8194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Ţi-nalţ, Iehova-n veci cântare!</a:t>
            </a:r>
            <a:endParaRPr lang="fr-FR" altLang="ro-RO" sz="4800" b="1" dirty="0" smtClean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en-US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609600"/>
            <a:ext cx="8610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Ţi-nalţ, Iehova-n veci cântare,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numai Tu eşti veşnic Dumnezeu!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Ţi-aduc deplină închinare,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rog să-mi dai şi astăzi Duhul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Ca-n Numele iubitului Tău Fiu,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rugă şi-n purtări pe plac să-Ţi fiu!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609600"/>
            <a:ext cx="8610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Fiul Tău condu-mă, Tată,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El la Tine să m-aducă-apoi,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Ta cea minunată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pună-n mine gând şi simţuri noi!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Şi-aşa să gust de-acum odihna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veac de veac să-Ţi cânt Aleluia!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609600"/>
            <a:ext cx="8610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Ah, dă-mi, Părinte-acum putere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preţuiesc Cuvântul Tău divin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totdeauna cu plăcere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Duh şi-n adevăr să mă închin,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ca purtat de Spiritul Tău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Întreaga veşnicie psalmi să-Ţi cânt!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609600"/>
            <a:ext cx="8610600" cy="3847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fericit cât nu se poate: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e-al meu la dreapta Ta, în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„Da” şi „Amin” în El sunt toate,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Oricâte în credinţă-aş vrea să-Ţi cer!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fericit sunt şi de-acum, mereu,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drag Îţi cânt, puternic Dumnezeu!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92</TotalTime>
  <Words>211</Words>
  <Application>Microsoft PowerPoint</Application>
  <PresentationFormat>On-screen Show (4:3)</PresentationFormat>
  <Paragraphs>34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22</cp:revision>
  <dcterms:created xsi:type="dcterms:W3CDTF">2013-10-07T13:04:08Z</dcterms:created>
  <dcterms:modified xsi:type="dcterms:W3CDTF">2014-01-20T11:33:17Z</dcterms:modified>
</cp:coreProperties>
</file>