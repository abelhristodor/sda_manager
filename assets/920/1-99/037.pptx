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  <p:sldId id="269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3" d="100"/>
          <a:sy n="93" d="100"/>
        </p:scale>
        <p:origin x="-50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Slăviţi pe Domnul!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10058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Slăviţi pe Domnul!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cântaţi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 şi ceruri,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line de uimire!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tot ce face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e nici grăbire,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zăbovire!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228600"/>
            <a:ext cx="10058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 la Domnul,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eamuri şi popoare!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suferinţă,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dă vindecare!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 primeşte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zi, cu îndurare,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fiecare!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457201"/>
            <a:ext cx="8915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tronul milei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speranţa toată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vina noastră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oate fi iertată!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frumoasă-i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ragostea de Tată,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Nemăsurată!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533400"/>
            <a:ext cx="8915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Lumina lumii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ne însoţească,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învăţăm, azi,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imba îngerească!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Cuvântul, plin de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ragoste cerească,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se-mplinească!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906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Cel Puternic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otu-i cu putinţă!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Trăim prin har şi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ergem prin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împlineşte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rice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trebuinţă,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biruinţă!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224</TotalTime>
  <Words>183</Words>
  <Application>Microsoft PowerPoint</Application>
  <PresentationFormat>On-screen Show (4:3)</PresentationFormat>
  <Paragraphs>47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57</cp:revision>
  <dcterms:created xsi:type="dcterms:W3CDTF">2013-10-07T13:04:08Z</dcterms:created>
  <dcterms:modified xsi:type="dcterms:W3CDTF">2014-01-21T10:46:13Z</dcterms:modified>
</cp:coreProperties>
</file>