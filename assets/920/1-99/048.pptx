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Măriţi pe Domnul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pe Domnul ne-ncetat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El ne-a binecuvântat!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Măriţi, voi, ceruri şi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Tatăl, Fiul, Duhul Sfânt!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256</TotalTime>
  <Words>42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64</cp:revision>
  <dcterms:created xsi:type="dcterms:W3CDTF">2013-10-07T13:04:08Z</dcterms:created>
  <dcterms:modified xsi:type="dcterms:W3CDTF">2014-01-21T11:16:36Z</dcterms:modified>
</cp:coreProperties>
</file>