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e bun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13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609600"/>
            <a:ext cx="8153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e bun, Domnul e bun,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de bun este Dumnezeu!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609600"/>
            <a:ext cx="8534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braţul Său, pe braţul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poartă-n veci bunul Dumnezeu.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609600"/>
            <a:ext cx="8534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Cât mai trăiesc, cât mai trăiesc,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ce-mi doresc este Dumnezeu.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609600"/>
            <a:ext cx="8534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slăvit, fie slăvit,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slăvit fie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116</TotalTime>
  <Words>92</Words>
  <Application>Microsoft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26</cp:revision>
  <dcterms:created xsi:type="dcterms:W3CDTF">2013-10-07T13:04:08Z</dcterms:created>
  <dcterms:modified xsi:type="dcterms:W3CDTF">2014-01-20T11:40:00Z</dcterms:modified>
</cp:coreProperties>
</file>