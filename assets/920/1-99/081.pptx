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Nu-i decât un singur Nume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93455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Nu-i decât un singur Nume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mă poate mântui;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rostul meu prin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dureri şi bucurii…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Isus, e Salvatorul,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Isus, e Domnul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 şi sus, în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cu El să fiu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</a:t>
            </a:r>
            <a:r>
              <a:rPr lang="ro-RO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93455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N-am decât un singur Frate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Ce m-ajută când mi-e greu,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Mi Se-arată de departe,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Cu iubire-n drumul meu…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Isus, e Salvatorul,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Isus, e Domnul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 şi sus, în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cu El să fiu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93455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o singură speranţă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înalţă pân’ la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 veste despre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toate câte pier…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Isus, e Salvatorul,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Isus, e Domnul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 şi sus, în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cu El să fiu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443</TotalTime>
  <Words>185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104</cp:revision>
  <dcterms:created xsi:type="dcterms:W3CDTF">2013-10-07T13:04:08Z</dcterms:created>
  <dcterms:modified xsi:type="dcterms:W3CDTF">2014-01-21T12:03:34Z</dcterms:modified>
</cp:coreProperties>
</file>