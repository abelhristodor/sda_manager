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Isus, Prieten minunat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05361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Prieten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cerurile ’nalte,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pân’ la mine S-a plecat,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când eram în moarte…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scos din foc, m-a scos din val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braţul Său cel 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am, la marea de cristal,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Cetate de scăpare!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05361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Prieten minunat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bun cât nu se poate,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fericit că L-am aflat,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mă-nţelege-n toate;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nicio teamă nu mai am: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duce-a mea povară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glasul Său e sfânt balsam,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să nu mă doară…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05361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Prieten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orice-ar fi să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braţul Său eu sunt purtat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pace şi lumină;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niciun pas pe calea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singur nu mă lasă,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parcă-am început deja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Vecia cea frumoasă…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504</TotalTime>
  <Words>161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116</cp:revision>
  <dcterms:created xsi:type="dcterms:W3CDTF">2013-10-07T13:04:08Z</dcterms:created>
  <dcterms:modified xsi:type="dcterms:W3CDTF">2014-01-21T12:13:16Z</dcterms:modified>
</cp:coreProperties>
</file>