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Pentru tot ce ai creat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481548"/>
            <a:ext cx="7315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Pentru tot ce ai creat,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Cer, pământ şi mare,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viaţa ce ne-ai dat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S-o trăim sub soare,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preamărit să fii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ai Tăi iubiţi copii!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Veşnică-nchinare!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533400"/>
            <a:ext cx="8305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Pentru-al nostru scump cămin,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 de voioşie,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pacea lui ce-o ştim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Încă din pruncie,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ziua de Sabat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odihna ce ne-ai dat,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Slavă-n veşnicie!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457200"/>
            <a:ext cx="8686800" cy="442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Pentru Fiul Tău trimis,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a noastră fire, 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Cel ce ne-a deschis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 de mântuire,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preamărit să fii!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Aleluia-n veşnicii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Pentru-a Ta iubire!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180</TotalTime>
  <Words>107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46</cp:revision>
  <dcterms:created xsi:type="dcterms:W3CDTF">2013-10-07T13:04:08Z</dcterms:created>
  <dcterms:modified xsi:type="dcterms:W3CDTF">2014-01-21T10:00:56Z</dcterms:modified>
</cp:coreProperties>
</file>