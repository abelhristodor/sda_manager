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De-a lungul marilor vecii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 lungul marilor vecii,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slăvi de cer să cânt,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în locul meu veni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plângă pe pământ…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port, prin lumi de heruvimi,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Coroana de lumini,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 purtat în locul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Cununa cea de spini…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trec al nemuririi prag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Acas’, la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pragul morţii l-a trecut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Pe-o cruce-n locul meu…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De-aşa de mult cât m-a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 fost răscumpărat,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plec şi frunte, şi genunchi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În veşnic adorat.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381</TotalTime>
  <Words>113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93</cp:revision>
  <dcterms:created xsi:type="dcterms:W3CDTF">2013-10-07T13:04:08Z</dcterms:created>
  <dcterms:modified xsi:type="dcterms:W3CDTF">2014-01-21T11:55:23Z</dcterms:modified>
</cp:coreProperties>
</file>