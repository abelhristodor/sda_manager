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4" r:id="rId4"/>
    <p:sldId id="265" r:id="rId5"/>
    <p:sldId id="266" r:id="rId6"/>
    <p:sldId id="267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819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cerul </a:t>
            </a:r>
            <a:r>
              <a:rPr lang="vi-VN" altLang="ro-RO" sz="4800" dirty="0" smtClean="0">
                <a:solidFill>
                  <a:schemeClr val="bg1"/>
                </a:solidFill>
                <a:latin typeface="Georgia" pitchFamily="18" charset="0"/>
              </a:rPr>
              <a:t>’</a:t>
            </a:r>
            <a:r>
              <a:rPr lang="ro-RO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nalt de slavă plin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en-US" sz="60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609600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cerul ’nalt, de slavă plin,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Tronează Dumnezeu;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El, mai presus de heruvimi,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’Şi-ntinde cortul Său.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609600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mii de inimi să ’nălţăm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Cântare pentru El!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E-aşa de drept, e-aşa de bun,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altul nu-i la fel.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609600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mila Sa, El ne-a cuprins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planul de salvat;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fiecare a făcut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păcătos iertat…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609600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Primească slavă ne-ncetat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partea orişicui!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ştim nimic mai minunat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Decât iubirea Lui.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609600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parcă, tainic, auzim,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Dinspre-al veciei val,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imn ce vom cânta curând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marea de cristal.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97</TotalTime>
  <Words>153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20</cp:revision>
  <dcterms:created xsi:type="dcterms:W3CDTF">2013-10-07T13:04:08Z</dcterms:created>
  <dcterms:modified xsi:type="dcterms:W3CDTF">2014-01-20T11:35:26Z</dcterms:modified>
</cp:coreProperties>
</file>