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Să-L lăudăm pe Dumnezeu!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32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815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Să-L lăudăm pe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harul Său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ne poartă-n carul Său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biruinţe plin!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Să-L lăudăm cu toţi acum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şi-n cântări,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Domnul ne croieşte drum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valuri de-ncercări!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81548"/>
            <a:ext cx="8153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poartă pe al Său popor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asprele cărări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Şi-l înconjoară,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binecuvântări.</a:t>
            </a: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faţa Lui, duşmanii tac,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noi suntem ai Lui.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Nespus de mare e în veac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Domnului!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32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187</TotalTime>
  <Words>104</Words>
  <Application>Microsoft PowerPoint</Application>
  <PresentationFormat>On-screen Show (4:3)</PresentationFormat>
  <Paragraphs>24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48</cp:revision>
  <dcterms:created xsi:type="dcterms:W3CDTF">2013-10-07T13:04:08Z</dcterms:created>
  <dcterms:modified xsi:type="dcterms:W3CDTF">2014-01-21T10:02:18Z</dcterms:modified>
</cp:coreProperties>
</file>