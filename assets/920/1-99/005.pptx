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3" r:id="rId3"/>
    <p:sldId id="264" r:id="rId4"/>
    <p:sldId id="265" r:id="rId5"/>
    <p:sldId id="266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40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4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8194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Dragoste divină</a:t>
            </a:r>
            <a:endParaRPr lang="fr-FR" altLang="ro-RO" sz="4800" b="1" dirty="0" smtClean="0"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398059" y="1194137"/>
            <a:ext cx="262604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</a:t>
            </a:r>
            <a:endParaRPr lang="ro-RO" altLang="ro-RO" sz="6000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953000" y="1195252"/>
            <a:ext cx="64633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dirty="0" smtClean="0">
                <a:solidFill>
                  <a:srgbClr val="FFDD4B"/>
                </a:solidFill>
                <a:latin typeface="Georgia" pitchFamily="18" charset="0"/>
              </a:rPr>
              <a:t>5</a:t>
            </a:r>
            <a:endParaRPr lang="ro-RO" sz="6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04800" y="609600"/>
            <a:ext cx="85344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Dragoste divină,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V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oie dă-mi şi mie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aşa-n nevrednicie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privesc în raza-Ţi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de sus răsare,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Încălzind pe orişicare!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Buni sau răi, sunt ai Tăi,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 te uiţi la cine,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T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uturor faci bine…</a:t>
            </a:r>
            <a:endParaRPr lang="ro-RO" sz="4000" dirty="0"/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6890" y="5334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04800" y="609600"/>
            <a:ext cx="85344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Aer, mări, uscaturi,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O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glindesc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cu toate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Uimitoarea-Ţi bunătate!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Marea Ta răbdare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ătre toţi se-arată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Tot mereu mai minunată!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Unii spun: „La ce bun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Multa-ngăduinţă?”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spre pocăinţă!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endParaRPr lang="ro-RO" sz="4000" dirty="0"/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6890" y="533400"/>
            <a:ext cx="67358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endParaRPr lang="ro-RO" sz="4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04800" y="609600"/>
            <a:ext cx="85344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Pentru-a Ta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iubire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N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 găsim cuvinte,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Ea nici nu încape-n minte…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Zi cu zi îngădui,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L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aşi nerăzbunate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 mulţime de păcate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.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 arăţi către toţi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Milă şi iubire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F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ără părtinire!</a:t>
            </a:r>
            <a:endParaRPr lang="ro-RO" sz="4000" dirty="0"/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6890" y="533400"/>
            <a:ext cx="67358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endParaRPr lang="ro-RO" sz="4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04800" y="609600"/>
            <a:ext cx="85344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Rareori vreunul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A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primit vreodată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 răsplată după faptă;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Bucuros, Părinte,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 ierţi pe oricine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se-ntoarce către Tine!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strigăm sau oftăm,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Inima-Ţi de Tată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smtClean="0">
                <a:solidFill>
                  <a:schemeClr val="bg1"/>
                </a:solidFill>
                <a:latin typeface="Georgia" pitchFamily="18" charset="0"/>
              </a:rPr>
              <a:t>E</a:t>
            </a:r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ste-adânc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mişcată. </a:t>
            </a:r>
            <a:endParaRPr lang="ro-RO" sz="4000" dirty="0"/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6890" y="533400"/>
            <a:ext cx="6864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endParaRPr lang="ro-RO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73</TotalTime>
  <Words>36</Words>
  <Application>Microsoft PowerPoint</Application>
  <PresentationFormat>On-screen Show (4:3)</PresentationFormat>
  <Paragraphs>51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Ionut I</dc:creator>
  <cp:lastModifiedBy>Luminita</cp:lastModifiedBy>
  <cp:revision>21</cp:revision>
  <dcterms:created xsi:type="dcterms:W3CDTF">2013-10-07T13:04:08Z</dcterms:created>
  <dcterms:modified xsi:type="dcterms:W3CDTF">2014-01-20T11:32:00Z</dcterms:modified>
</cp:coreProperties>
</file>