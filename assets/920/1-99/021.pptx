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4" r:id="rId3"/>
    <p:sldId id="265" r:id="rId4"/>
    <p:sldId id="266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Un imn de slavă</a:t>
            </a:r>
            <a:endParaRPr lang="fr-FR" altLang="ro-RO" sz="4800" b="1" dirty="0" smtClean="0"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21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228601"/>
            <a:ext cx="8534400" cy="2616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44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imn de slavă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reau să-Ţi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el să Te măresc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tuturor, pe-acest pământ,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vreau să Te vestesc!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21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45720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eşti izvor de bucurii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binecuvântări!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Tu să fii şi-n veşnicii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A’ noastre desfătări.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21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457200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ne trimiţi, chiar şi-n nevoi,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Eterne mângâieri…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De-aceea ne supunem noi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Preasfintei Tale vreri!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21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153</TotalTime>
  <Words>93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36</cp:revision>
  <dcterms:created xsi:type="dcterms:W3CDTF">2013-10-07T13:04:08Z</dcterms:created>
  <dcterms:modified xsi:type="dcterms:W3CDTF">2014-01-20T11:48:47Z</dcterms:modified>
</cp:coreProperties>
</file>