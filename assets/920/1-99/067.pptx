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Nume ca al nimănui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Un Nume, ca al nimănui,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E Domnul meu iubit!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Îmi e de-ajuns iubirea Lui,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Prin care m-a găsit.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sus în cer, nici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ştiu, mai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că Domnul a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ce privirea mi-aş opri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tot ce-i trecător,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ştiu că voi vedea curând,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 meu Mântuitor?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sus în cer, nici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ştiu, mai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că Domnul a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Vrăjmaşii-s mulţi pe drumul greu,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nu mă tem de 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să ştiu că El,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Veghează paşii mei.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sus în cer, nici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ştiu, mai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că Domnul a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Prin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toate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zilnic pier,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dacă trec plângând,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loc de-odihnă am în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voi primi curând!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sus în cer, nici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ştiu, mai minunat,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că Domnul a murit,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răscumpărat!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329</TotalTime>
  <Words>234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84</cp:revision>
  <dcterms:created xsi:type="dcterms:W3CDTF">2013-10-07T13:04:08Z</dcterms:created>
  <dcterms:modified xsi:type="dcterms:W3CDTF">2014-01-21T11:49:54Z</dcterms:modified>
</cp:coreProperties>
</file>