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Nume frumos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77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Nume frumos e Numele 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cum altul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poate fi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cântă-n slavă îngeri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cântă şi soarele-n zori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poartă-n lume mari minuni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stele, prin ape şi nori…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e Numele 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cum altul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poate fi spus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cum nu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fost rostit,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în ceruri ne e pregătit.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De-L vom urma, de-L vom iubi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Domnul, aşa cum e scris,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vom purta în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slavă de nou Paradis…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cum nu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fost rostit,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frumos în ceruri ne e pregătit.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453</TotalTime>
  <Words>134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109</cp:revision>
  <dcterms:created xsi:type="dcterms:W3CDTF">2013-10-07T13:04:08Z</dcterms:created>
  <dcterms:modified xsi:type="dcterms:W3CDTF">2014-01-21T12:04:36Z</dcterms:modified>
</cp:coreProperties>
</file>