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fie harul Domnului Hristos…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334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 harul Domnului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iubirea Tatălui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Şi-mpărtăşirea Duhului Preasfânt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cu toţi, acum şi pururi.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271</TotalTime>
  <Words>38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68</cp:revision>
  <dcterms:created xsi:type="dcterms:W3CDTF">2013-10-07T13:04:08Z</dcterms:created>
  <dcterms:modified xsi:type="dcterms:W3CDTF">2014-01-21T11:21:49Z</dcterms:modified>
</cp:coreProperties>
</file>