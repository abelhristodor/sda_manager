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 iubit, Te-adorăm!</a:t>
            </a:r>
            <a:endParaRPr lang="sv-SE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3340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 iubit, Te-adorăm cu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pământul cântă slava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iubirea 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vom cânta mărirea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Scumpe Isus, Te-adorăm cu 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pământul cântă jertfa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crucea 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vom cânta iubirea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448800" cy="263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Spirit Sfânt, Te-adorăm cu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pământul cântă mila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pacea Ta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vom cânta-ndurarea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242</TotalTime>
  <Words>110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61</cp:revision>
  <dcterms:created xsi:type="dcterms:W3CDTF">2013-10-07T13:04:08Z</dcterms:created>
  <dcterms:modified xsi:type="dcterms:W3CDTF">2014-01-21T11:12:43Z</dcterms:modified>
</cp:coreProperties>
</file>