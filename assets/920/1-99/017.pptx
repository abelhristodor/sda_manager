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 sfinte, Te mărim!</a:t>
            </a:r>
            <a:endParaRPr lang="fr-FR" altLang="ro-RO" sz="4800" b="1" dirty="0" smtClean="0"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 sfinte, Te mărim!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puterea Ta măiastră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Povestesc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le privim,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Stelele din bolta-albastră;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ce haru-Ţi spre noi pleci,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Neschimbat rămâi în veci!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Tot ce poartă slava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Îngerii în mii de cete,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Adunaţi spre a-Ţi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Nu-ncetează să repete: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„Sfânt e peste toate-n tot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Dumnezeul Savaot!”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60960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Dar mai scumpă decât tot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Ţi-este slaba mea cântare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Ce-o înalţ aşa cum pot,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această adunare;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noi ştim a cânta: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„Mare e iubirea Ta!”</a:t>
            </a:r>
            <a:endParaRPr lang="ro-RO" sz="4000" dirty="0"/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133</TotalTime>
  <Words>126</Words>
  <Application>Microsoft PowerPoint</Application>
  <PresentationFormat>On-screen Show (4:3)</PresentationFormat>
  <Paragraphs>26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30</cp:revision>
  <dcterms:created xsi:type="dcterms:W3CDTF">2013-10-07T13:04:08Z</dcterms:created>
  <dcterms:modified xsi:type="dcterms:W3CDTF">2014-01-20T11:45:01Z</dcterms:modified>
</cp:coreProperties>
</file>