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3" r:id="rId3"/>
    <p:sldId id="264" r:id="rId4"/>
    <p:sldId id="265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40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44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Laudă, suflete, pe Domnul!</a:t>
            </a:r>
            <a:endParaRPr lang="fr-FR" altLang="ro-RO" sz="4800" b="1" dirty="0" smtClean="0"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19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371600" y="609600"/>
            <a:ext cx="7696200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Laudă, suflete, pe Domnul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Pentru bunătatea Sa!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te ţine cu-ndurare,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Niciodată nu uita!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Aleluia, Aleluia,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Domnul e la dreapta ta!</a:t>
            </a:r>
          </a:p>
          <a:p>
            <a:endParaRPr lang="vi-VN" altLang="ro-RO" sz="40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19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371600" y="609600"/>
            <a:ext cx="76962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Laudă, suflete, pe Domnul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porneşte-al mării vânt!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va linişti furtuna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rosteşte un cuvânt!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Aleluia, Aleluia!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e pace pe pământ!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19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371600" y="609600"/>
            <a:ext cx="76962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Laudă, suflete, pe Domnul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Întuneric cât ar </a:t>
            </a:r>
            <a:r>
              <a:rPr lang="vi-VN" altLang="ro-RO" sz="4000" smtClean="0">
                <a:solidFill>
                  <a:schemeClr val="bg1"/>
                </a:solidFill>
                <a:latin typeface="Georgia" pitchFamily="18" charset="0"/>
              </a:rPr>
              <a:t>fi!</a:t>
            </a:r>
            <a:endParaRPr lang="vi-VN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Zorii zilei, plini de slavă,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curând se vor ivi!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Aleluia, Aleluia!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în veci cu El vei fi!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19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140</TotalTime>
  <Words>128</Words>
  <Application>Microsoft PowerPoint</Application>
  <PresentationFormat>On-screen Show (4:3)</PresentationFormat>
  <Paragraphs>26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Ionut I</dc:creator>
  <cp:lastModifiedBy>Luminita</cp:lastModifiedBy>
  <cp:revision>32</cp:revision>
  <dcterms:created xsi:type="dcterms:W3CDTF">2013-10-07T13:04:08Z</dcterms:created>
  <dcterms:modified xsi:type="dcterms:W3CDTF">2014-01-20T11:46:28Z</dcterms:modified>
</cp:coreProperties>
</file>