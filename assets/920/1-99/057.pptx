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Cred într-Unul Dumnezeu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Cred într-Unul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 bun şi drept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a toate creator,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har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Cred în Fiul Său,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Steag de luptă luminos,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Cuvântul întrupat,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Golgota ’nălţat.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Cred în Duhul Sfânt, chemat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adevărat,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Ce-mi îndreaptă pasul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poartă-n carul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Cred că ziua de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 sfântă-i de urmat,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 Cuvântul cum stă scris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am cerul tot deschis.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34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Cred în pilda ce mi-a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Hristos m-am botezat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aştept venirea Lui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Din înaltul cerului.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294</TotalTime>
  <Words>145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73</cp:revision>
  <dcterms:created xsi:type="dcterms:W3CDTF">2013-10-07T13:04:08Z</dcterms:created>
  <dcterms:modified xsi:type="dcterms:W3CDTF">2014-01-21T11:34:12Z</dcterms:modified>
</cp:coreProperties>
</file>