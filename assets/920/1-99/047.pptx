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Slăvim pe Dumnezeu</a:t>
            </a:r>
            <a:endParaRPr lang="sv-SE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33400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Slăvim pe Dumnezeu,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Părintele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Slăvim pe Isus,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Mielul nostru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blând!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Slăvim şi preamărim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Spiritul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Izvor de-ndurare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har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pe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pământ! Amin!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253</TotalTime>
  <Words>47</Words>
  <Application>Microsoft PowerPoint</Application>
  <PresentationFormat>On-screen Show (4:3)</PresentationFormat>
  <Paragraphs>12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64</cp:revision>
  <dcterms:created xsi:type="dcterms:W3CDTF">2013-10-07T13:04:08Z</dcterms:created>
  <dcterms:modified xsi:type="dcterms:W3CDTF">2014-01-21T11:16:15Z</dcterms:modified>
</cp:coreProperties>
</file>