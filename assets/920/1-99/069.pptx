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5" r:id="rId3"/>
    <p:sldId id="266" r:id="rId4"/>
    <p:sldId id="267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Ca roua din zori</a:t>
            </a:r>
            <a:endParaRPr lang="it-IT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69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533400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roua din zori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coboară pe flori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dragostea lui Isus;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rază de cer ce mângâie-n dureri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dragostea lui Isus.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lume umblam fără rost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plin de-ntuneric am fost…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sufletul meu, străluciri au pătruns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dragostea lui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6774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mult mai presus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ecât falnicii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munţi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dragostea lui Isus;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Adâncă de-ajuns, un ocean nepătruns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dragostea lui Isus.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Nu-i nimeni atât de căzut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nu poată fi renăscut.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Destul să te laşi, prin credinţă, condus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dragostea lui Isus.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533400"/>
            <a:ext cx="8839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Nimic n-am mai sfânt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întregul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dragostea lui Isus;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Oricât de trudit, merg pe drum însorit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dragostea lui Isus.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Tresalte întregul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lumile toate în cânt,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tot ce va fi preaslăvit în vecii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dragostea lui Isus!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69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350</TotalTime>
  <Words>176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90</cp:revision>
  <dcterms:created xsi:type="dcterms:W3CDTF">2013-10-07T13:04:08Z</dcterms:created>
  <dcterms:modified xsi:type="dcterms:W3CDTF">2014-01-21T11:51:57Z</dcterms:modified>
</cp:coreProperties>
</file>