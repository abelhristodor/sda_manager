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5" r:id="rId3"/>
    <p:sldId id="266" r:id="rId4"/>
    <p:sldId id="267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Măriţi pe Dumnezeu!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54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76400" y="533400"/>
            <a:ext cx="7467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Măriţi pe Dumnezeu,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Voi, neamuri şi popoare,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Slăviţi-L prin cântări,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Întreaga adunare,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El ne-a ocrotit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groaznicul duşman,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Fiul Său iubit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Ne-a scos la bun liman!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54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76400" y="533400"/>
            <a:ext cx="7467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Părinte-n veci bogat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fapte de-ndurare,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Povara ne-a luat,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Ne-a dăruit salvare!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Când, pe cărări pustii,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Umblam fără Hristos,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Fiul Său iubit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din păcat ne-a scos.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54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76400" y="533400"/>
            <a:ext cx="7467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Pe Dumnezeu măriţi,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Tatăl şi pe Fiul!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suflul gurii Lor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Înveselesc pustiul.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Spiritul cel 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Cel care ne-a iubit,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viaţă şi prin cânt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fie preamărit!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54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276</TotalTime>
  <Words>137</Words>
  <Application>Microsoft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71</cp:revision>
  <dcterms:created xsi:type="dcterms:W3CDTF">2013-10-07T13:04:08Z</dcterms:created>
  <dcterms:modified xsi:type="dcterms:W3CDTF">2014-01-21T11:26:13Z</dcterms:modified>
</cp:coreProperties>
</file>