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Iubire sfântă, dar ceresc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76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Iubire sfântă, dar ceresc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har nemărginit,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tine inimi se-nnoiesc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cerul răstignit!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Isus, măritul Împărat,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 din veşnicii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mântuiască din păcat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Pe-ai Săi iubiţi copii.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cei nevrednici S-a plecat,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cei ce i-a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picioare i-a spălat,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slujitor smerit.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viaţa şi prin jertfa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cale ne-a deschis,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alta-n toată lumea nu-i,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noul Paradis.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408</TotalTime>
  <Words>116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97</cp:revision>
  <dcterms:created xsi:type="dcterms:W3CDTF">2013-10-07T13:04:08Z</dcterms:created>
  <dcterms:modified xsi:type="dcterms:W3CDTF">2014-01-21T11:59:46Z</dcterms:modified>
</cp:coreProperties>
</file>