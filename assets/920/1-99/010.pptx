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Numele Tău minunat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10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609600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Nume-al măririi cereşti,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în inima mea a lăsat;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deplină,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viaţă a vieţii îmi eşti.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609600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când e ceru-nnorat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Suie spre-albastru un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 cel preasfânt e ’nălţat;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Flori să răsară 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veşnica ţară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gândului meu călător.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609600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Clipă de clipă aştept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Ziua când toţi vor striga: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„Vrednic e Cel ce-a sosit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mărire,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Lui se cuvine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astăzi şi-n veci, osana!”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106</TotalTime>
  <Words>111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25</cp:revision>
  <dcterms:created xsi:type="dcterms:W3CDTF">2013-10-07T13:04:08Z</dcterms:created>
  <dcterms:modified xsi:type="dcterms:W3CDTF">2014-01-20T11:36:56Z</dcterms:modified>
</cp:coreProperties>
</file>