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  <p:sldId id="268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Iubit-ai, Doamne, întreaga omenire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77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60960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Iubit-ai, Doamne, întreaga omenire,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Încât ai dat jertfă pe Fiul Tău;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Fiul Tău, blând şi plin de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s-o salveze din mreaja celui rău.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609599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Nicio durere nu Te-a întors din cale,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 fost ispită să n-o-mpărtăşeşti…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jertfa scumpă a dragostei Tale,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Ne-ai arătat cât de mult ne preţuieşti.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493455"/>
            <a:ext cx="8686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Tot ce avem este jertfa de pe cruce,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 suntem este-n Numele Tău!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 povară cu Tine vom duce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nu ne plângem, oricât ar fi de greu.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457201"/>
            <a:ext cx="9067800" cy="3206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Glorie Ţie, cerescule Părinte,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Slavă, Isuse, că mult ne-ai iubit!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biruinţă privim înainte,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proslăvim, Doamne, </a:t>
            </a:r>
            <a:endParaRPr lang="ro-RO" altLang="ro-RO" sz="400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ne-ai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421</TotalTime>
  <Words>165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100</cp:revision>
  <dcterms:created xsi:type="dcterms:W3CDTF">2013-10-07T13:04:08Z</dcterms:created>
  <dcterms:modified xsi:type="dcterms:W3CDTF">2014-01-21T12:00:29Z</dcterms:modified>
</cp:coreProperties>
</file>