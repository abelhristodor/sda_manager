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Isus, ca Fiu de Dumnezeu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85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ca Fiu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Purtându-mi crucea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din adâncul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Îl poate vindeca.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lung de drum în ceas durut,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 când Îl chem,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Duhul Sfânt îmi este 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moarte nu mă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Spre-a nu rămâne-aşa cum sunt,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umbră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paşii mei purtaţi de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 uns cu Spirit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pune har în lutul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schimbă viaţa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zilnic toarnă Duhul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umple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505361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eram un răzvrătit,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azi învingător,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mine Cerul m-a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m-a umplut de dor.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Păstorul meu cel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comoara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astăzi pot să spun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alţii pot vedea.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492</TotalTime>
  <Words>159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110</cp:revision>
  <dcterms:created xsi:type="dcterms:W3CDTF">2013-10-07T13:04:08Z</dcterms:created>
  <dcterms:modified xsi:type="dcterms:W3CDTF">2014-01-21T12:06:28Z</dcterms:modified>
</cp:coreProperties>
</file>