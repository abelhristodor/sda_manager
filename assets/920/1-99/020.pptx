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4" r:id="rId3"/>
    <p:sldId id="267" r:id="rId4"/>
    <p:sldId id="265" r:id="rId5"/>
    <p:sldId id="26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Slavă, slavă!</a:t>
            </a:r>
            <a:endParaRPr lang="fr-FR" altLang="ro-RO" sz="4800" b="1" dirty="0" smtClean="0"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20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10058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Slavă, slavă, slavă şi cinste de-apururi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cuvine Celui ce ne-a salvat!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Tresăltaţi în cântece de bucurie,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Lăudaţi-I Numele minunat!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un bun păstor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toţi ai Săi conduce,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toiagu-I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mângâie ne-ncetat.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28800"/>
            <a:ext cx="8229600" cy="2286000"/>
          </a:xfrm>
        </p:spPr>
        <p:txBody>
          <a:bodyPr/>
          <a:lstStyle/>
          <a:p>
            <a:pPr>
              <a:buNone/>
            </a:pPr>
            <a:r>
              <a:rPr lang="ro-RO" altLang="ro-RO" dirty="0" smtClean="0">
                <a:solidFill>
                  <a:srgbClr val="FFDD4B"/>
                </a:solidFill>
                <a:latin typeface="Georgia" pitchFamily="18" charset="0"/>
              </a:rPr>
              <a:t>Refren:</a:t>
            </a:r>
          </a:p>
          <a:p>
            <a:pPr>
              <a:buNone/>
            </a:pP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Preamăriţi-I dragostea Sa făr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pată,</a:t>
            </a:r>
          </a:p>
          <a:p>
            <a:pPr>
              <a:buNone/>
            </a:pP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Slavă, slavă Celui ce ne-a salvat!</a:t>
            </a:r>
          </a:p>
          <a:p>
            <a:endParaRPr lang="ro-RO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525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Slavă, slavă, slavă şi cinste de-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pururi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Celui ce pe Golgota S-a jertfit!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Cei salvaţi în veci Îi aduc osanale,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din moarte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i-a mântuit.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Tari în adevăr, mergem cântând pe cale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Isus, Păstorul cel minunat.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753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Slavă, slavă, slavă şi cinste de-a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pururi,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Aclamaţi pe-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cest mare-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vingător!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ce este Rege în toată zidirea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domnească-n inima tuturor!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Vezi, pe albul nor, gloria Lui regească,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e-al nostru Preot şi Împărat!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159</TotalTime>
  <Words>184</Words>
  <Application>Microsoft PowerPoint</Application>
  <PresentationFormat>On-screen Show (4:3)</PresentationFormat>
  <Paragraphs>29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38</cp:revision>
  <dcterms:created xsi:type="dcterms:W3CDTF">2013-10-07T13:04:08Z</dcterms:created>
  <dcterms:modified xsi:type="dcterms:W3CDTF">2014-01-20T11:48:10Z</dcterms:modified>
</cp:coreProperties>
</file>