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cerul nu era făcut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6096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cerul nu era făcut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munţii nici nu s-au născut,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Stăteai de mult pe tronul Tău: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veşnicii eşti Dumnezeu!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6096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Oricâte mii de ani ar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nu-s decât o zi…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ştii cărarea tuturor: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Trecut, prezent şi viitor!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6096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pribegi şi călători,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Plutind ca norii trecători,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Dar, cât suflare ne vei da,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Te vom adora!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569655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Învaţă-ne să preţuim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Comoara clipei ce-o trăim!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vieţii noastre Domn să fii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să-Ţi slujim în veşnicii!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127</TotalTime>
  <Words>132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28</cp:revision>
  <dcterms:created xsi:type="dcterms:W3CDTF">2013-10-07T13:04:08Z</dcterms:created>
  <dcterms:modified xsi:type="dcterms:W3CDTF">2014-01-20T11:43:21Z</dcterms:modified>
</cp:coreProperties>
</file>