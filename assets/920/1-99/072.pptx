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Domnu-i iubirea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Domnu-i iubirea ce mântuieşte,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El m-a iubit!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voi cânta iarăşi: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Zăceam în lanţul nelegiuirii,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speranţă, făr’ ajutor…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voi cânta iarăşi: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Mi-a dat pe Fiul, Fiu al măririi,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Mi-a dat pe Fiul ca salvator!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voi cânta iarăşi: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Evanghelie, El tot mă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 Său sânge să fiu spălat!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voi cânta iarăşi: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iubirea,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362</TotalTime>
  <Words>119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91</cp:revision>
  <dcterms:created xsi:type="dcterms:W3CDTF">2013-10-07T13:04:08Z</dcterms:created>
  <dcterms:modified xsi:type="dcterms:W3CDTF">2014-01-21T11:54:52Z</dcterms:modified>
</cp:coreProperties>
</file>