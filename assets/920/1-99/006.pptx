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Sfânt şi-nfricoşat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8059" y="1194137"/>
            <a:ext cx="26260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endParaRPr lang="ro-RO" altLang="ro-RO" sz="6000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0" y="1195252"/>
            <a:ext cx="6832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endParaRPr lang="ro-RO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609600"/>
            <a:ext cx="6477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şi-nfricoşat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şi-nfricoşat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va fi mereu!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fără margini,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din veşnicii,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Pururea trăieşte,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Pururea va fi!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362200" y="609600"/>
            <a:ext cx="6477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şi-nfricoşat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şi-nfricoşat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va fi mereu!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Atotputernic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Domnul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şi-nfricoşat e,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Sfânt e Dumnezeu!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68</TotalTime>
  <Words>84</Words>
  <Application>Microsoft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16</cp:revision>
  <dcterms:created xsi:type="dcterms:W3CDTF">2013-10-07T13:04:08Z</dcterms:created>
  <dcterms:modified xsi:type="dcterms:W3CDTF">2014-01-20T11:32:21Z</dcterms:modified>
</cp:coreProperties>
</file>