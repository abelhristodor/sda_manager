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5" r:id="rId3"/>
    <p:sldId id="266" r:id="rId4"/>
    <p:sldId id="267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40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4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Aleluia către Domnul!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66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533400"/>
            <a:ext cx="7162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Aleluia către Domnul!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ceruri S-a plecat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Până-n valea morţii noastre,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ă ne scoată din păcat!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 iubire, ce durere: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nostru răstignit!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Pentru El e închinarea: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Aleluia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, ne-a iubit!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66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533400"/>
            <a:ext cx="7162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Aleluia către Domnul,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us, în sfântul sanctuar,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Pentru-a noastră ispăşire,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entru minunatul har!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Suntem liberi! Vina noastră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sânge ne-a spălat,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Pentru El ’nălţăm cântarea: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Aleluia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, ne-a salvat!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66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533400"/>
            <a:ext cx="7162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Aleluia către Domnul,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I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ată-L, vine cum a zis!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Îngeri ne trimit cântare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D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inspre noul Paradis!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 splendoare ne arată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A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 veciei răsărit!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Pentru Domnul Aleluia, 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/>
            </a:r>
            <a:b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Aleluia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nesfârşit!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66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328</TotalTime>
  <Words>42</Words>
  <Application>Microsoft PowerPoint</Application>
  <PresentationFormat>On-screen Show (4:3)</PresentationFormat>
  <Paragraphs>20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85</cp:revision>
  <dcterms:created xsi:type="dcterms:W3CDTF">2013-10-07T13:04:08Z</dcterms:created>
  <dcterms:modified xsi:type="dcterms:W3CDTF">2014-01-21T11:48:52Z</dcterms:modified>
</cp:coreProperties>
</file>