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rădăcina vie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rădăcina vie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Mlădiţa răsări,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scris a fost să fie,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Biblia grăi.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floare ca de vis,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noaptea cea târzie,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cerul ne-a deschis.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Această floare dulce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ireasmă răspândi;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 ne aduse,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neguri străluci.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om şi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vrea s-alunge,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cât de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valea întristării,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ne fii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largu-nseninării,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uimitor!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vrem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rugile cântării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să Te mărim!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537</TotalTime>
  <Words>119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126</cp:revision>
  <dcterms:created xsi:type="dcterms:W3CDTF">2013-10-07T13:04:08Z</dcterms:created>
  <dcterms:modified xsi:type="dcterms:W3CDTF">2014-01-21T12:19:46Z</dcterms:modified>
</cp:coreProperties>
</file>