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Isus, ce dulce Nume!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80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93455"/>
            <a:ext cx="7467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Isus, ce dulce Nume,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Liniştind orice dureri,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dă pace,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Celor slabi le dă puteri!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 e, mângâios,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Isus Hristos!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 e, mângâios,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Isus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93455"/>
            <a:ext cx="7467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porniţi cu-Isus ’nainte,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vă temeţi de nimic!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Birui-veţi totdeauna,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El, orice inamic.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 e, mângâios,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Isus Hristos!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 e, mângâios,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Isus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93455"/>
            <a:ext cx="7467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Isus, cuvânt scump nouă,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ne faci de fericiţi!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Ta gustăm de-acuma,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Ştiind că suntem mântuiţi.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 e, mângâios,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Isus Hristos!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 e, mângâios,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Isus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93455"/>
            <a:ext cx="7467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cântaţi lui-Isus întruna,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Daţi de veste orişicui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Bucuria că El vine,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să-Şi ia cu El pe-ai Lui.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 e, mângâios,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Isus Hristos!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 e, mângâios,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Isus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442</TotalTime>
  <Words>212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103</cp:revision>
  <dcterms:created xsi:type="dcterms:W3CDTF">2013-10-07T13:04:08Z</dcterms:created>
  <dcterms:modified xsi:type="dcterms:W3CDTF">2014-01-21T12:03:04Z</dcterms:modified>
</cp:coreProperties>
</file>