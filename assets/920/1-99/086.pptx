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0.xml" ContentType="application/vnd.openxmlformats-officedocument.presentationml.slideLayout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7" r:id="rId2"/>
    <p:sldId id="266" r:id="rId3"/>
    <p:sldId id="267" r:id="rId4"/>
    <p:sldId id="269" r:id="rId5"/>
    <p:sldId id="268" r:id="rId6"/>
    <p:sldId id="270" r:id="rId7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DD4B"/>
  </p:clrMru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showOutlineIcons="0">
    <p:restoredLeft sz="16019" autoAdjust="0"/>
    <p:restoredTop sz="94595" autoAdjust="0"/>
  </p:normalViewPr>
  <p:slideViewPr>
    <p:cSldViewPr>
      <p:cViewPr varScale="1">
        <p:scale>
          <a:sx n="95" d="100"/>
          <a:sy n="95" d="100"/>
        </p:scale>
        <p:origin x="-432" y="-96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1"/>
          <p:cNvSpPr txBox="1">
            <a:spLocks noChangeArrowheads="1"/>
          </p:cNvSpPr>
          <p:nvPr/>
        </p:nvSpPr>
        <p:spPr bwMode="auto">
          <a:xfrm>
            <a:off x="1219200" y="990600"/>
            <a:ext cx="7924800" cy="5016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Cerul </a:t>
            </a: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ne tot cheamă,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N-avem nici o teamă,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Drumul, oricât ar fi de greu!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Valea morţii părăsim,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Printre stânci mereu suim,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 aspru, drumul aspru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toţi îl ştim!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endParaRPr lang="ro-RO" sz="4000" dirty="0"/>
          </a:p>
        </p:txBody>
      </p:sp>
      <p:sp>
        <p:nvSpPr>
          <p:cNvPr id="8" name="TextBox 7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ro-RO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1/300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95400" y="990600"/>
            <a:ext cx="60465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1.</a:t>
            </a:r>
            <a:endParaRPr lang="ro-RO" sz="4000" dirty="0"/>
          </a:p>
        </p:txBody>
      </p:sp>
      <p:sp>
        <p:nvSpPr>
          <p:cNvPr id="6" name="TextBox 1"/>
          <p:cNvSpPr txBox="1">
            <a:spLocks noChangeArrowheads="1"/>
          </p:cNvSpPr>
          <p:nvPr userDrawn="1"/>
        </p:nvSpPr>
        <p:spPr bwMode="auto">
          <a:xfrm>
            <a:off x="1219200" y="990600"/>
            <a:ext cx="7924800" cy="5016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Cerul </a:t>
            </a: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ne tot cheamă,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N-avem nici o teamă,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Drumul, oricât ar fi de greu!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Valea morţii părăsim,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Printre stânci mereu suim,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 aspru, drumul aspru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toţi îl ştim!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endParaRPr lang="ro-RO" sz="4000" dirty="0"/>
          </a:p>
        </p:txBody>
      </p:sp>
      <p:sp>
        <p:nvSpPr>
          <p:cNvPr id="11" name="TextBox 10"/>
          <p:cNvSpPr txBox="1"/>
          <p:nvPr userDrawn="1"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12" name="TextBox 11"/>
          <p:cNvSpPr txBox="1"/>
          <p:nvPr userDrawn="1"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ro-RO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1/300</a:t>
            </a:r>
          </a:p>
        </p:txBody>
      </p:sp>
      <p:sp>
        <p:nvSpPr>
          <p:cNvPr id="13" name="TextBox 12"/>
          <p:cNvSpPr txBox="1"/>
          <p:nvPr userDrawn="1"/>
        </p:nvSpPr>
        <p:spPr>
          <a:xfrm>
            <a:off x="1295400" y="990600"/>
            <a:ext cx="60465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1.</a:t>
            </a:r>
            <a:endParaRPr lang="ro-RO" sz="4000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2008946-02E7-4AE2-A518-9FE65EEDFBF4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687DC62-F92A-47AE-AAAA-9175E3D912AB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8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D4E920E-5561-434B-ACD9-8CF66811B26A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7A6DBFE-D726-44E2-8911-6170F3F39781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C215ACD-4C89-452A-A4B5-B97511FB886E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DF3C472-BEBC-4182-B538-C9C8FEFD7C03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D32C5F5-FB8F-43D7-A379-4646155905D9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 smtClean="0"/>
              <a:t>Click icon to add picture</a:t>
            </a:r>
            <a:endParaRPr lang="ro-RO" noProof="0" smtClean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3E785C2-62BC-4756-9448-4E83597DF724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3191802-2CD6-4E5E-953D-9773291BB8A5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15100" y="609600"/>
            <a:ext cx="1943100" cy="5486400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5676900" cy="5486400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7A5A0B3-B01E-4A32-9C4A-56431404B5AB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1"/>
          <p:cNvSpPr txBox="1">
            <a:spLocks noChangeArrowheads="1"/>
          </p:cNvSpPr>
          <p:nvPr userDrawn="1"/>
        </p:nvSpPr>
        <p:spPr bwMode="auto">
          <a:xfrm>
            <a:off x="1219200" y="990600"/>
            <a:ext cx="7924800" cy="5016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Cerul </a:t>
            </a: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ne tot cheamă,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N-avem nici o teamă,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Drumul, oricât ar fi de greu!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Valea morţii părăsim,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Printre stânci mereu suim,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 aspru, drumul aspru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toţi îl ştim!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endParaRPr lang="ro-RO" sz="4000" dirty="0"/>
          </a:p>
        </p:txBody>
      </p:sp>
      <p:sp>
        <p:nvSpPr>
          <p:cNvPr id="8" name="TextBox 7"/>
          <p:cNvSpPr txBox="1"/>
          <p:nvPr userDrawn="1"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9" name="TextBox 8"/>
          <p:cNvSpPr txBox="1"/>
          <p:nvPr userDrawn="1"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ro-RO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1/300</a:t>
            </a:r>
          </a:p>
        </p:txBody>
      </p:sp>
      <p:sp>
        <p:nvSpPr>
          <p:cNvPr id="10" name="TextBox 9"/>
          <p:cNvSpPr txBox="1"/>
          <p:nvPr userDrawn="1"/>
        </p:nvSpPr>
        <p:spPr>
          <a:xfrm>
            <a:off x="1295400" y="990600"/>
            <a:ext cx="60465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1.</a:t>
            </a:r>
            <a:endParaRPr lang="ro-RO" sz="40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609600"/>
            <a:ext cx="77724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ro-RO" smtClean="0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981200"/>
            <a:ext cx="7772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ro-RO" smtClean="0"/>
              <a:t>Click to edit Master text styles</a:t>
            </a:r>
          </a:p>
          <a:p>
            <a:pPr lvl="1"/>
            <a:r>
              <a:rPr lang="en-US" altLang="ro-RO" smtClean="0"/>
              <a:t>Second level</a:t>
            </a:r>
          </a:p>
          <a:p>
            <a:pPr lvl="2"/>
            <a:r>
              <a:rPr lang="en-US" altLang="ro-RO" smtClean="0"/>
              <a:t>Third level</a:t>
            </a:r>
          </a:p>
          <a:p>
            <a:pPr lvl="3"/>
            <a:r>
              <a:rPr lang="en-US" altLang="ro-RO" smtClean="0"/>
              <a:t>Fourth level</a:t>
            </a:r>
          </a:p>
          <a:p>
            <a:pPr lvl="4"/>
            <a:r>
              <a:rPr lang="en-US" altLang="ro-RO" smtClean="0"/>
              <a:t>Fifth level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 smtClean="0"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 smtClean="0"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 smtClean="0"/>
            </a:lvl1pPr>
          </a:lstStyle>
          <a:p>
            <a:pPr>
              <a:defRPr/>
            </a:pPr>
            <a:fld id="{7C9D3C46-9D38-4088-92A6-9CF3BEF27B41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49" r:id="rId12"/>
  </p:sldLayoutIdLst>
  <p:txStyles>
    <p:titleStyle>
      <a:lvl1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2pPr>
      <a:lvl3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3pPr>
      <a:lvl4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4pPr>
      <a:lvl5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5pPr>
      <a:lvl6pPr marL="4572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6pPr>
      <a:lvl7pPr marL="9144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7pPr>
      <a:lvl8pPr marL="13716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8pPr>
      <a:lvl9pPr marL="18288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9pPr>
    </p:titleStyle>
    <p:bodyStyle>
      <a:lvl1pPr marL="342900" indent="-342900" algn="l" rtl="0" eaLnBrk="1" fontAlgn="base" hangingPunct="1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1" fontAlgn="base" hangingPunct="1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</a:defRPr>
      </a:lvl2pPr>
      <a:lvl3pPr marL="1143000" indent="-228600" algn="l" rtl="0" eaLnBrk="1" fontAlgn="base" hangingPunct="1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</a:defRPr>
      </a:lvl3pPr>
      <a:lvl4pPr marL="1600200" indent="-228600" algn="l" rtl="0" eaLnBrk="1" fontAlgn="base" hangingPunct="1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5pPr>
      <a:lvl6pPr marL="25146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ro-RO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6"/>
          <p:cNvSpPr>
            <a:spLocks noChangeArrowheads="1"/>
          </p:cNvSpPr>
          <p:nvPr/>
        </p:nvSpPr>
        <p:spPr bwMode="auto">
          <a:xfrm>
            <a:off x="0" y="1371600"/>
            <a:ext cx="9144000" cy="2057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anchor="ctr"/>
          <a:lstStyle/>
          <a:p>
            <a:pPr marL="838200" indent="-838200" algn="ctr">
              <a:buSzPct val="150000"/>
            </a:pPr>
            <a:endParaRPr lang="fr-FR" altLang="ro-RO" sz="4400">
              <a:solidFill>
                <a:schemeClr val="tx2"/>
              </a:solidFill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0" y="2940093"/>
            <a:ext cx="9144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vi-VN" altLang="ro-RO" sz="4800" b="1" dirty="0" smtClean="0">
                <a:solidFill>
                  <a:schemeClr val="bg1"/>
                </a:solidFill>
                <a:latin typeface="Georgia" pitchFamily="18" charset="0"/>
              </a:rPr>
              <a:t>Isus îmi e Păstorul bun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0" y="1194137"/>
            <a:ext cx="9143999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altLang="ro-RO" sz="6000" b="1" dirty="0" smtClean="0">
                <a:solidFill>
                  <a:srgbClr val="FFDD4B"/>
                </a:solidFill>
                <a:latin typeface="Georgia" pitchFamily="18" charset="0"/>
              </a:rPr>
              <a:t>Imnul 86</a:t>
            </a:r>
            <a:endParaRPr lang="ro-RO" sz="6000" dirty="0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914400" y="505361"/>
            <a:ext cx="8229600" cy="255454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en-US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</a:t>
            </a:r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 Isus îmi e Păstorul bun,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Nimic nu-mi va lipsi!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El mă conduce-n verzi păşuni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Şi la izvoare vii.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86/920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914400" y="505361"/>
            <a:ext cx="8229600" cy="255454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en-US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2</a:t>
            </a:r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 Mă simt aşa înviorat,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De-aud al Său Cuvânt!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Pe calea dreaptă sunt purtat,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Prin al Său Nume sfânt.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86/920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914400" y="505361"/>
            <a:ext cx="8229600" cy="255454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en-US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3</a:t>
            </a:r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 Prin valea morţii de-aş umbla,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N-am temeri, n-am dureri;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Toiagul şi nuiaua Sa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Le simt ca mângâieri!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86/920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914400" y="505361"/>
            <a:ext cx="8229600" cy="255454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en-US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4</a:t>
            </a:r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 </a:t>
            </a:r>
            <a:r>
              <a:rPr lang="pt-BR" altLang="ro-RO" sz="4000" dirty="0" smtClean="0">
                <a:solidFill>
                  <a:schemeClr val="bg1"/>
                </a:solidFill>
                <a:latin typeface="Georgia" pitchFamily="18" charset="0"/>
              </a:rPr>
              <a:t>Mi-e masa-ntinsă de Isus</a:t>
            </a:r>
          </a:p>
          <a:p>
            <a:r>
              <a:rPr lang="pt-BR" altLang="ro-RO" sz="4000" dirty="0" smtClean="0">
                <a:solidFill>
                  <a:schemeClr val="bg1"/>
                </a:solidFill>
                <a:latin typeface="Georgia" pitchFamily="18" charset="0"/>
              </a:rPr>
              <a:t>Şi am belşug de har!</a:t>
            </a:r>
          </a:p>
          <a:p>
            <a:r>
              <a:rPr lang="pt-BR" altLang="ro-RO" sz="4000" dirty="0" smtClean="0">
                <a:solidFill>
                  <a:schemeClr val="bg1"/>
                </a:solidFill>
                <a:latin typeface="Georgia" pitchFamily="18" charset="0"/>
              </a:rPr>
              <a:t>Cu untdelemn mi-e capul uns</a:t>
            </a:r>
          </a:p>
          <a:p>
            <a:r>
              <a:rPr lang="pt-BR" altLang="ro-RO" sz="4000" dirty="0" smtClean="0">
                <a:solidFill>
                  <a:schemeClr val="bg1"/>
                </a:solidFill>
                <a:latin typeface="Georgia" pitchFamily="18" charset="0"/>
              </a:rPr>
              <a:t>Şi plin e-al meu pahar!</a:t>
            </a:r>
            <a:endParaRPr lang="vi-VN" altLang="ro-RO" sz="4000" dirty="0" smtClean="0">
              <a:solidFill>
                <a:schemeClr val="bg1"/>
              </a:solidFill>
              <a:latin typeface="Georgia" pitchFamily="18" charset="0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86/920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914400" y="505361"/>
            <a:ext cx="8229600" cy="255454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en-US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5</a:t>
            </a:r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 Da, ştiu că mă vor însoţi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Eterne fericiri!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În casa Lui, vom locui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Ca împăraţi şi miri!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86/920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Imnuri noi">
  <a:themeElements>
    <a:clrScheme name="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Default Design">
      <a:majorFont>
        <a:latin typeface="Times New Roman"/>
        <a:ea typeface=""/>
        <a:cs typeface=""/>
      </a:majorFont>
      <a:minorFont>
        <a:latin typeface="Times New Roman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Imnuri noi</Template>
  <TotalTime>497</TotalTime>
  <Words>143</Words>
  <Application>Microsoft PowerPoint</Application>
  <PresentationFormat>On-screen Show (4:3)</PresentationFormat>
  <Paragraphs>32</Paragraphs>
  <Slides>6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7" baseType="lpstr">
      <vt:lpstr>Imnuri noi</vt:lpstr>
      <vt:lpstr>Slide 1</vt:lpstr>
      <vt:lpstr>Slide 2</vt:lpstr>
      <vt:lpstr>Slide 3</vt:lpstr>
      <vt:lpstr>Slide 4</vt:lpstr>
      <vt:lpstr>Slide 5</vt:lpstr>
      <vt:lpstr>Slide 6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Ionut I</dc:creator>
  <cp:lastModifiedBy>Luminita</cp:lastModifiedBy>
  <cp:revision>111</cp:revision>
  <dcterms:created xsi:type="dcterms:W3CDTF">2013-10-07T13:04:08Z</dcterms:created>
  <dcterms:modified xsi:type="dcterms:W3CDTF">2014-01-21T12:10:13Z</dcterms:modified>
</cp:coreProperties>
</file>