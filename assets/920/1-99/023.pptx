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65" r:id="rId4"/>
    <p:sldId id="266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din suflet,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pe Domnul!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067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din suflet, măriţi pe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Vrem să-L mărim cât vom trăi!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încă moartea n-aduce somnul,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Domnu-ntruna-L vom mări!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al lumii Creator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Domn atotstăpânitor.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Aleluia, mărire Lui, mărire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067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Ferice-acela, ferice foarte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Ce, ca şi Iacov credincios,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rugăciune nu se desparte,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speră în Isus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crezi în Domnul, braţul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scapă sigur de-orice rău.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Aleluia, mărire Lui, mărire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067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Măriţi cu toţii înaltul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Celui ce face minuni!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făptură din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Prosterne-se cu-nchinăciuni!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Copii ai Lui, măriţi cântând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Tatăl, Fiul, Duhul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Aleluia, mărire Lui, mărire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169</TotalTime>
  <Words>164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38</cp:revision>
  <dcterms:created xsi:type="dcterms:W3CDTF">2013-10-07T13:04:08Z</dcterms:created>
  <dcterms:modified xsi:type="dcterms:W3CDTF">2014-01-20T11:52:15Z</dcterms:modified>
</cp:coreProperties>
</file>