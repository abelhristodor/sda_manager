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7" r:id="rId2"/>
    <p:sldId id="264" r:id="rId3"/>
    <p:sldId id="267" r:id="rId4"/>
    <p:sldId id="265" r:id="rId5"/>
    <p:sldId id="268" r:id="rId6"/>
    <p:sldId id="266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385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5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1BA12D-50C6-4BB9-BCB5-16CD28C2F700}" type="datetimeFigureOut">
              <a:rPr lang="ro-RO" smtClean="0"/>
              <a:pPr/>
              <a:t>21.01.2014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5858E-E3D7-40E4-8879-39F91CCEAC2B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5858E-E3D7-40E4-8879-39F91CCEAC2B}" type="slidenum">
              <a:rPr lang="ro-RO" smtClean="0"/>
              <a:pPr/>
              <a:t>2</a:t>
            </a:fld>
            <a:endParaRPr lang="ro-R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Măriţi pe Isus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prin cântare!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81548"/>
            <a:ext cx="8153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Măriţi pe Isus prin cântare,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Slăviţi-L cu toţii în cor,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Cântaţi toţi iubirea-I cea mare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braţul cel sfânt, salvator!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3276600"/>
          </a:xfrm>
        </p:spPr>
        <p:txBody>
          <a:bodyPr/>
          <a:lstStyle/>
          <a:p>
            <a:pPr>
              <a:buNone/>
            </a:pPr>
            <a:r>
              <a:rPr lang="ro-RO" altLang="ro-RO" sz="4000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Cântaţi, ’nălţaţi, 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Cântaţi acest Nume frumos!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Cântaţi, ’nălţaţi, 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’Nălţaţi Numele lui Hristos!</a:t>
            </a:r>
          </a:p>
          <a:p>
            <a:pPr>
              <a:buNone/>
            </a:pPr>
            <a:endParaRPr lang="ro-RO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81548"/>
            <a:ext cx="8153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Suntem toţi zidiţi de-a Sa mână,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El ne-a ales ca popor,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apa vieţii ne mână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Isus, bunul nostru Păstor.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toţi să-I cântăm iar şi iară,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El pentru noi suferi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Ca, prin astă viaţă amară,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trecem cu El zi de zi!</a:t>
            </a:r>
          </a:p>
          <a:p>
            <a:endParaRPr lang="ro-RO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81548"/>
            <a:ext cx="8153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Cântaţi iarăşi cu bucurie,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tremure sala-n cântat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lumea întreagă să ştie: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ne-a iubit, ne-a salvat!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</a:t>
            </a:r>
            <a:r>
              <a:rPr lang="ro-RO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8800"/>
            <a:ext cx="8458200" cy="4267200"/>
          </a:xfrm>
        </p:spPr>
        <p:txBody>
          <a:bodyPr/>
          <a:lstStyle/>
          <a:p>
            <a:pPr>
              <a:buNone/>
            </a:pP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Doamne, primeşte cântarea,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veseli noi toţi Ţi-o ’nălţăm,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singur, doar Tu ni-eşti scăparea,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Tine de-acum noi sperăm!</a:t>
            </a:r>
          </a:p>
          <a:p>
            <a:pPr>
              <a:buNone/>
            </a:pPr>
            <a:endParaRPr lang="ro-RO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180</TotalTime>
  <Words>181</Words>
  <Application>Microsoft PowerPoint</Application>
  <PresentationFormat>On-screen Show (4:3)</PresentationFormat>
  <Paragraphs>33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40</cp:revision>
  <dcterms:created xsi:type="dcterms:W3CDTF">2013-10-07T13:04:08Z</dcterms:created>
  <dcterms:modified xsi:type="dcterms:W3CDTF">2014-01-21T09:56:12Z</dcterms:modified>
</cp:coreProperties>
</file>