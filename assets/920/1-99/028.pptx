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4" r:id="rId3"/>
    <p:sldId id="265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Osana!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81548"/>
            <a:ext cx="7543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Osana! Osana!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Cântă îngerii în cor,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Preamărind pe Creator: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Osana! Osana! Osana!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i-FI" altLang="ro-RO" sz="4000" dirty="0" smtClean="0">
                <a:solidFill>
                  <a:schemeClr val="bg1"/>
                </a:solidFill>
                <a:latin typeface="Georgia" pitchFamily="18" charset="0"/>
              </a:rPr>
              <a:t>Osana! Osana!</a:t>
            </a:r>
          </a:p>
          <a:p>
            <a:r>
              <a:rPr lang="fi-FI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Mântuiţii cântă Lui,</a:t>
            </a:r>
          </a:p>
          <a:p>
            <a:r>
              <a:rPr lang="fi-FI" altLang="ro-RO" sz="4000" dirty="0" smtClean="0">
                <a:solidFill>
                  <a:schemeClr val="bg1"/>
                </a:solidFill>
                <a:latin typeface="Georgia" pitchFamily="18" charset="0"/>
              </a:rPr>
              <a:t>Cântă harul Domnului:</a:t>
            </a:r>
          </a:p>
          <a:p>
            <a:r>
              <a:rPr lang="fi-FI" altLang="ro-RO" sz="4000" dirty="0" smtClean="0">
                <a:solidFill>
                  <a:schemeClr val="bg1"/>
                </a:solidFill>
                <a:latin typeface="Georgia" pitchFamily="18" charset="0"/>
              </a:rPr>
              <a:t>Osana! Osana!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81548"/>
            <a:ext cx="7543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Osana! Osana!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cei răi se vor pleca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Preamărind dreptatea Sa: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Osana! Osana! Osana!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Osana! Osana!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Cântă ceruri şi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slava Celui Sfânt: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Osana! Osana!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175</TotalTime>
  <Words>102</Words>
  <Application>Microsoft PowerPoint</Application>
  <PresentationFormat>On-screen Show (4:3)</PresentationFormat>
  <Paragraphs>24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43</cp:revision>
  <dcterms:created xsi:type="dcterms:W3CDTF">2013-10-07T13:04:08Z</dcterms:created>
  <dcterms:modified xsi:type="dcterms:W3CDTF">2014-01-21T09:59:43Z</dcterms:modified>
</cp:coreProperties>
</file>