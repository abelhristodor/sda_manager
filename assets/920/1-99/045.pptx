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Mărim pe Cel Sfânt!</a:t>
            </a:r>
            <a:endParaRPr lang="sv-SE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3400"/>
            <a:ext cx="86106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Mărim pe Cel Sfânt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 Fiul ne-a dat,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</a:t>
            </a:r>
            <a:r>
              <a:rPr lang="ro-RO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-a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murit pentru noi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Şi ca Domn a-nviat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Aleluia-I dăm mărire!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Aleluia! Amin!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Aleluia-I dăm mărire!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340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Tatăl mărim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Spiritul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Isus şi spre cer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ne-ndreaptă-orice gând.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Aleluia-I dăm mărire!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Aleluia! Amin!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Aleluia-I dăm mărire!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340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Mărire-nchinări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veci Ţi-am jertfit,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Ţie, blândule Miel,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ne-ai mântuit!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Aleluia-I dăm mărire!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Aleluia! Amin!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Aleluia-I dăm mărire!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249</TotalTime>
  <Words>138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62</cp:revision>
  <dcterms:created xsi:type="dcterms:W3CDTF">2013-10-07T13:04:08Z</dcterms:created>
  <dcterms:modified xsi:type="dcterms:W3CDTF">2014-01-21T11:13:44Z</dcterms:modified>
</cp:coreProperties>
</file>