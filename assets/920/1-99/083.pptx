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Isuse, Tu eşti viaţa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05361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Tu eşti viaţa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 bucuria mea;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slavei Tale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e-nclină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9601200" cy="250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Al vieţii dar e-n Tine,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Mântuitor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ceresc,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Tu, Pacea mea divină,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 Tine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05361"/>
            <a:ext cx="8610600" cy="250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900" dirty="0" smtClean="0">
                <a:solidFill>
                  <a:schemeClr val="bg1"/>
                </a:solidFill>
                <a:latin typeface="Georgia" pitchFamily="18" charset="0"/>
              </a:rPr>
              <a:t>Tu mi-ai iertat trecutul,</a:t>
            </a: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it-IT" altLang="ro-RO" sz="3900" dirty="0" smtClean="0">
                <a:solidFill>
                  <a:schemeClr val="bg1"/>
                </a:solidFill>
                <a:latin typeface="Georgia" pitchFamily="18" charset="0"/>
              </a:rPr>
              <a:t>ot Tu m-ai vindecat</a:t>
            </a:r>
          </a:p>
          <a:p>
            <a:r>
              <a:rPr lang="it-IT" altLang="ro-RO" sz="3900" dirty="0" smtClean="0">
                <a:solidFill>
                  <a:schemeClr val="bg1"/>
                </a:solidFill>
                <a:latin typeface="Georgia" pitchFamily="18" charset="0"/>
              </a:rPr>
              <a:t>Şi, ca un bun Părinte,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it-IT" altLang="ro-RO" sz="3900" dirty="0" smtClean="0">
                <a:solidFill>
                  <a:schemeClr val="bg1"/>
                </a:solidFill>
                <a:latin typeface="Georgia" pitchFamily="18" charset="0"/>
              </a:rPr>
              <a:t>n braţe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900" dirty="0" smtClean="0">
                <a:solidFill>
                  <a:schemeClr val="bg1"/>
                </a:solidFill>
                <a:latin typeface="Georgia" pitchFamily="18" charset="0"/>
              </a:rPr>
              <a:t>m-ai luat!</a:t>
            </a:r>
            <a:endParaRPr lang="vi-VN" altLang="ro-RO" sz="39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05361"/>
            <a:ext cx="8610600" cy="250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Păstor al vieţii mele,</a:t>
            </a:r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zvor de ape vii,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Când Tu eşti lângă mine,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imic nu-mi va lipsi!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</TotalTime>
  <Words>113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109</cp:revision>
  <dcterms:created xsi:type="dcterms:W3CDTF">2013-10-07T13:04:08Z</dcterms:created>
  <dcterms:modified xsi:type="dcterms:W3CDTF">2014-01-21T12:05:02Z</dcterms:modified>
</cp:coreProperties>
</file>