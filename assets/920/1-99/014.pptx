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  <p:sldId id="267" r:id="rId7"/>
    <p:sldId id="269" r:id="rId8"/>
    <p:sldId id="268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Binecuvântă pe Domnul!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14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915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Binecuvântă pe Domnul,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inecuvântă-al Său Nume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uita niciodată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S-a jertfit pentru lume!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laudă Lui, laudă suflete-ntruna,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Cântă, suflete-al meu,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inecuvântă-L mereu!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a plătit pentru-al tău păcat,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sânge sfânt vina ţi-a spălat,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Pune-I în cale covor de-osanale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cântecul inimii tale!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915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Binecuvântă pe Domnul,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inecuvântă-al Său Nume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uita niciodată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S-a jertfit pentru lume!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laudă Lui, laudă suflete-ntruna,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Cântă, suflete-al meu,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inecuvântă-L mereu!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Te-a-ncununat bunătatea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 risipit suferinţa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Pune-I în cale covor de petale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florile dragostei tale!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915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Binecuvântă pe Domnul,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inecuvântă-al Său Nume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uita niciodată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S-a jertfit pentru lume!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laudă Lui, laudă suflete-ntruna,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Cântă, suflete-al meu,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inecuvântă-L mereu!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Aripi de vultur ţi-a dat să zbori,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Ţi-a luminat anii trecători,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Pune-I în cale psaltiri şi chimvale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cântă-ndurările Sale!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609600"/>
            <a:ext cx="8915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Binecuvântă pe Domnul,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inecuvântă-al Său Nume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uita niciodată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S-a jertfit pentru lume!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laudă Lui, laudă suflete-ntruna,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Cântă, suflete-al meu,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inecuvântă-L mereu!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130</TotalTime>
  <Words>273</Words>
  <Application>Microsoft PowerPoint</Application>
  <PresentationFormat>On-screen Show (4:3)</PresentationFormat>
  <Paragraphs>52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29</cp:revision>
  <dcterms:created xsi:type="dcterms:W3CDTF">2013-10-07T13:04:08Z</dcterms:created>
  <dcterms:modified xsi:type="dcterms:W3CDTF">2014-01-20T11:41:19Z</dcterms:modified>
</cp:coreProperties>
</file>