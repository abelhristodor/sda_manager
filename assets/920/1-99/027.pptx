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4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40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Osanale! Aleluia!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27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524000" y="481548"/>
            <a:ext cx="7543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Osanale, Aleluia,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 Cel Sfânt să-L lăudaţi,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Căci, prin marea-I bunătate,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Azi putem să fim salvaţi!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Pentru-a Lui credincioşie,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îndurarea Sa,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Lăudat în veci să fie!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Aleluia, Osana!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27</a:t>
            </a: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/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174</TotalTime>
  <Words>54</Words>
  <Application>Microsoft PowerPoint</Application>
  <PresentationFormat>On-screen Show (4:3)</PresentationFormat>
  <Paragraphs>12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Imnuri noi</vt:lpstr>
      <vt:lpstr>Slide 1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41</cp:revision>
  <dcterms:created xsi:type="dcterms:W3CDTF">2013-10-07T13:04:08Z</dcterms:created>
  <dcterms:modified xsi:type="dcterms:W3CDTF">2014-01-21T09:59:16Z</dcterms:modified>
</cp:coreProperties>
</file>