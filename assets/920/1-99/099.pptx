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  <p:sldId id="269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Azi avem Mântuitor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99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493455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 avem Mântuitor,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Bucuraţi-vă popoare!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cântăm şi noi în cor: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avem salvare!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493455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Într-o iesle S-a născut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Copilaşul mult dorit,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puţini L-au cunoscut,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Salvator nepreţuit!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493455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Ceru-ntreg a părăsit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noi, cei vinovaţi,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noi S-a umilit,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uimiţi şi-L înălţaţi!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493455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 Isus cel aşteptat,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Emanuel;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păstorii au cântat,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cântăm şi noi la fel!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537</TotalTime>
  <Words>88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125</cp:revision>
  <dcterms:created xsi:type="dcterms:W3CDTF">2013-10-07T13:04:08Z</dcterms:created>
  <dcterms:modified xsi:type="dcterms:W3CDTF">2014-01-21T12:20:21Z</dcterms:modified>
</cp:coreProperties>
</file>