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 Domnu-n lume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438400" y="481548"/>
            <a:ext cx="6629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Ca Domnu-n lume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Un altul nu-i,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şi glorie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Daţi-I doar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186</TotalTime>
  <Words>30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48</cp:revision>
  <dcterms:created xsi:type="dcterms:W3CDTF">2013-10-07T13:04:08Z</dcterms:created>
  <dcterms:modified xsi:type="dcterms:W3CDTF">2014-01-21T10:02:49Z</dcterms:modified>
</cp:coreProperties>
</file>