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Să-L lăudăm!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Să-L lăudăm, să-L cinstim,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preamărim pe Dumnezeu!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lăudăm, să-I cântăm,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înălţăm, Aleluia!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Marea Sa iubire,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Plină de jertfire,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scapă de pieire.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Să-L lăudăm, să-L cinstim,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preamărim pe Fiul Său!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lăudăm, să-I cântăm,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înălţăm, Aleluia!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Lui pe cruce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ne aduce,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ne conduce.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 pe Fiul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Să-L lăudăm, să-L cinstim,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preamărim pe Duhul Sfânt!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lăudăm, să-I cântăm,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înălţăm, Aleluia!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dă mângâiere,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dă putere,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scapă de cădere.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 pe Duhul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275</TotalTime>
  <Words>151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69</cp:revision>
  <dcterms:created xsi:type="dcterms:W3CDTF">2013-10-07T13:04:08Z</dcterms:created>
  <dcterms:modified xsi:type="dcterms:W3CDTF">2014-01-21T11:24:31Z</dcterms:modified>
</cp:coreProperties>
</file>