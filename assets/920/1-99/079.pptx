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  <p:sldId id="268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Un singur Nume</a:t>
            </a:r>
            <a:r>
              <a:rPr lang="en-U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pPr algn="ctr"/>
            <a:r>
              <a:rPr lang="en-U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vreau</a:t>
            </a:r>
            <a:r>
              <a:rPr lang="en-US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s-</a:t>
            </a:r>
            <a:r>
              <a:rPr lang="en-US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aud</a:t>
            </a:r>
            <a:endParaRPr lang="en-US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79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93455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Un singur Nume vreau s-aud,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Nume să-L tot cânt,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nu-i un altul mai plăcut,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dulce pe pământ!…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79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93455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E-un zâmbet cald şi părintesc,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susur de izvor,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care-ntruna cât trăiesc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mult, mai mult mi-e dor…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79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93455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Isus, Edenul meu dorit,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Mereu Te voi visa…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De n-am cuvinte de rostit,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Îmi cântă inima…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79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493455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valea marilor dureri,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scap eu n-aş putea,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am o scară pân’ la cer: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Isus, nădejdea mea!</a:t>
            </a:r>
            <a:endParaRPr lang="pt-BR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79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439</TotalTime>
  <Words>132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102</cp:revision>
  <dcterms:created xsi:type="dcterms:W3CDTF">2013-10-07T13:04:08Z</dcterms:created>
  <dcterms:modified xsi:type="dcterms:W3CDTF">2014-01-21T12:02:15Z</dcterms:modified>
</cp:coreProperties>
</file>