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Doar Tu ne eşti cale, adevăr şi viaţă!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829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Doar Tu ne eşti cale-adevăr şi viaţă;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Tatăl Îl vede doar cin’ Te-a privit…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Tu mântuieşti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 puterea-Ţi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măreaţă,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alerg ca să fiu mântuit;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calea e lungă şi cine să ştie,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Putea-voi rămâne chiar pân’ la sfârşit?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făgăduinţa, doar ea mă mângâie,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Tu mă asiguri de-un loc pregătit!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-152400"/>
            <a:ext cx="94488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La Tatăl din cer să ajung, pe-astă cale,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Tot Tu mă conduci prin al Tău Spirit viu;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Şi-aşa, mulţumită doar tot milei Tale,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Sfinţit prin Cuvânt de-adevăr pot să fiu;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Iar când vreau şi eu, </a:t>
            </a:r>
            <a:endParaRPr lang="ro-RO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rin puterea-Ţi divină,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Să lupt când ispita m-atrage-n păcat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Şi firea s-o-nving printr-o moarte</a:t>
            </a:r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deplină,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Spre Tine alerg, Tu, Cel blând şi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144000" cy="6109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O, Doamne-am nevoie </a:t>
            </a:r>
            <a:endParaRPr lang="ro-RO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e-a Ta plinătate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Ce-o dai alor Tăi ca să-i desăvârşeşti;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Doar Tu mi-eşti nădejdea,</a:t>
            </a:r>
            <a:endParaRPr lang="en-US" altLang="ro-RO" sz="39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9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ăci Tu mi-eşti de toate: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Şi cale-adevăr, şi viaţă Tu mi-eşti!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Prin Tine, Isuse, spălat de păcate,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Spălat de amaruri cu-al Tău sânge sfânt,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Intra-voi odată pe porţi în cetate,</a:t>
            </a:r>
          </a:p>
          <a:p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Să gust fericirea şi-n veac să-Ţi tot cânt!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75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399</TotalTime>
  <Words>243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96</cp:revision>
  <dcterms:created xsi:type="dcterms:W3CDTF">2013-10-07T13:04:08Z</dcterms:created>
  <dcterms:modified xsi:type="dcterms:W3CDTF">2014-01-21T11:59:08Z</dcterms:modified>
</cp:coreProperties>
</file>