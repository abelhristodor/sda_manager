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Dumnezeu e mare!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8059" y="1194137"/>
            <a:ext cx="26260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endParaRPr lang="ro-RO" altLang="ro-RO" sz="6000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0" y="1195252"/>
            <a:ext cx="6848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endParaRPr lang="ro-RO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6096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mare,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rednic de-adorare,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aducem închinare!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puteri divine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G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lasul Său vorbeşte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care se smereşte.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vine să se-nchine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Poate să-L cunoască,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Lauda să-I sporească!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6890" y="5334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6096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e mare,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zi şi noapte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Priveghează peste toate.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Sfânt, sfânt, sfânt e Domnul,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lavă şi onoruri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Îngerii I-aduc în coruri.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Doamne-ascultă şi ce-Ţi cântă,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nevrednicie,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Vocea noastră Ţie!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6890" y="533400"/>
            <a:ext cx="6735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5334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Bucuroşi lăsa-vom</a:t>
            </a:r>
            <a:endParaRPr lang="ro-RO" sz="4000" dirty="0" smtClean="0"/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ele pieritoare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 plăceri înjositoare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Voia noastră este</a:t>
            </a:r>
          </a:p>
          <a:p>
            <a:r>
              <a:rPr lang="ro-RO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Să-Ţi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dăm totul Ţie,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Trup şi suflet pe vecie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ni-eşti de-acu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’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şi Tată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 nădejdea toată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6096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lucrezi în toate,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eci tot Tu înclină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Faţa mea spre-a Ta lumină!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se-ntoarce floarea,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esel, să primească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Raza soarelui să crească,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aşa, eu aş vrea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Razele-Ţi divine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mă lumine!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6890" y="533400"/>
            <a:ext cx="686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endParaRPr lang="ro-RO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148</TotalTime>
  <Words>76</Words>
  <Application>Microsoft PowerPoint</Application>
  <PresentationFormat>On-screen Show (4:3)</PresentationFormat>
  <Paragraphs>50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29</cp:revision>
  <dcterms:created xsi:type="dcterms:W3CDTF">2013-10-07T13:04:08Z</dcterms:created>
  <dcterms:modified xsi:type="dcterms:W3CDTF">2014-01-20T11:30:48Z</dcterms:modified>
</cp:coreProperties>
</file>