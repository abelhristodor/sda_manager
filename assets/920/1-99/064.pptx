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Mai sus decât înalţii munţi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33400"/>
            <a:ext cx="7315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Mai sus decât înalţii munţi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 i-a creat,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nepătruns ca un ocean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înfricoşat,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ţine lumea-n palma Lui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râde de cel rău!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Acelaşi azi şi-n veşnicii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-al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nostru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33400"/>
            <a:ext cx="7315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Slăvit e-al nostru Creator,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uternic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nevăzut!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a rostit doar un cuvânt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toate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s-au făcut!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mărilor le-a pus hotar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lumea-n veci va sta;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sunt doar praful pe cântar,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 mărirea Sa!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33400"/>
            <a:ext cx="7315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Nu-i nicio floare pe pământ,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pasăre, nici nor,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nu-ţi vorbească, tresăltând,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bunul Creator!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Fiinţa mea, purtând şi ea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inuni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veşnicii,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 preamări iubirea Sa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se va sfârşi!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319</TotalTime>
  <Words>166</Words>
  <Application>Microsoft PowerPoint</Application>
  <PresentationFormat>On-screen Show (4:3)</PresentationFormat>
  <Paragraphs>27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81</cp:revision>
  <dcterms:created xsi:type="dcterms:W3CDTF">2013-10-07T13:04:08Z</dcterms:created>
  <dcterms:modified xsi:type="dcterms:W3CDTF">2014-01-21T11:44:43Z</dcterms:modified>
</cp:coreProperties>
</file>