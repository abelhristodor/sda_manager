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  <p:sldId id="2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, ce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mult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Tu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m-ai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iubit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94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05361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ce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mult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Tu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m-ai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iubit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Mai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mult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decât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orice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când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eşti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Tu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Păstorul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meu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Ce pace-n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suflet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e!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Ferice sunt că am aflat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mult Tu m-ai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Tu de orice m-ai iertat,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Tine-s fericit!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05361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Iubit-am viaţa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Tine n-am ştiut,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când cel rău m-a rătăcit,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Te-am cunoscut.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Ferice sunt că am aflat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mult Tu m-ai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Tu de orice m-ai iertat,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Tine-s fericit!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05361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Doamne, fii cu mine-acum,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Şi-mi dă odihna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Ta de n-aş avea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Distrus eu m-aş afla!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Ferice sunt că am aflat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mult Tu m-ai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Tu de orice m-ai iertat,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Tine-s fericit!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05361"/>
            <a:ext cx="7848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Isuse, eu cu Tine-aş vrea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veci să locuiesc,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pacea Ta şi-al Tău cămin,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Acestea le doresc!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Ferice sunt că am aflat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mult Tu m-ai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Tu de orice m-ai iertat,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Tine-s fericit!</a:t>
            </a:r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520</TotalTime>
  <Words>220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120</cp:revision>
  <dcterms:created xsi:type="dcterms:W3CDTF">2013-10-07T13:04:08Z</dcterms:created>
  <dcterms:modified xsi:type="dcterms:W3CDTF">2014-01-21T12:16:32Z</dcterms:modified>
</cp:coreProperties>
</file>