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Mărire Ţie, Doamne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Ţie, Doamne sfânt,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cerul ai creat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viaţă Tu ai pus în noi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i-al Tău chip minunat;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să slăvim şi să ’nălţăm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lumii Creator: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lumina din vecii,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Ţie, Doamne sfânt,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Ţie ne-nchinăm!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ai creat acest pământ,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veci Te lăudăm!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stele sus, pe cer, sclipind,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mâna Ta le-ai 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ce-ai făcut e-aşa sublim,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admirăm nespus!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Ţie, Doamne sfânt,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eşti din veşnicii!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Izvoare, stânci, chiar tot ce 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nume Tu le ştii;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Şi-ai aşezat pe Golgota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cruce pentru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ne-a cucerit,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untem pe veci ai Tăi!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237</TotalTime>
  <Words>50</Words>
  <Application>Microsoft PowerPoint</Application>
  <PresentationFormat>On-screen Show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58</cp:revision>
  <dcterms:created xsi:type="dcterms:W3CDTF">2013-10-07T13:04:08Z</dcterms:created>
  <dcterms:modified xsi:type="dcterms:W3CDTF">2014-01-21T11:09:04Z</dcterms:modified>
</cp:coreProperties>
</file>