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ce să nu cânt întruna?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0678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 să nu cânt întruna,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ulţumind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Dumnezeu?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spre bine totdeauna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conduce sfatul Său;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nu-s decât iubire,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âte de la Domnul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Câte ’nalţă şi susţin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rintre stânci de prigonire…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pier şi praf se fac,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iubirea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stă-n veac!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 CREȘINE </a:t>
            </a: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0678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un vultur sub aripă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adună pe-ai săi pui,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Domnu-n orice clipă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-apără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braţul Lui.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veghea ca un Părinte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mine chiar când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ştiam de harul Său,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iind copil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minte…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pier şi praf se fac,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iubirea Lui stă-n veac!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0678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nespusă bunătate!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pe Fiul mi L-a 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păcat şi de la moarte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Său sânge m-a scăpat.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în inimă îmi pune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credinţei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nestins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dă curaj ne-nvins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chiar iadul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ţi-l supune!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pier şi praf se fac,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iubirea Lui stă-n veac!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0678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Îşi pleacă a Sa faţă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mă scapă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de-orice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în orice dimineaţă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învaţă-un cântec nou…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Dă-mi, o, Doamne-acum putere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pricep iubirea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să rămân în 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mplinind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ce-mi vei cere!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cântări şi-n tot ce fac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preamăresc în veac!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540</TotalTime>
  <Words>224</Words>
  <Application>Microsoft PowerPoint</Application>
  <PresentationFormat>On-screen Show (4:3)</PresentationFormat>
  <Paragraphs>50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125</cp:revision>
  <dcterms:created xsi:type="dcterms:W3CDTF">2013-10-07T13:04:08Z</dcterms:created>
  <dcterms:modified xsi:type="dcterms:W3CDTF">2014-01-21T12:18:26Z</dcterms:modified>
</cp:coreProperties>
</file>