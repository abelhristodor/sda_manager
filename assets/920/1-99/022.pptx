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4" r:id="rId3"/>
    <p:sldId id="265" r:id="rId4"/>
    <p:sldId id="266" r:id="rId5"/>
    <p:sldId id="267" r:id="rId6"/>
    <p:sldId id="268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Măriţi pe Domnul!</a:t>
            </a:r>
            <a:endParaRPr lang="fr-FR" altLang="ro-RO" sz="4800" b="1" dirty="0" smtClean="0"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22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04800"/>
            <a:ext cx="9525000" cy="33855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742950" indent="-742950"/>
            <a:r>
              <a:rPr lang="ro-RO" altLang="ro-RO" sz="5400" dirty="0" smtClean="0">
                <a:solidFill>
                  <a:srgbClr val="FFDD4B"/>
                </a:solidFill>
                <a:latin typeface="Georgia" pitchFamily="18" charset="0"/>
              </a:rPr>
              <a:t>1.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Măriţi pe Domnul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pPr marL="742950" indent="-742950"/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ăci El peste regi este Rege!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vă-e Părinte şi El păsul vi</a:t>
            </a:r>
            <a:r>
              <a:rPr lang="ro-RO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-l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înţelege…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Vă adunaţi, trâmbiţi şi harpe luaţi,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Israel asta-i lege!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457200"/>
            <a:ext cx="96774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Măriţi pe Domnul,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e care totul conduce!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ca pe aripi de vultur v-a dus şi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vă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duce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v-a ţinut, pentru c-aşa I-a plăcut…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voi El faţa-Şi străluce.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457200"/>
            <a:ext cx="95250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Măriţi pe Domnul,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corp vă zidi de minune,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sănătate vă dă, El vă dă-nţelepciune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Şi, din păcat, de câte ori v-a salvat?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Cine-ar putea, oare, spune?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152400"/>
            <a:ext cx="96012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Măriţi pe Domnul,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este iubirea cea mare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care nimeni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 ne despărţi nu e-n stare!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Dumnezeu a dat chiar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Fiul Său,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scumpi Îi suntem noi, oare!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4488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Măriţi pe Domnul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rin imnuri cu voce curată!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Cât ne-a iubit de mult,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O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are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-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om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pricepe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vreodată?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Tată, dorim şi-acum, şi-n veac să mărim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Dragostea Ta minunată!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202</TotalTime>
  <Words>225</Words>
  <Application>Microsoft PowerPoint</Application>
  <PresentationFormat>On-screen Show (4:3)</PresentationFormat>
  <Paragraphs>38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40</cp:revision>
  <dcterms:created xsi:type="dcterms:W3CDTF">2013-10-07T13:04:08Z</dcterms:created>
  <dcterms:modified xsi:type="dcterms:W3CDTF">2014-01-20T11:51:18Z</dcterms:modified>
</cp:coreProperties>
</file>