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66" r:id="rId4"/>
    <p:sldId id="267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Eu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am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un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loc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ce-mi place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mult</a:t>
            </a:r>
            <a:endParaRPr lang="fr-F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61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457200"/>
            <a:ext cx="9144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Eu am un loc ce-mi place mult: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Chiar lângă Legea Sa!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Dreptatea ei s-o împlinesc,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oglindesc în ea…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e Creatorul,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I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 creat sunt 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locul care-mi place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E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 El mereu!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61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533400"/>
            <a:ext cx="9144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Eu am un loc ce-mi place mult: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Chiar lângă crucea Lui,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 câtă am primit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răspândesc oricui…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e Salvatorul,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I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 salvat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locul care-mi place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E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 El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mereu!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61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04800"/>
            <a:ext cx="9144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Eu am un loc ce-mi place mult: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Chiar lângă tronul Său,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Mărirea toată să I-o dau,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Ferit de orice rău…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este Coroana,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O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stea în ea sunt eu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locul care-mi place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E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 El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mereu!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61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312</TotalTime>
  <Words>158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80</cp:revision>
  <dcterms:created xsi:type="dcterms:W3CDTF">2013-10-07T13:04:08Z</dcterms:created>
  <dcterms:modified xsi:type="dcterms:W3CDTF">2014-01-21T11:39:35Z</dcterms:modified>
</cp:coreProperties>
</file>