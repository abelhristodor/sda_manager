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5" r:id="rId3"/>
    <p:sldId id="266" r:id="rId4"/>
    <p:sldId id="267" r:id="rId5"/>
    <p:sldId id="268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40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4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Nimeni ca Tine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59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533400"/>
            <a:ext cx="8458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Nimeni ca Tine, Doamne Isuse,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Tu, Fiu de om şi Dumnezeu!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Eşti Creatorul, eşti Salvatorul,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 peste toate şi mereu!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59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533400"/>
            <a:ext cx="8458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Râuri şi mare, munţii din zare,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Cu-a lor splendoare ne răsar,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nu ştim spune câtă minune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Ascunde, Doamne, al Tău har!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59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533400"/>
            <a:ext cx="8458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Zori fără pată, noaptea-nstelată,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Oricât frumos ne-ar arăta,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Sunt oglindire de-a Ta mărire,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Sunt raze din lumina 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59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533400"/>
            <a:ext cx="8458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Orice făptură poate să spună,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răstignire de-ar privi: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Nimeni ca Tine, Doamne Isuse,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N-a fost şi nici nu va mai fi!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59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297</TotalTime>
  <Words>142</Words>
  <Application>Microsoft PowerPoint</Application>
  <PresentationFormat>On-screen Show (4:3)</PresentationFormat>
  <Paragraphs>26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74</cp:revision>
  <dcterms:created xsi:type="dcterms:W3CDTF">2013-10-07T13:04:08Z</dcterms:created>
  <dcterms:modified xsi:type="dcterms:W3CDTF">2014-01-21T11:36:12Z</dcterms:modified>
</cp:coreProperties>
</file>