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  <p:sldId id="268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Cuvânt dumnezeiesc</a:t>
            </a:r>
            <a:endParaRPr lang="it-IT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70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533400"/>
            <a:ext cx="7543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Cuvânt dumnezeiesc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trup descoperit,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Tine doar eu vieţuiesc,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mă faci fericit!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533400"/>
            <a:ext cx="7543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Comoară sfântă mi-eşti,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Fi-mi şi luminător;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ţara fiinţelor cereşti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Fi-mi bun conducător!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533400"/>
            <a:ext cx="7543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scump Mângâietor,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Condu-mă chiar acum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Mielul blând ispăşitor,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Păstorul meu cel bun!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533400"/>
            <a:ext cx="7543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Tine m-oglindesc,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Mântuitor iubit,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Tine astăzi eu clădesc,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Tu m-ai mântuit!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352</TotalTime>
  <Words>105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88</cp:revision>
  <dcterms:created xsi:type="dcterms:W3CDTF">2013-10-07T13:04:08Z</dcterms:created>
  <dcterms:modified xsi:type="dcterms:W3CDTF">2014-01-21T11:52:27Z</dcterms:modified>
</cp:coreProperties>
</file>