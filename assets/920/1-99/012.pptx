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  <p:sldId id="266" r:id="rId6"/>
    <p:sldId id="26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8194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mare este Dumnezeu!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 12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60960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mare este Dumnezeu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cât de necuprins!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sus de cer e tronul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dragoste aprins.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60960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faţa Tatălui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vesel şi senin,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norii care te-ngrozesc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ploi de har sunt plini!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60960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ochii necredinţei, orbi,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nu poţi s-aduni,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prin credinţă poţi să sorbi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Cereştile minuni!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60960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Nu-L judeca pe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simţuri omeneşti,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mult mai sus e planul Său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faptele-I cereşti!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609600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Priviţi cum se-mplinesc acum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Atâtea profeţii!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E-amar al pribegiei drum,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Dar vine marea 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114</TotalTime>
  <Words>145</Words>
  <Application>Microsoft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23</cp:revision>
  <dcterms:created xsi:type="dcterms:W3CDTF">2013-10-07T13:04:08Z</dcterms:created>
  <dcterms:modified xsi:type="dcterms:W3CDTF">2014-01-20T11:39:23Z</dcterms:modified>
</cp:coreProperties>
</file>