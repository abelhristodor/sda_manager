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imnuri sfinte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imnuri sfinte, ne-ncetat,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Slăviţi pe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desfăşoară,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vieţii curcubeu!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Câmpiile, prin ploaia 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Aduc un rod bogat.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iarbă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fruntea muntelui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El a-ncununat.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dă zăpadă şi îngheţ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Cuvântul Său;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umileşte pe semeţ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mustră pe cel rău.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pune mugurii pe ram,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binecuvântări;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vânt de har ne-aduce-n geam,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veşnice chemări!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 şi stele, necurmat,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Ascultă-al Său Cuvânt.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cântec viu şi nepătat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Slăviţi-L pe Cel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184</TotalTime>
  <Words>132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47</cp:revision>
  <dcterms:created xsi:type="dcterms:W3CDTF">2013-10-07T13:04:08Z</dcterms:created>
  <dcterms:modified xsi:type="dcterms:W3CDTF">2014-01-21T10:01:42Z</dcterms:modified>
</cp:coreProperties>
</file>