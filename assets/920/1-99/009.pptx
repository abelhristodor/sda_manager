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Mare eşti Tu, Doamne!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839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Mare eşti Tu, Doamne,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fânt, preaputernic,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Dis-de-dimineaţă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voios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voi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îndurare, de-nchinare vrednic,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peste toate, veşnic Tu vei sta!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839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Mare eşti Tu, Doamne,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Te-adoră şi-Ţi cântă zi de zi!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şi zeci de mii doar Ţie Ţi se-nchină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ce-ai fost şi-n veac de veac vei fi!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839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Mare eşti Tu, Doamne,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de zare,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 de om nu poate mărirea Ta privi!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eşti de iubire, n-ai asemănare,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preacurat ce-n totul poţi iubi!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102</TotalTime>
  <Words>142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22</cp:revision>
  <dcterms:created xsi:type="dcterms:W3CDTF">2013-10-07T13:04:08Z</dcterms:created>
  <dcterms:modified xsi:type="dcterms:W3CDTF">2014-01-20T11:36:10Z</dcterms:modified>
</cp:coreProperties>
</file>