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  <p:sldId id="268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Veste bună-avem de sus</a:t>
            </a:r>
            <a:endParaRPr lang="it-IT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71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533400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Veste bună-avem de sus: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Salvator e Isus!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strigăm în lung şi-n lat: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Salvator am aflat!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S-o purtăm spre patru zări,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 munţi şi-n larg de mări,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S-o ’nălţăm azi tot mai sus: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Salvator e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533400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Din talazuri de păcat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 ne-a salvat!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Păcătoşii cânte-n cor: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Iat’ avem Salvator!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la poli până-n pustii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tresalte toţi cei vii!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Imn de slavă ne-a adus: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Salvator e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533400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potop sau în război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Isus e cu noi;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Mort a fost, dar a-nviat,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Crucea Lui ne-a salvat.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Spuneţi şoapte de curaj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Printre lacrimi şi necaz,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mormânt priviţi în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Salvator e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533400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Sună trâmbiţi la hotar,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Isus vine iar!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Veste-n orişice popor: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Da, avem Salvator!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Mântuirea vom vedea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spre ceruri vom cânta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Cântec fără de apus: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Salvator e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354</TotalTime>
  <Words>198</Words>
  <Application>Microsoft PowerPoint</Application>
  <PresentationFormat>On-screen Show (4:3)</PresentationFormat>
  <Paragraphs>42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89</cp:revision>
  <dcterms:created xsi:type="dcterms:W3CDTF">2013-10-07T13:04:08Z</dcterms:created>
  <dcterms:modified xsi:type="dcterms:W3CDTF">2014-01-21T11:53:29Z</dcterms:modified>
</cp:coreProperties>
</file>