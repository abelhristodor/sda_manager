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  <p:sldId id="27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Cât va trăi Hristos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Cât va trăi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timp rămân cu 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Cântatul meu melodios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va-nceta defel!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e al meu Păstor,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îmi e de drag!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hrană-mi vine-n ajutor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sunt flămând, pribeag.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vine vremea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toţi mă părăsesc,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Rămâne El speranţa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El m-adăpostesc!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scapă-al meu picior,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Necazuri de-ar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Alerg l-al meu iubit Păstor,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 va izbăvi!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 spre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Ţin ochiul meu deschis,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îmi e de preţios,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mi-este 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537</TotalTime>
  <Words>137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123</cp:revision>
  <dcterms:created xsi:type="dcterms:W3CDTF">2013-10-07T13:04:08Z</dcterms:created>
  <dcterms:modified xsi:type="dcterms:W3CDTF">2014-01-21T12:19:07Z</dcterms:modified>
</cp:coreProperties>
</file>