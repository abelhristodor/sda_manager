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  <p:sldId id="266" r:id="rId4"/>
    <p:sldId id="267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Sfinte Părinte, rămâi </a:t>
            </a:r>
            <a:b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între noi!</a:t>
            </a:r>
            <a:endParaRPr lang="sv-SE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46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533400"/>
            <a:ext cx="8915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Sfinte Părinte, rămâi între noi!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Dragostea Ta ne e scut în nevoi;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Plin de iubire, plin de rodire,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Tată, rămâi cu-al Tău har între noi!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533400"/>
            <a:ext cx="8915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 Isuse, rămâi între noi!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Pacea Ta sfântă ne-ajută-n nevoi;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Plin de-ndurare, plin de răbdare,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să laşi pacea Ta între noi!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533400"/>
            <a:ext cx="8915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Spirit Preasfânt, să rămâi între noi!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ne-ntăreşti în atâtea nevoi!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Plin de putere şi mângâiere,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Spirit Preasfânt, să domneşti între noi!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249</TotalTime>
  <Words>119</Words>
  <Application>Microsoft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62</cp:revision>
  <dcterms:created xsi:type="dcterms:W3CDTF">2013-10-07T13:04:08Z</dcterms:created>
  <dcterms:modified xsi:type="dcterms:W3CDTF">2014-01-21T11:14:52Z</dcterms:modified>
</cp:coreProperties>
</file>