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Slavă şi glorie lui Dumnezeu! (canon)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533400"/>
            <a:ext cx="8458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 şi glorie lui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Toată suflarea să-I cânte mereu: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„Slavă, slavă lui Dumnezeu!”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533400"/>
            <a:ext cx="8458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 şi glorie lui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copilaşii să-I cânte mereu: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„Slavă, slavă lui Dumnezeu!”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533400"/>
            <a:ext cx="8458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 şi glorie lui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tineretul să-I cânte mereu: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„Slavă, slavă lui Dumnezeu!”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258</TotalTime>
  <Words>92</Words>
  <Application>Microsoft PowerPoint</Application>
  <PresentationFormat>On-screen Show (4:3)</PresentationFormat>
  <Paragraphs>17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65</cp:revision>
  <dcterms:created xsi:type="dcterms:W3CDTF">2013-10-07T13:04:08Z</dcterms:created>
  <dcterms:modified xsi:type="dcterms:W3CDTF">2014-01-21T11:17:04Z</dcterms:modified>
</cp:coreProperties>
</file>