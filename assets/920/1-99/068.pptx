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Clădim pe o Stâncă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mult preţ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smtClean="0">
                <a:solidFill>
                  <a:srgbClr val="FFDD4B"/>
                </a:solidFill>
                <a:latin typeface="Georgia" pitchFamily="18" charset="0"/>
              </a:rPr>
              <a:t>Imnul 68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Clădim pe o Stâncă de mult preţ,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Piatra unghiulară,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Furtuni şi cutremur şi-orice vreţi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Nicicând nu ne doboară!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clădim pe Isus,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clădim pe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Clădim pe Isus,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Stânca de mult preţ,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Temei pus de profeţi!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Nebuni sunt toţi care pe nisip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Clădesc şi-s robiţi plăcerii,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loc să se-ncreadă în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Se-nchină lor şi-averii…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clădim pe Isus,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clădim pe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Clădim pe Isus,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Stânca de mult preţ,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Temei pus de profeţi!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de clădiţi pe adevăr,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Stânca de neclintire,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puneţi de-acum un bun temei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Credinţei-n mântuire!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clădim pe Isus,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clădim pe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Clădim pe Isus,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Stânca de mult preţ,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Temei pus de profeţi!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343</TotalTime>
  <Words>176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88</cp:revision>
  <dcterms:created xsi:type="dcterms:W3CDTF">2013-10-07T13:04:08Z</dcterms:created>
  <dcterms:modified xsi:type="dcterms:W3CDTF">2014-01-21T11:50:41Z</dcterms:modified>
</cp:coreProperties>
</file>