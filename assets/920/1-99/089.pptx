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e cel mai bun Prieten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e cel mai bun Prieten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mereu la dreapta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orice greu cu El aş trece,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ştiu că nu mă va lăsa!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De-aceea-mi place să tot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„Isus e-al meu Prieten bun!”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nimeni nu mă pot încrede,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Prieteni buni sunt mult prea rari;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nimeni nu m-ar înţelege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mă ajung necazuri mari…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De-aceea-mi place să tot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„Isus e-al meu Prieten bun!”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Iubirea Lui e-aşa de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pentru mine S-a jertfit,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pus în gură o cântare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mâini, un steag nebiruit.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De-aceea-mi place să tot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„Isus e-al meu Prieten bun!”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502</TotalTime>
  <Words>150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115</cp:revision>
  <dcterms:created xsi:type="dcterms:W3CDTF">2013-10-07T13:04:08Z</dcterms:created>
  <dcterms:modified xsi:type="dcterms:W3CDTF">2014-01-21T12:12:45Z</dcterms:modified>
</cp:coreProperties>
</file>