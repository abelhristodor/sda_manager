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Fii lăudat, Isus Hristos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lăudat,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 celui păcătos!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prin sfânt sângele-Ţi vărsat,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 veşnică ne-ai 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Tatăl fie preamărit,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nouă ni Te-a dăruit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porţi Tu vina tuturor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ne fii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Spiritului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dintr-ale Tale luând,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 El ne-a îndrumat,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să-Ţi servim cu-adevărat!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334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Tatălui din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ştiu în cine cred şi sper: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Eu, omul slab şi păcătos,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Mă-ncred în harul lui Hristos!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266</TotalTime>
  <Words>127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66</cp:revision>
  <dcterms:created xsi:type="dcterms:W3CDTF">2013-10-07T13:04:08Z</dcterms:created>
  <dcterms:modified xsi:type="dcterms:W3CDTF">2014-01-21T11:18:32Z</dcterms:modified>
</cp:coreProperties>
</file>