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Tată ceresc, ce mult am vrea!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81548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 ceresc, ce mult am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înţelegem dragostea,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se întinde-n infinit,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răsărit în asfinţit…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Veche de când nu ştim a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totuşi nouă-n orice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ciuda urii omeneşti,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tot mai mult Te dăruieşti…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81548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Îţi mulţumim c-ai dăruit,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Fiul Tău cel preaiubit,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să-Ţi cunoaştem dragostea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trăim prin jertfa Sa.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izvorască în şuvoi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Domnului şi-n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lumină orişicui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mesageri ai cerului!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195</TotalTime>
  <Words>116</Words>
  <Application>Microsoft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50</cp:revision>
  <dcterms:created xsi:type="dcterms:W3CDTF">2013-10-07T13:04:08Z</dcterms:created>
  <dcterms:modified xsi:type="dcterms:W3CDTF">2014-01-21T10:05:56Z</dcterms:modified>
</cp:coreProperties>
</file>