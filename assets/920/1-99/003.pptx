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  <p:sldId id="26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Spre slava Ta uniţi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8059" y="1194137"/>
            <a:ext cx="26260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endParaRPr lang="ro-RO" altLang="ro-RO" sz="6000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0" y="1195252"/>
            <a:ext cx="6655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endParaRPr lang="ro-RO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8610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slava Ta uniţi,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nchinare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Ţi-aducem, Doamne,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Cântăm în cinstea Ta,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Dumnezeul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Tatălui mărire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şi Fiului în veac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Şi-adevăratului Duh Sfânt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viaţă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dătător.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" y="381000"/>
            <a:ext cx="60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70690" y="990600"/>
            <a:ext cx="803991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slava Ta venim!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Toată lauda, onoarea, cinstea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Aducem lui Hristos,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Dumnezeul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crucea Lui o ducem în fiecare zi,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crucea Lui o înălţăm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vecii vecilor.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6890" y="990600"/>
            <a:ext cx="6735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endParaRPr lang="ro-RO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609600"/>
            <a:ext cx="9829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slava Ta uniţi,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 popoare ne strângem astăzi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pace tuturor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rătăm un singur cer!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duh şi adevăr stăm ’naintea Ta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plecaţi,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Oferă-Ţi harul, Te rugăm,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cestui neam de fraţi!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400" y="533400"/>
            <a:ext cx="6735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endParaRPr lang="ro-RO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838200"/>
            <a:ext cx="8839200" cy="4553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slava Ta uniţi,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chemăm, Spirit Sfânt, în toate,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Dreptatea lui Hristos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domnească-n lume vrem!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Guverne şi popoare, biserică şi neam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afle iar credinţa dreaptă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lui Avraam!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400" y="838200"/>
            <a:ext cx="76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endParaRPr lang="ro-RO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</TotalTime>
  <Words>197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22</cp:revision>
  <dcterms:created xsi:type="dcterms:W3CDTF">2013-10-07T13:04:08Z</dcterms:created>
  <dcterms:modified xsi:type="dcterms:W3CDTF">2014-01-20T11:29:40Z</dcterms:modified>
</cp:coreProperties>
</file>