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Hristos e Cel ce va domni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e Cel ce va domni;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Voi, îngeri, vă-nchinaţi!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(:Veniţi, popoare, mii şi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Domnu-ncoronaţi!:)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este uns din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Stăpân pe-al slavei tron!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(:Veniţi, răscumpăraţii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înălţaţi ca Domn!:)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orice neam, orice popor,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Oriunde vă aflaţi,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(:El este Domnul domnilor,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Mărirea Lui cântaţi!:)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e Cel ce va domni,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ştie orice om!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(:Şi-n veci de veci, doar El va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Încoronat ca Domn!:)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315</TotalTime>
  <Words>134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79</cp:revision>
  <dcterms:created xsi:type="dcterms:W3CDTF">2013-10-07T13:04:08Z</dcterms:created>
  <dcterms:modified xsi:type="dcterms:W3CDTF">2014-01-21T11:43:04Z</dcterms:modified>
</cp:coreProperties>
</file>