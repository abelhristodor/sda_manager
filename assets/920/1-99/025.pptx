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  <p:sldId id="266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credincioşi, veniţi!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81548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credincioşi, veniţi!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preamăriţi!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Său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de-al Său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V-apropiaţi, cântând!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81548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Creştini, vă ridicaţi!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Lui cântaţi!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Salvator,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al oştirilor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Frate iubitor!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81548"/>
            <a:ext cx="7239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Celui ce ne-a iubit,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cântec nesfârşit!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Îl vom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Nicicând nu vom tăcea,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Cânta-vom crucea Sa!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Aleluia, amin!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185</TotalTime>
  <Words>48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39</cp:revision>
  <dcterms:created xsi:type="dcterms:W3CDTF">2013-10-07T13:04:08Z</dcterms:created>
  <dcterms:modified xsi:type="dcterms:W3CDTF">2014-01-21T09:56:59Z</dcterms:modified>
</cp:coreProperties>
</file>