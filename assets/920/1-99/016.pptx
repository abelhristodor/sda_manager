
<file path=[Content_Types].xml><?xml version="1.0" encoding="utf-8"?>
<Types xmlns="http://schemas.openxmlformats.org/package/2006/content-types"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0.xml" ContentType="application/vnd.openxmlformats-officedocument.presentationml.slideLayout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7" r:id="rId2"/>
    <p:sldId id="263" r:id="rId3"/>
    <p:sldId id="264" r:id="rId4"/>
    <p:sldId id="265" r:id="rId5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DD4B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5640" autoAdjust="0"/>
    <p:restoredTop sz="94595" autoAdjust="0"/>
  </p:normalViewPr>
  <p:slideViewPr>
    <p:cSldViewPr>
      <p:cViewPr varScale="1">
        <p:scale>
          <a:sx n="95" d="100"/>
          <a:sy n="95" d="100"/>
        </p:scale>
        <p:origin x="-444" y="-9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  <p:sp>
        <p:nvSpPr>
          <p:cNvPr id="6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11" name="TextBox 10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12" name="TextBox 11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3" name="TextBox 12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2008946-02E7-4AE2-A518-9FE65EEDFBF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687DC62-F92A-47AE-AAAA-9175E3D912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4E920E-5561-434B-ACD9-8CF66811B26A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7A6DBFE-D726-44E2-8911-6170F3F3978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C215ACD-4C89-452A-A4B5-B97511FB886E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DF3C472-BEBC-4182-B538-C9C8FEFD7C03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32C5F5-FB8F-43D7-A379-4646155905D9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smtClean="0"/>
              <a:t>Click icon to add picture</a:t>
            </a:r>
            <a:endParaRPr lang="ro-RO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3E785C2-62BC-4756-9448-4E83597DF72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3191802-2CD6-4E5E-953D-9773291BB8A5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7A5A0B3-B01E-4A32-9C4A-56431404B5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text styles</a:t>
            </a:r>
          </a:p>
          <a:p>
            <a:pPr lvl="1"/>
            <a:r>
              <a:rPr lang="en-US" altLang="ro-RO" smtClean="0"/>
              <a:t>Second level</a:t>
            </a:r>
          </a:p>
          <a:p>
            <a:pPr lvl="2"/>
            <a:r>
              <a:rPr lang="en-US" altLang="ro-RO" smtClean="0"/>
              <a:t>Third level</a:t>
            </a:r>
          </a:p>
          <a:p>
            <a:pPr lvl="3"/>
            <a:r>
              <a:rPr lang="en-US" altLang="ro-RO" smtClean="0"/>
              <a:t>Fourth level</a:t>
            </a:r>
          </a:p>
          <a:p>
            <a:pPr lvl="4"/>
            <a:r>
              <a:rPr lang="en-US" altLang="ro-RO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smtClean="0"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 smtClean="0"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 smtClean="0"/>
            </a:lvl1pPr>
          </a:lstStyle>
          <a:p>
            <a:pPr>
              <a:defRPr/>
            </a:pPr>
            <a:fld id="{7C9D3C46-9D38-4088-92A6-9CF3BEF27B4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49" r:id="rId12"/>
  </p:sldLayoutIdLst>
  <p:txStyles>
    <p:titleStyle>
      <a:lvl1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ro-R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6"/>
          <p:cNvSpPr>
            <a:spLocks noChangeArrowheads="1"/>
          </p:cNvSpPr>
          <p:nvPr/>
        </p:nvSpPr>
        <p:spPr bwMode="auto">
          <a:xfrm>
            <a:off x="0" y="1371600"/>
            <a:ext cx="9144000" cy="2057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marL="838200" indent="-838200" algn="ctr">
              <a:buSzPct val="150000"/>
            </a:pPr>
            <a:endParaRPr lang="fr-FR" altLang="ro-RO" sz="4400">
              <a:solidFill>
                <a:schemeClr val="tx2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0" y="2940093"/>
            <a:ext cx="9144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vi-VN" altLang="ro-RO" sz="4800" b="1" dirty="0" smtClean="0">
                <a:solidFill>
                  <a:schemeClr val="bg1"/>
                </a:solidFill>
                <a:latin typeface="Georgia" pitchFamily="18" charset="0"/>
              </a:rPr>
              <a:t>Cântaţi mărire-n cor!</a:t>
            </a:r>
            <a:endParaRPr lang="fr-FR" altLang="ro-RO" sz="4800" b="1" dirty="0" smtClean="0">
              <a:latin typeface="Georgia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0" y="1194137"/>
            <a:ext cx="914399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altLang="ro-RO" sz="6000" b="1" dirty="0" smtClean="0">
                <a:solidFill>
                  <a:srgbClr val="FFDD4B"/>
                </a:solidFill>
                <a:latin typeface="Georgia" pitchFamily="18" charset="0"/>
              </a:rPr>
              <a:t>Imnul 16</a:t>
            </a:r>
            <a:endParaRPr lang="ro-RO" sz="6000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0" y="609600"/>
            <a:ext cx="9144000" cy="440120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pPr marL="742950" indent="-742950"/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Cântaţi mărire-n cor, </a:t>
            </a:r>
            <a:endParaRPr lang="ro-RO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pPr marL="742950" indent="-742950"/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Hristos e Împărat,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El este Domnul nostru, </a:t>
            </a:r>
            <a:endParaRPr lang="ro-RO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Domnul adorat!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Cu mulţumiri,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Azi glasul vostru înălţaţi, </a:t>
            </a:r>
            <a:endParaRPr lang="ro-RO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S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ă-L lăudaţi!</a:t>
            </a:r>
            <a:endParaRPr lang="ro-RO" sz="4000" dirty="0"/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16</a:t>
            </a:r>
            <a:r>
              <a:rPr lang="ro-RO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/</a:t>
            </a: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0" y="609600"/>
            <a:ext cx="9144000" cy="440120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2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În lumi de nepătruns </a:t>
            </a:r>
            <a:endParaRPr lang="ro-RO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S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e-aude ne-ncetat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Acelaşi cântec plin de slavă,</a:t>
            </a:r>
            <a:endParaRPr lang="ro-RO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M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inunat!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Oştiri cereşti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Pe Dumnezeu Îl preamăresc </a:t>
            </a:r>
            <a:endParaRPr lang="ro-RO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Ş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i-I mulţumesc!</a:t>
            </a:r>
            <a:endParaRPr lang="ro-RO" sz="4000" dirty="0"/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16</a:t>
            </a:r>
            <a:r>
              <a:rPr lang="ro-RO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/</a:t>
            </a: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0" y="609600"/>
            <a:ext cx="9144000" cy="440120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3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b="1" dirty="0" smtClean="0">
                <a:solidFill>
                  <a:schemeClr val="bg1"/>
                </a:solidFill>
                <a:latin typeface="Georgia" pitchFamily="18" charset="0"/>
              </a:rPr>
              <a:t>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Cântaţi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,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domnia Lui </a:t>
            </a:r>
            <a:endParaRPr lang="ro-RO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E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fără de sfârşit!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Pe tronul slavei Sale </a:t>
            </a:r>
            <a:endParaRPr lang="ro-RO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S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tă nebiruit!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Cu îngeri mii,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Iubirea Lui s-o proclamaţi </a:t>
            </a:r>
            <a:endParaRPr lang="ro-RO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Ş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i să-I cântaţi!</a:t>
            </a:r>
            <a:endParaRPr lang="ro-RO" sz="4000" dirty="0"/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16</a:t>
            </a:r>
            <a:r>
              <a:rPr lang="ro-RO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/</a:t>
            </a: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Imnuri noi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Imnuri noi</Template>
  <TotalTime>135</TotalTime>
  <Words>114</Words>
  <Application>Microsoft PowerPoint</Application>
  <PresentationFormat>On-screen Show (4:3)</PresentationFormat>
  <Paragraphs>29</Paragraphs>
  <Slides>4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5" baseType="lpstr">
      <vt:lpstr>Imnuri noi</vt:lpstr>
      <vt:lpstr>Slide 1</vt:lpstr>
      <vt:lpstr>Slide 2</vt:lpstr>
      <vt:lpstr>Slide 3</vt:lpstr>
      <vt:lpstr>Slide 4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Ionut I</dc:creator>
  <cp:lastModifiedBy>Luminita</cp:lastModifiedBy>
  <cp:revision>31</cp:revision>
  <dcterms:created xsi:type="dcterms:W3CDTF">2013-10-07T13:04:08Z</dcterms:created>
  <dcterms:modified xsi:type="dcterms:W3CDTF">2014-01-20T11:44:14Z</dcterms:modified>
</cp:coreProperties>
</file>