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5" r:id="rId3"/>
    <p:sldId id="266" r:id="rId4"/>
    <p:sldId id="267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40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4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Prin altul nu poţi fi scăpat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78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81000" y="493455"/>
            <a:ext cx="8763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Prin altul nu poţi fi scăpat,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Alt nume nici nu este dat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Spre-a noastră mântuire,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Piatra ce-o zvârliră toţi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Făcutu-s-a piatră de colţ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boltă de clădire!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Cine cade pe-astă Stâncă,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adâncă umilinţă,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Mântuit e prin credinţă.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78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81000" y="493455"/>
            <a:ext cx="86106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Mulţi oameni nume-şi fac sub cer,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Se-avântă sus, dar iată-i, pier,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I-a înghiţit mormântul;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viaţă fost-au străluciţi,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 au sfârşit nenorociţi,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Sunt una cu pământul!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Singur, Domnul, El trăieşte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domneşte cu tărie,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Peste-ntreaga veşnicie.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78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81000" y="493455"/>
            <a:ext cx="86106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Prin altul nu poţi fi scăpat,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Alt nume nici nu este dat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Spre-a noastră mântuire!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O, Nume scump, Isus Hristos,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Speranţa celui păcătos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E-n Tine, doar în Tine!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Fi-mi şi mie mângâiere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putere de-nnoire,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Sfânt izvor de fericire!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78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423</TotalTime>
  <Words>173</Words>
  <Application>Microsoft PowerPoint</Application>
  <PresentationFormat>On-screen Show (4:3)</PresentationFormat>
  <Paragraphs>35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Ionut I</dc:creator>
  <cp:lastModifiedBy>Luminita</cp:lastModifiedBy>
  <cp:revision>100</cp:revision>
  <dcterms:created xsi:type="dcterms:W3CDTF">2013-10-07T13:04:08Z</dcterms:created>
  <dcterms:modified xsi:type="dcterms:W3CDTF">2014-01-21T12:01:38Z</dcterms:modified>
</cp:coreProperties>
</file>