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Aleluia! Amin (canon)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8059" y="1194137"/>
            <a:ext cx="262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endParaRPr lang="ro-RO" altLang="ro-RO" sz="6000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195252"/>
            <a:ext cx="6671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endParaRPr lang="ro-RO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Amin, Amin!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</TotalTime>
  <Words>16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</cp:revision>
  <dcterms:created xsi:type="dcterms:W3CDTF">2013-10-07T13:04:08Z</dcterms:created>
  <dcterms:modified xsi:type="dcterms:W3CDTF">2014-01-20T11:28:19Z</dcterms:modified>
</cp:coreProperties>
</file>