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  <p:sldId id="268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Cine, ca Isus, mai poate</a:t>
            </a:r>
            <a:endParaRPr lang="it-IT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74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33400"/>
            <a:ext cx="7848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Cine, ca Isus, mai poate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mă facă fericit?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este-al meu în toate,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pe mine m-a iubit!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Drag îmi e Isus pe lume,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de preţ ca viaţa mea!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Dintre mii şi mii de nume,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pe El Îl voi cânta!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33400"/>
            <a:ext cx="7848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Ce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risipă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de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iubire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		</a:t>
            </a:r>
          </a:p>
          <a:p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El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trimite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an de an, 	</a:t>
            </a:r>
          </a:p>
          <a:p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Mai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presus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de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nemurire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	</a:t>
            </a:r>
          </a:p>
          <a:p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Mai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adânc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ca un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ocean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Drag îmi e Isus pe lume,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de preţ ca viaţa mea!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Dintre mii şi mii de nume,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pe El Îl voi cânta!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33400"/>
            <a:ext cx="7848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El îmi satură trăirea,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e plin de tot ce-i bun,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Braţul Său e mântuirea,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mi-e totul, pot să spun!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Drag îmi e Isus pe lume,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de preţ ca viaţa mea!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Dintre mii şi mii de nume,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pe El Îl voi cânta!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33400"/>
            <a:ext cx="7848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ce mare bucurie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Isus să-L pot vedea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întreaga veşnicie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slăvesc iubirea Sa!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Drag îmi e Isus pe lume,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de preţ ca viaţa mea!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Dintre mii şi mii de nume,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pe El Îl voi cânta!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386</TotalTime>
  <Words>203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94</cp:revision>
  <dcterms:created xsi:type="dcterms:W3CDTF">2013-10-07T13:04:08Z</dcterms:created>
  <dcterms:modified xsi:type="dcterms:W3CDTF">2014-01-21T11:56:09Z</dcterms:modified>
</cp:coreProperties>
</file>