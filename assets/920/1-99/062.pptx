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Vrem să-L încoronăm!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53340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Vrem să-L încoronăm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Mielul salvator,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Coroane multe s-adunăm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glas triumfător!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suflete al meu, ’naintea Lui să vii,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Salută-L azi ca Rege-al tău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Domn pe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53340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Vrem să-L încoronăm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Cel ce ne-a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ce, prin iubirea Sa,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palme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săpat…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îngerii de sus nu pot privi la 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marea slavă-a lui Isus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jertfa Lui de Miel!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53340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Vrem să-L încoronăm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Rege peste zări,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tot pământul să schimbăm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ăzboaiele-n cântări!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are-n veac sfârşit Împărăţia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paşii Lui vor răsări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lori vii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318</TotalTime>
  <Words>149</Words>
  <Application>Microsoft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80</cp:revision>
  <dcterms:created xsi:type="dcterms:W3CDTF">2013-10-07T13:04:08Z</dcterms:created>
  <dcterms:modified xsi:type="dcterms:W3CDTF">2014-01-21T11:42:21Z</dcterms:modified>
</cp:coreProperties>
</file>