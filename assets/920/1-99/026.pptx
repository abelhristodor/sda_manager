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 plecăm în adorare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533400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plecăm în adorare,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tot cerul ne-nchinăm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credinţă, fiecare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nima ne-o consacrăm.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Hristos ne dăm cu totul,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lucreze El în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Legea-mpărăţiei Sale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păcatului război!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81548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Vrednic este Domnul nostru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primească gloria,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Vrednic este Mielul care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 salvat prin Golgota!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Îngeri, heruvimi şi oameni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ă-I dea slavă-n veşnicii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care umple lumea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cântări şi bucurii!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81548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Îi jurăm pe veci credinţă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care ne-a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cununi de biruinţă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noi a împletit.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curând Hristos Se-arată,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ântuirea-i la un pas,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suntem de cer aproape;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ie, lume, bun-rămas!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81548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N-avem altă fericire,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 pe Hrist vom lăuda!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El ni-e Domnul,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suntem oştirea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Hristos în libertate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pe ruguri vom sluji!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a Lui să fie slava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stăzi şi în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81548"/>
            <a:ext cx="8763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Vrednic, vrednic, vrednic este Mielul care-a fost junghiat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primească slava, cinstea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 toate Împărat!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cu-ale ei va trece,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va triumfa!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 slava crucii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 Hristos nu va-nceta!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193</TotalTime>
  <Words>254</Words>
  <Application>Microsoft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43</cp:revision>
  <dcterms:created xsi:type="dcterms:W3CDTF">2013-10-07T13:04:08Z</dcterms:created>
  <dcterms:modified xsi:type="dcterms:W3CDTF">2014-01-21T09:58:57Z</dcterms:modified>
</cp:coreProperties>
</file>