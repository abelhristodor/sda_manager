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vino, scump Isuse!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3400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scump Isuse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umple-mi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gândul meu spre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se va ’nălţa!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slavei Tale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plec fiinţa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eşti Creatorul,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eu, zidirea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3400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lucrul mâinii Tale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E-aşa de minunat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vrednic al Tău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înălţat!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slavei Tale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plec fiinţa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eşti Creatorul,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eu, zidirea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3400"/>
            <a:ext cx="7467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Tine-i plinătatea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om şi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De-aceea, cu tot cerul,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Genunchii-mi plec şi eu!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’Naintea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slavei Tale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plec fiinţa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eşti Creatorul,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eu, zidirea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301</TotalTime>
  <Words>152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77</cp:revision>
  <dcterms:created xsi:type="dcterms:W3CDTF">2013-10-07T13:04:08Z</dcterms:created>
  <dcterms:modified xsi:type="dcterms:W3CDTF">2014-01-21T11:37:42Z</dcterms:modified>
</cp:coreProperties>
</file>