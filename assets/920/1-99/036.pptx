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Slavă, slavă Celui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81548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El mă-ncred oricând!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dreapta Lui m-ascund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furtuna El o ceartă…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este Domnul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mă scapă de-orice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 e-n locaşul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mai mare e când iartă!…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81548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Glasul Lui răsună-n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Are-n grijă munţi şi mări,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iubirii Lui mister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adună-n osanale.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veghează-n mersul lor,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Păsări, galaxii şi nori,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mai mult Îi este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făptura mâinii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81548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tronul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Preamărind al Său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mii aud cântând,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serii când se lasă…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Nimeni însă n-a cântat,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 şi-n cerul ’nalt,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păcătos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cântare mai frumoasă…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364</TotalTime>
  <Words>158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51</cp:revision>
  <dcterms:created xsi:type="dcterms:W3CDTF">2013-10-07T13:04:08Z</dcterms:created>
  <dcterms:modified xsi:type="dcterms:W3CDTF">2014-01-21T10:42:15Z</dcterms:modified>
</cp:coreProperties>
</file>