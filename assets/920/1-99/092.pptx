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6" r:id="rId3"/>
    <p:sldId id="267" r:id="rId4"/>
    <p:sldId id="268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Vreau să fiu în veci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Domnul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92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505361"/>
            <a:ext cx="8382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Vreau să fiu în veci cu Domnul,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Isus cel adorat,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El a fost şi mi-este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 Prieten, minunat.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Isus, cu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cu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El a fost şi mi-este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 Prieten, minunat.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05361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doresc a lumii faimă,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mă rog să fiu bogat;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Bucuros trudesc şi sufăr,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să fiu de El legat.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Isus, cu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cu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El a fost şi mi-este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 Prieten, minunat.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505361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Am o singură dorinţă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aceasta doar Îi cer: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După-o viaţă de credinţă,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Isus să fiu în cer.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Isus, cu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mereu cu Isus!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El a fost şi mi-este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 Prieten, minunat.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509</TotalTime>
  <Words>83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118</cp:revision>
  <dcterms:created xsi:type="dcterms:W3CDTF">2013-10-07T13:04:08Z</dcterms:created>
  <dcterms:modified xsi:type="dcterms:W3CDTF">2014-01-21T12:15:06Z</dcterms:modified>
</cp:coreProperties>
</file>