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Jan Hus (canon)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Jan Hus pe rug l-au pus,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 cedat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din flăcări, chiar din flăcări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1384</TotalTime>
  <Words>22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336</cp:revision>
  <dcterms:created xsi:type="dcterms:W3CDTF">2013-10-07T13:04:08Z</dcterms:created>
  <dcterms:modified xsi:type="dcterms:W3CDTF">2013-12-09T12:28:06Z</dcterms:modified>
  <cp:contentStatus>test</cp:contentStatus>
</cp:coreProperties>
</file>