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2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Stai tare-n ispite!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291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393442"/>
            <a:ext cx="8763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Stai tare-n ispite şi luptă contra lor,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cel ce se luptă e biruitor!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Învinge duşmanul, fii vajnic bărbat!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(:Priveşte spre Domnul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eşti încercat!:)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393442"/>
            <a:ext cx="8763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Evită păcatul, ai cugetul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Urăşte minciuna, nu fi ne-nfrânat!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treaz totdeauna, spre bine pornit,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(:Priveşte spre Domnul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eşti ispitit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!:)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81000"/>
            <a:ext cx="8458200" cy="5715000"/>
          </a:xfrm>
        </p:spPr>
        <p:txBody>
          <a:bodyPr/>
          <a:lstStyle/>
          <a:p>
            <a:pPr>
              <a:buNone/>
            </a:pP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Cel ce biruieşte va fi încoronat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Şi va fi cu Domnul în ceruri-nălţat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Acolo </a:t>
            </a:r>
            <a:r>
              <a:rPr lang="ro-RO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l-aşteaptă-un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cămin fericit!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(:Priveşte spre Domnul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ând eşti ispitit!:)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tot prin credinţă vei fi biruitor,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pleacă sub cruce, viteaz luptător!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El este vrednic să fie ’nălţat!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(:Priveşte spre Domnul,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te-a salvat!:)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1527</TotalTime>
  <Words>137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364</cp:revision>
  <dcterms:created xsi:type="dcterms:W3CDTF">2013-10-07T13:04:08Z</dcterms:created>
  <dcterms:modified xsi:type="dcterms:W3CDTF">2013-12-10T07:16:34Z</dcterms:modified>
  <cp:contentStatus>test</cp:contentStatus>
</cp:coreProperties>
</file>