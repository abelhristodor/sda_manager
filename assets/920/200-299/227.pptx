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69" r:id="rId3"/>
    <p:sldId id="270" r:id="rId4"/>
    <p:sldId id="271" r:id="rId5"/>
    <p:sldId id="272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Dumnezeu ne e salvare</a:t>
            </a:r>
            <a:endParaRPr lang="fr-F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227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981200" y="388977"/>
            <a:ext cx="6934200" cy="3323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Dumnezeu ne e salvare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Şi putere la nevoi;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Şi, pe aripi iubitoare,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Vom zbura spre locuri noi,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(:Unde Domnul:) 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Pururea va fi cu noi.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227/920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981200" y="388977"/>
            <a:ext cx="6934200" cy="3323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N-avem teamă de popoare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Când asupră-ne-or veni;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De-ar voi să ne doboare,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Ca de stâncă s-or lovi!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(:Ştie Domnul:) 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De cel rău a ne feri.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227/920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981200" y="388977"/>
            <a:ext cx="6934200" cy="3323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Când s-or revărsa pe ţărmuri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Chiar oceanele în val,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Şi s-or prăbuşi-n cutremur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Munţii spulberaţi pe mal,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(:Noi pluti-vom:)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Spre al cerului liman.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227/920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981200" y="388977"/>
            <a:ext cx="6934200" cy="3323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Când vom fi-n Ierusalimul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Luminos, măreţ şi sfânt,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Ne vom veseli la tronul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Mielului Isus cel blând;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(:Şi ferice:)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În etern vom fi cântând.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227/920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1233</TotalTime>
  <Words>151</Words>
  <Application>Microsoft PowerPoint</Application>
  <PresentationFormat>On-screen Show (4:3)</PresentationFormat>
  <Paragraphs>35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288</cp:revision>
  <dcterms:created xsi:type="dcterms:W3CDTF">2013-10-07T13:04:08Z</dcterms:created>
  <dcterms:modified xsi:type="dcterms:W3CDTF">2013-12-09T11:15:54Z</dcterms:modified>
  <cp:contentStatus>test</cp:contentStatus>
</cp:coreProperties>
</file>