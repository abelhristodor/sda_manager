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Sus, oaste-a lui Hristos!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292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393442"/>
            <a:ext cx="7620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Sus, oaste-a lui Hristos,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Grăbiţi şi vă ’narmaţi!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Sub steagul Său victorios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luptă v-avântaţi!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Vă-ncingeţi ne-ncetat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adevărul sfânt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nu vă temeţi de luptat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un vrăjmaş înfrânt!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292/920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393442"/>
            <a:ext cx="7620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Staţi tari şi vă rugaţi,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vă v-ajuta!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pavăză şi coif luaţi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Neprihănirea Sa!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dragoste şi zel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Picioarele-ncălţaţi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nu veţi obosi defel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steagul Lui purtaţi!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292/920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393442"/>
            <a:ext cx="7620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Un singur scut aveţi: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Credinţa-n jertfa Sa,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arzătoarele săgeţi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 stingeţi doar cu 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luptă când e greu,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staţi descumpăniţi,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sabia lui Dumnezeu,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Luptaţi şi biruiţi!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292/920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1551</TotalTime>
  <Words>132</Words>
  <Application>Microsoft PowerPoint</Application>
  <PresentationFormat>On-screen Show (4:3)</PresentationFormat>
  <Paragraphs>33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364</cp:revision>
  <dcterms:created xsi:type="dcterms:W3CDTF">2013-10-07T13:04:08Z</dcterms:created>
  <dcterms:modified xsi:type="dcterms:W3CDTF">2013-12-10T07:18:02Z</dcterms:modified>
  <cp:contentStatus>test</cp:contentStatus>
</cp:coreProperties>
</file>