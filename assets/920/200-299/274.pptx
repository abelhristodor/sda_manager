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69" r:id="rId3"/>
    <p:sldId id="270" r:id="rId4"/>
    <p:sldId id="271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6019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3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12/10/2013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12/10/2013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Biruitorul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274</a:t>
            </a:r>
            <a:endParaRPr lang="ro-RO" sz="6000" dirty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533400" y="399395"/>
            <a:ext cx="8610600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Biruitorul merge prin credinţă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va primi un loc în ceruri, sus;	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Va birui cercări şi suferinţă,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Căci poartă crucea cu Hristos Isus.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veşnicie are să fie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(:Cu bucurie înveşmântat!:)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274/920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533400" y="399395"/>
            <a:ext cx="8610600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Biruitorul luptă prin credinţă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răstigneşte firea lui cea rea;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El peste moarte are biruinţă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Când vine Domnul plin de slava Sa!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O, ce bogată, Sfântă răsplată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(:Primeşte-ndată de la Isus!:)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274/920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52400" y="381000"/>
            <a:ext cx="8991600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Părinte bun, m-ajută şi pe mine,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Cântând, s-alerg pe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drumul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cel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spinos!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biruiesc, mă ţin legat de Tine,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Ca un copil cuminte, credincios!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M-ajuţi ştiu bine, Tu eşti cu mine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(:Înving prin Tine, Tu-mi </a:t>
            </a:r>
            <a:r>
              <a:rPr lang="vi-VN" altLang="ro-RO" sz="4000" smtClean="0">
                <a:solidFill>
                  <a:schemeClr val="bg1"/>
                </a:solidFill>
                <a:latin typeface="Georgia" pitchFamily="18" charset="0"/>
              </a:rPr>
              <a:t>dai </a:t>
            </a:r>
            <a:r>
              <a:rPr lang="vi-VN" altLang="ro-RO" sz="4000" smtClean="0">
                <a:solidFill>
                  <a:schemeClr val="bg1"/>
                </a:solidFill>
                <a:latin typeface="Georgia" pitchFamily="18" charset="0"/>
              </a:rPr>
              <a:t>puteri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!:)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274/920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1391</TotalTime>
  <Words>122</Words>
  <Application>Microsoft PowerPoint</Application>
  <PresentationFormat>On-screen Show (4:3)</PresentationFormat>
  <Paragraphs>27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340</cp:revision>
  <dcterms:created xsi:type="dcterms:W3CDTF">2013-10-07T13:04:08Z</dcterms:created>
  <dcterms:modified xsi:type="dcterms:W3CDTF">2013-12-10T06:26:25Z</dcterms:modified>
  <cp:contentStatus>test</cp:contentStatus>
</cp:coreProperties>
</file>