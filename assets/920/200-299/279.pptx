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1/28/2014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1/28/2014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Plutim prin furtună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279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81774"/>
            <a:ext cx="9144000" cy="4893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9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9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 Plutim prin furtună, plutim ne-ncetat,</a:t>
            </a:r>
          </a:p>
          <a:p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Spre casa divină cu porţi de-amarant;</a:t>
            </a:r>
          </a:p>
          <a:p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De-i aspră cărarea, noi nu disperăm:</a:t>
            </a:r>
          </a:p>
          <a:p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În portul odihnei</a:t>
            </a:r>
            <a:r>
              <a:rPr lang="ro-RO" altLang="ro-RO" sz="39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 curând ancorăm!</a:t>
            </a:r>
            <a:endParaRPr lang="en-US" altLang="ro-RO" sz="39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9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9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9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 Spre casa divină plutim ne-ncetat,</a:t>
            </a:r>
          </a:p>
          <a:p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Spre scumpa cetate cu porţi de-amarant!</a:t>
            </a:r>
          </a:p>
          <a:p>
            <a:endParaRPr lang="vi-VN" altLang="ro-RO" sz="39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279/920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228600"/>
            <a:ext cx="9982200" cy="4893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9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9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 Deşi noaptea-i neagră şi valul turbat</a:t>
            </a:r>
          </a:p>
          <a:p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Mugind, se frământă de vânturi mânat,</a:t>
            </a:r>
          </a:p>
          <a:p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În faţă-ne Farul sclipeşte voios,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Prin noapte ne cheamă,e Domnul Hristos!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9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9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9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 Spre casa divină plutim ne-ncetat,</a:t>
            </a:r>
          </a:p>
          <a:p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Spre scumpa cetate cu porţi de-amarant!</a:t>
            </a:r>
          </a:p>
          <a:p>
            <a:endParaRPr lang="vi-VN" altLang="ro-RO" sz="39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279/920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81774"/>
            <a:ext cx="9144000" cy="4893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9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9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 Străbatem prin valuri, sosim la uscat,</a:t>
            </a:r>
          </a:p>
          <a:p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Edenul se-arată cu-al vieţii palat!</a:t>
            </a:r>
          </a:p>
          <a:p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Curând, în curând, cu Isus pe alb nor</a:t>
            </a:r>
          </a:p>
          <a:p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Sosi-vom la Tatăl, sosim la-al Său tron.</a:t>
            </a:r>
            <a:endParaRPr lang="en-US" altLang="ro-RO" sz="39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9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9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9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 Spre casa divină plutim ne-ncetat,</a:t>
            </a:r>
          </a:p>
          <a:p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Spre scumpa cetate cu porţi de-amarant!</a:t>
            </a:r>
          </a:p>
          <a:p>
            <a:endParaRPr lang="vi-VN" altLang="ro-RO" sz="39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279/920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1448</TotalTime>
  <Words>158</Words>
  <Application>Microsoft PowerPoint</Application>
  <PresentationFormat>On-screen Show (4:3)</PresentationFormat>
  <Paragraphs>30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350</cp:revision>
  <dcterms:created xsi:type="dcterms:W3CDTF">2013-10-07T13:04:08Z</dcterms:created>
  <dcterms:modified xsi:type="dcterms:W3CDTF">2014-01-28T10:02:15Z</dcterms:modified>
  <cp:contentStatus>test</cp:contentStatus>
</cp:coreProperties>
</file>