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Azi voioşi tresaltă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voioşi tresaltă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un suflet rătăcit s-a-ntors;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 mica turmă-a bunului Păstor,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priviţi cât este de frumos!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Aleluia, îngeri tresăltaţi!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fraţi, surori, cântaţi!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 e puterea harului de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Preamăriţi pe bunul Domn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în cor tresaltă obştea lui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harul ce s-a arătat,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 mântuit pe omul păcătos,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să fie lăudat!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Aleluia, îngeri tresăltaţi!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fraţi, surori, cântaţi!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 e puterea harului de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Preamăriţi pe bunul Domn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Bucuria-i mare-n cer, la Tatăl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un suflet azi a fost salvat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născut din nou în sfântul Legământ,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moarte-n viaţă a intrat!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Aleluia, îngeri tresăltaţi!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fraţi, surori, cântaţi!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 e puterea harului de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Preamăriţi pe bunul Domn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1075</TotalTime>
  <Words>191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256</cp:revision>
  <dcterms:created xsi:type="dcterms:W3CDTF">2013-10-07T13:04:08Z</dcterms:created>
  <dcterms:modified xsi:type="dcterms:W3CDTF">2013-12-09T10:13:24Z</dcterms:modified>
  <cp:contentStatus>test</cp:contentStatus>
</cp:coreProperties>
</file>