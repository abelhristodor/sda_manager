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şi 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Isus şi eu ne-am întâlnit la cruce;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a murit, iar eu am fost salvat…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(:Iubirea Lui mi-a renăscut iubirea;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şi eu, ce dulce ne-am legat!:)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Isus şi eu, spre ţara minunată…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Oricât de grea povara vieţii-ar fi,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(:Nimic din drum nu poate să ne-abată;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şi eu alături vom păşi!:)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Isus şi eu, în casa de lumină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Vom fi curând şi nu vom mai pleca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(:Şi bucuria ne va fi deplină: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şi eu nedespărţiţi vom sta!:)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1244</TotalTime>
  <Words>120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293</cp:revision>
  <dcterms:created xsi:type="dcterms:W3CDTF">2013-10-07T13:04:08Z</dcterms:created>
  <dcterms:modified xsi:type="dcterms:W3CDTF">2013-12-09T11:23:00Z</dcterms:modified>
  <cp:contentStatus>test</cp:contentStatus>
</cp:coreProperties>
</file>