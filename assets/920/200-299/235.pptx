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mi-este călăuza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8977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mi-este călăuza,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că-L pot urma,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nicio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îndoială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smerit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urma Sa.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 pace şi odihnă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credinţa-n El aflând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(:Vină sute de necazuri,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le-nving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rând!:)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8977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mi-este călăuza,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face fericit,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dă har în încercare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văd că sunt iubit;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pasul mi s-ar frânge,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nsetat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aş cădea,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(:El mi-e Stânca şi Izvorul,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veselia mea.:)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8977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mi-este călăuza,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Său de har e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 promis odihnă vie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Tatălui cămin;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Îmbrăcat în nemurire,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ângă-al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 iubit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(:Voi cânta o veşnicie: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inunat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condus!:)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1253</TotalTime>
  <Words>36</Words>
  <Application>Microsoft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297</cp:revision>
  <dcterms:created xsi:type="dcterms:W3CDTF">2013-10-07T13:04:08Z</dcterms:created>
  <dcterms:modified xsi:type="dcterms:W3CDTF">2013-12-09T11:27:27Z</dcterms:modified>
  <cp:contentStatus>test</cp:contentStatus>
</cp:coreProperties>
</file>