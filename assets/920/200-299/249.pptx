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Poţi să te-ncrezi în Isus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249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521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Poţi să te-ncrezi în Isus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ne-ncetat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El a învins! El a învins!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Biruitor peste iad şi păcat,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Domnul Hristos a învins! </a:t>
            </a: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El nu-i învins de nimic pe pământ!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Toată puterea e-n harul Său sfânt!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Crede că ai tot ce El ţi-a promis: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Domnul Hristos a învins!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413534"/>
            <a:ext cx="8534400" cy="521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Poţi să păşeşti cu Isus fericit!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El a-nviat! El a-nviat!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Tatăl din cer jertfa Lui a primit,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Domnul Hristos a-nviat! </a:t>
            </a: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El nu-i învins de nimic pe pământ!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Toată puterea e-n harul Său sfânt!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Crede că ai tot ce El ţi-a promis: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Domnul Hristos a învins!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413534"/>
            <a:ext cx="8534400" cy="521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Poţi să păşeşti cu Isus fericit!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El a-nviat! El a-nviat!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Tatăl din cer jertfa Lui a primit,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Domnul Hristos a-nviat! </a:t>
            </a: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El nu-i învins de nimic pe pământ!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Toată puterea e-n harul Său sfânt!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Crede că ai tot ce El ţi-a promis: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Domnul Hristos a învins!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413534"/>
            <a:ext cx="8534400" cy="5401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Poţi să vesteşti tot ce El a promis!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El vine iar! El vine iar!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Drumul spre cer pentru toţi e deschis,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Domnul Hristos vine iar!</a:t>
            </a:r>
            <a:endParaRPr lang="vi-VN" altLang="ro-RO" sz="370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El nu-i învins de nimic pe pământ!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Toată puterea e-n harul Său sfânt!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Crede că ai tot ce El ţi-a promis: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Domnul Hristos a învins!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1310</TotalTime>
  <Words>262</Words>
  <Application>Microsoft PowerPoint</Application>
  <PresentationFormat>On-screen Show (4:3)</PresentationFormat>
  <Paragraphs>47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313</cp:revision>
  <dcterms:created xsi:type="dcterms:W3CDTF">2013-10-07T13:04:08Z</dcterms:created>
  <dcterms:modified xsi:type="dcterms:W3CDTF">2013-12-09T11:47:32Z</dcterms:modified>
  <cp:contentStatus>test</cp:contentStatus>
</cp:coreProperties>
</file>