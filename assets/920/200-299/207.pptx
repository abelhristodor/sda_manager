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 poartă-n ceruri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s-a deschis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94186"/>
            <a:ext cx="78486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O poartă-n ceruri s-a deschis,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Prin ea străbate-o rază,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 raza crucii lui Isus,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Ce-n lume luminează.</a:t>
            </a:r>
          </a:p>
          <a:p>
            <a:endParaRPr lang="it-IT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Îţi mulţumesc, Isuse-al meu,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În Tine sper, Tu mi-ai deschis,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Deschis… deschis…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Tu poarta mi-ai deschis!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94186"/>
            <a:ext cx="78486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Păstorul bun şi minunat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Ne cheamă azi, pe nume,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 cel pierdut: sărac, bogat,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Pe orice om din lume.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it-IT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Îţi mulţumesc, Isuse-al meu,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În Tine sper, Tu mi-ai deschis,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Deschis… deschis…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Tu poarta mi-ai deschis!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94186"/>
            <a:ext cx="7848600" cy="500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De frică plin, pe goană pus,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Chiar Diavolul cedează,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Căci sfânta cruce-a lui Isus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mers, ne luminează.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it-IT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Îţi mulţumesc, Isuse-al meu,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În Tine sper, Tu mi-ai deschis,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Deschis… deschis…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Tu poarta mi-ai deschis!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394186"/>
            <a:ext cx="7848600" cy="500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Deci nu vă temeţi nicidecum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De-a lumii răutate: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 Hristos ne este drum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Spre veşnica cetate!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it-IT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Îţi mulţumesc, Isuse-al meu,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În Tine sper, Tu mi-ai deschis,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Deschis… deschis…</a:t>
            </a:r>
          </a:p>
          <a:p>
            <a:r>
              <a:rPr lang="it-IT" altLang="ro-RO" sz="3500" dirty="0" smtClean="0">
                <a:solidFill>
                  <a:schemeClr val="bg1"/>
                </a:solidFill>
                <a:latin typeface="Georgia" pitchFamily="18" charset="0"/>
              </a:rPr>
              <a:t>Tu poarta mi-ai deschis!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1101</TotalTime>
  <Words>217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260</cp:revision>
  <dcterms:created xsi:type="dcterms:W3CDTF">2013-10-07T13:04:08Z</dcterms:created>
  <dcterms:modified xsi:type="dcterms:W3CDTF">2013-12-09T10:16:24Z</dcterms:modified>
  <cp:contentStatus>test</cp:contentStatus>
</cp:coreProperties>
</file>