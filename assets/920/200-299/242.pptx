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neguri se-adună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242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Când neguri se-adună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vântul se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zbate,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(:Aproape e Domnul,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valuri ne scoate!:)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 cine ne-om teme?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mustră furtuna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(:Şi-I place să fie cu noi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otdeauna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!:)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Pluti-vom spre casă,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cu Tine,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(:Pe braţul Tău tare,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cât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de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bine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Şi dacă furtuna,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ugind,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e-ameninţă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(:Noi mergem ’nainte,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răim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credinţă!:)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2790"/>
            <a:ext cx="7315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Prin bezna cercării,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paşii se-nclină,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(:Doar dragostea-Ţi mare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lumină!:)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1292</TotalTime>
  <Words>134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305</cp:revision>
  <dcterms:created xsi:type="dcterms:W3CDTF">2013-10-07T13:04:08Z</dcterms:created>
  <dcterms:modified xsi:type="dcterms:W3CDTF">2013-12-09T11:39:37Z</dcterms:modified>
  <cp:contentStatus>test</cp:contentStatus>
</cp:coreProperties>
</file>