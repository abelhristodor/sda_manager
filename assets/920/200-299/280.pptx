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Îndrăzneşte cu credinţă!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Îndrăzneşte cu credinţă,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Harul Său îţi e de-ajuns!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În strâmtori de neputinţă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Ai în Golgota răspuns.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Pe cărarea vieţii strâmtă,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Să rămâi stăruitor,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Căci ispite stau la pândă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Să te prindă-n gheara lor!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Spre-a intra-n Împărăţie,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Luptă până-n ultim ceas,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Căci vrăjmaşul vieţii ştie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Câtă vreme i-a rămas!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9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Credincios întotdeauna,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Tu rămâi în adevăr,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Luptă să-ţi păstrezi cununa,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Fii în toate veghetor!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1462</TotalTime>
  <Words>106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350</cp:revision>
  <dcterms:created xsi:type="dcterms:W3CDTF">2013-10-07T13:04:08Z</dcterms:created>
  <dcterms:modified xsi:type="dcterms:W3CDTF">2013-12-10T06:44:43Z</dcterms:modified>
  <cp:contentStatus>test</cp:contentStatus>
</cp:coreProperties>
</file>