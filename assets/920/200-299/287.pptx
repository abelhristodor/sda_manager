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Fiţi tari în credinţă!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287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774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tari în credinţă,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veni!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ceas mai vegheaţi şi luptaţi!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Răsplata curând de la El vom primi,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slavă, spre ceruri purtaţi.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iadul întreg năvălea către 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credincios a rămas.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tari în credinţă, cu ochii spre ţel,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Aproape-i al tihnei popas!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9677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tari 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credinţă,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ceruri priviţi,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e locul promis!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Cetatea de aur aşteaptă pe sfinţi,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poarta ei v-a deschis.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nu va mai fi de trudit şi de plâns,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treceţi de-al lumii hotar;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tari în credinţă, Isus a învins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voi veţi învinge prin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774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tari 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credinţă,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veţi vedea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care vine pe nor!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bateţi din palme strigând „osana”,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cântec de drag şi de dor!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glas de arhanghel, Isus va chema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robii cei harnici şi buni;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tari în credinţă, urmând voia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pragul atâtor minuni!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372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Fiţi tari în credinţă, Isus a promis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vine curând marea 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orice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suspin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veci va fi stins,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pe frunţi va-nflori!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Cununa e gata, ne-aşteaptă pe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Urcaţi în genunchi, temerar!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Domnului martori şi vajnici eroi,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tari în credinţă, fiţi tari!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1490</TotalTime>
  <Words>221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359</cp:revision>
  <dcterms:created xsi:type="dcterms:W3CDTF">2013-10-07T13:04:08Z</dcterms:created>
  <dcterms:modified xsi:type="dcterms:W3CDTF">2013-12-10T07:02:31Z</dcterms:modified>
  <cp:contentStatus>test</cp:contentStatus>
</cp:coreProperties>
</file>