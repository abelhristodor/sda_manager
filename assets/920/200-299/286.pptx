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 vrea smerit să fie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vrea smerit să fie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domni în veşnicie.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1480</TotalTime>
  <Words>27</Words>
  <Application>Microsoft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357</cp:revision>
  <dcterms:created xsi:type="dcterms:W3CDTF">2013-10-07T13:04:08Z</dcterms:created>
  <dcterms:modified xsi:type="dcterms:W3CDTF">2013-12-10T06:56:55Z</dcterms:modified>
  <cp:contentStatus>test</cp:contentStatus>
</cp:coreProperties>
</file>