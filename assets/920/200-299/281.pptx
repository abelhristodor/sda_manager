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’Nainte cu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’Nainte cu Isus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timp aşa solemn,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Se-arată peste noi</a:t>
            </a:r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profeţiei semn!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Cuvântul scris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Se împlineşte-ntocmai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a fost prezis.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’Nainte cu Isus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orişice-ar veni!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Nimic nu-i de temut,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El vom birui!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 dreapta Sa,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Din noaptea strâmtorării,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ne va scăpa!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’Nainte cu Isus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e-al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veşniciei prag!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 sânge El ne-a scris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e-al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crucii Sale steag!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El e cu noi!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În marea luptă pentru cer </a:t>
            </a:r>
            <a:b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90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90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dăm ’napoi!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1467</TotalTime>
  <Words>33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352</cp:revision>
  <dcterms:created xsi:type="dcterms:W3CDTF">2013-10-07T13:04:08Z</dcterms:created>
  <dcterms:modified xsi:type="dcterms:W3CDTF">2013-12-10T06:46:58Z</dcterms:modified>
  <cp:contentStatus>test</cp:contentStatus>
</cp:coreProperties>
</file>