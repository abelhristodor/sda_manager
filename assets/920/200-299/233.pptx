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Lângă Isus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am găsit pacea sfântă,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mi-este singurul ocrotitor!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mi-a fost inima tristă şi-nfrântă,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Braţul Său tare mi-a fost salvator.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sunt fericit,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 în suflet mi-aşază;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Lângă Isus am biruit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veşnicia urmează.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astăzi n-am nicio teamă,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Lesne îmi port crucea, făr’ a cârti…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Al Său Cuvânt către cer mă îndeamnă: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„Mergi înainte cu El, orice-ar fi!”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sunt fericit,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 în suflet mi-aşază;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Lângă Isus am biruit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veşnicia urmează.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simt nespusă plăcere,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El voi merge în fiece zi;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ce viaţa Hristos mi-o va cere,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Merg prin credinţă şi voi birui!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Isus sunt fericit,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 în suflet mi-aşază;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Lângă Isus am biruit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veşnicia urmează.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1247</TotalTime>
  <Words>172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294</cp:revision>
  <dcterms:created xsi:type="dcterms:W3CDTF">2013-10-07T13:04:08Z</dcterms:created>
  <dcterms:modified xsi:type="dcterms:W3CDTF">2013-12-09T11:24:15Z</dcterms:modified>
  <cp:contentStatus>test</cp:contentStatus>
</cp:coreProperties>
</file>