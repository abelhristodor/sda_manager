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Blând, ca o voce de înger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Blând, ca o voce de înger,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Poate să fie-auzit,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Printre suspine şi plângeri,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Glasul speranţei şoptit: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până trece furtuna,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Domnu-i pe valuri stăpân;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Apele trec totdeauna,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Stâncile-n urmă rămân!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în credinţă şi nu dispera,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Cheamă speranţa în inima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Nu-ţi fie frică de noapte,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luminezi ca o stea;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Cel ce domneşte în toate,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Domnul, e-n inima ta…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şi ascultă speranţa,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Las-o în sufletul tău;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curând dimineaţa,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va fi noapte mereu…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în credinţă şi nu dispera,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Cheamă speranţa în inima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Fii credincios pân’ la moarte,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dacă lupta e grea,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şi astăzi desparte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Marea, s-o poţi traversa.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şi ascultă-ţi chemarea: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Vezi câte suflete pier!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de e-ngustă cărarea,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este alta spre cer!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Stai în credinţă şi nu dispera,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Cheamă speranţa în inima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1295</TotalTime>
  <Words>200</Words>
  <Application>Microsoft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306</cp:revision>
  <dcterms:created xsi:type="dcterms:W3CDTF">2013-10-07T13:04:08Z</dcterms:created>
  <dcterms:modified xsi:type="dcterms:W3CDTF">2013-12-09T11:40:50Z</dcterms:modified>
  <cp:contentStatus>test</cp:contentStatus>
</cp:coreProperties>
</file>