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Suflete, în praf te pleacă!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4186"/>
            <a:ext cx="7620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Suflete, în praf te pleacă,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Sub privirea lui Hristos;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Măreţia ta să tacă,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La Cuvântu-I maiestuos!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Cel ce azi se-ndreptăţeşte,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Mâine, sigur va cădea,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Dar pe cel ce se smereşte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Dumnezeu îl va ’nălţa!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4186"/>
            <a:ext cx="7620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Alt mijloc de mântuire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Căuta-vei în zadar;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Singura îndreptăţire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Se găseşte la Calvar.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Înaintea Lui te pleacă,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Vezi ce mult El te-a iubit;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Doar dreptatea Lui să-ţi placă,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Numai ea te-a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4186"/>
            <a:ext cx="7620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Prosternat în adorare,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Slava Lui te va umbri;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Iată singura onoare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nicicând nu va păli!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Slava lumii va să treacă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Şi-al tău merit… ce folos?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Suflete, smerit te pleacă,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Slava-i doar a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1176</TotalTime>
  <Words>153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273</cp:revision>
  <dcterms:created xsi:type="dcterms:W3CDTF">2013-10-07T13:04:08Z</dcterms:created>
  <dcterms:modified xsi:type="dcterms:W3CDTF">2013-12-09T10:24:00Z</dcterms:modified>
  <cp:contentStatus>test</cp:contentStatus>
</cp:coreProperties>
</file>