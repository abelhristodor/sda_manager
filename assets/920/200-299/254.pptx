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veci cu Dumnezeu!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254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„Pe veci cu Dumnezeu!”,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şa-i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deviza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Cuvântu-acesta-i farul meu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noaptea-i steaua mea.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lume cât trăiesc, străin şi călător,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Întruna vreau să locuiesc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u-al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meu Mântuitor!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Isus, scump Isus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 mi-este dor!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cer mereu privesc,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colo-i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ţara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multe ori mă socotesc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sosit în 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 mai mult mi-e dor,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 nepotolit,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Mi-e dor de-oraşul uimitor,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erusalim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oraş, sfânt oraş,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Ierusalim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9144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Adesea în dureri,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ând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cad şi când suspin,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şi-al lui Noe porumbel,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arcă iarăşi vin…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sufletu-mi mereu,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seninul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Se-arată-al păcii curcubeu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scumpe mângâieri!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 ceresc, semn ceresc,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 tu-n dureri!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veci cu Dumnezeu!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Doamne-ajută-mi Tu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tot spre Tine dorul meu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mi-l îndrept de-acu’!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Scăparea Tu îmi eşti, iar bucuria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locuinţele cereşti la Tine-o voi avea!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mea, pacea mea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Tine-o voi avea!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254/920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1326</TotalTime>
  <Words>189</Words>
  <Application>Microsoft PowerPoint</Application>
  <PresentationFormat>On-screen Show (4:3)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318</cp:revision>
  <dcterms:created xsi:type="dcterms:W3CDTF">2013-10-07T13:04:08Z</dcterms:created>
  <dcterms:modified xsi:type="dcterms:W3CDTF">2013-12-09T11:54:44Z</dcterms:modified>
  <cp:contentStatus>test</cp:contentStatus>
</cp:coreProperties>
</file>