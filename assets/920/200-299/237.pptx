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3" d="100"/>
          <a:sy n="93" d="100"/>
        </p:scale>
        <p:origin x="-46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Frumos e s-ascult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237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59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Frumos e s-ascult glasul Său minunat,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Cereşti armonii pe pământ!…	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 rază în muzica sferelor Lui,	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Mi-e inima toată un cânt!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Ca pasărea, puii, sub aripa ei,	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norii se-adună-n furtuni,	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dragostea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Sa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mă ascunde Isus,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Păzit de îngerii buni,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Păzit de îngerii buni…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448800" cy="59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Frumos e să-ntind braţul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meu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către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El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mersul mi-e greu şi prea lung…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Deasupra durerii mă ’nalţă, să zbor</a:t>
            </a:r>
            <a:r>
              <a:rPr lang="en-US" altLang="ro-RO" sz="38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stânca cea ’naltă s-ajung!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b="1" dirty="0" smtClean="0">
              <a:solidFill>
                <a:srgbClr val="FFDD4B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Ca pasărea, puii, sub aripa ei,	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norii se-adună-n furtuni,	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dragostea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Sa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mă ascunde Isus,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Păzit de îngerii buni,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Păzit de îngerii buni…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906000" cy="652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Frumos e să-mi plec fruntea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mea-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aşteptat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,	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Veşmântul cel alb să primesc…	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Eu ştiu că mi-l ţese din inul curat,	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Din firul de aur ceresc.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b="1" dirty="0" smtClean="0">
              <a:solidFill>
                <a:srgbClr val="FFDD4B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Ca pasărea, puii, sub aripa ei,	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norii se-adună-n furtuni,	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dragostea Sa mă ascunde Isus,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Păzit de îngerii buni,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Păzit de îngerii buni…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1285</TotalTime>
  <Words>85</Words>
  <Application>Microsoft PowerPoint</Application>
  <PresentationFormat>On-screen Show (4:3)</PresentationFormat>
  <Paragraphs>39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301</cp:revision>
  <dcterms:created xsi:type="dcterms:W3CDTF">2013-10-07T13:04:08Z</dcterms:created>
  <dcterms:modified xsi:type="dcterms:W3CDTF">2013-12-09T11:33:35Z</dcterms:modified>
  <cp:contentStatus>test</cp:contentStatus>
</cp:coreProperties>
</file>