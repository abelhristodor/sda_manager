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Tatăl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încrede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3152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Cel ce în Tatăl se încrede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speră doar în El oricând,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Acela, griji, nevoi nu vede,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Păzit va fi de Cel Preasfânt.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Cel ce pe Tatăl L-a iubit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are casa pe nisip.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3152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Ai cugetul mereu spre ceruri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rugăciune şi cântări!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El putea-vei fi de-a pururi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multe binecuvântări.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 Domnul care te-a iubit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Vei fi puternic ocrotit.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3152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În Tine aflu fericirea,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împlinesc voinţa Ta!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singur, Tu mi-eşti mântuirea,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Fără de Tine nu pot sta!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Cel care-n Tine e zidit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e de nimenea lovit!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1193</TotalTime>
  <Words>130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279</cp:revision>
  <dcterms:created xsi:type="dcterms:W3CDTF">2013-10-07T13:04:08Z</dcterms:created>
  <dcterms:modified xsi:type="dcterms:W3CDTF">2013-12-09T10:36:40Z</dcterms:modified>
  <cp:contentStatus>test</cp:contentStatus>
</cp:coreProperties>
</file>