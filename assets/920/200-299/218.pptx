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dulce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-i,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pacea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Ta!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smtClean="0">
                <a:solidFill>
                  <a:srgbClr val="FFDD4B"/>
                </a:solidFill>
                <a:latin typeface="Georgia" pitchFamily="18" charset="0"/>
              </a:rPr>
              <a:t>Imnul 218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4186"/>
            <a:ext cx="7772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Ce dulce-i, Doamne, pacea Ta,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stau cu Tine-n gând,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Dar cum va fi când Te-oi vedea,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 chipul Tău cel blând?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4186"/>
            <a:ext cx="77724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Tu îl ridici pe cel căzut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Oricât ar fi de rău.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Liniştea celui abătut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 doar în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4186"/>
            <a:ext cx="7772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Cu cât mai mult iubeşti pe drepţi,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Căci Tu eşti drept, Isus,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Doar cei curaţi şi înţelepţi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Te preţuiesc nespus!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4186"/>
            <a:ext cx="7772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Tu eşti, Isuse, slava mea,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Seara şi-n zori de zi,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Vreau să rămân în preajma Ta,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Al Tău, în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1182</TotalTime>
  <Words>134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277</cp:revision>
  <dcterms:created xsi:type="dcterms:W3CDTF">2013-10-07T13:04:08Z</dcterms:created>
  <dcterms:modified xsi:type="dcterms:W3CDTF">2013-12-09T10:32:00Z</dcterms:modified>
  <cp:contentStatus>test</cp:contentStatus>
</cp:coreProperties>
</file>