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Sinai a răsunat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Sinai a răsunat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Glasul Domnului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Lui ne-a arătat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Sfântă-n cer şi pe pământ.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ne-a dăruit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dreptar neprihănit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veci de veci va sta,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Scrisă-n inimi, Legea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Toate trec în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Munţi şi ape şi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Însă-n veci vor dăinui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Sa şi-al Său Cuvânt.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s-ar fi putut schimba,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N-ar fi fost nici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Astfel ştim că-n veci va sta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Neclintită Legea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aflat al vieţii drum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Sinai la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e drept şi bun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aşa e Legea Sa.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Se schimbă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este tronul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Universu-n veci va sta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Sprijinit pe Legea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1337</TotalTime>
  <Words>147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322</cp:revision>
  <dcterms:created xsi:type="dcterms:W3CDTF">2013-10-07T13:04:08Z</dcterms:created>
  <dcterms:modified xsi:type="dcterms:W3CDTF">2013-12-09T12:01:46Z</dcterms:modified>
  <cp:contentStatus>test</cp:contentStatus>
</cp:coreProperties>
</file>