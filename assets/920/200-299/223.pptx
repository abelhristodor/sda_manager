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face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ro-R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totu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-i bun!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8977"/>
            <a:ext cx="77724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Ce face Domnul, totu-i bun,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inima smerită…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Chiar de nu poţi vedea acum,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Izbânda-i pregătită!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O, Tată bun,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ă-Ţi faci acum,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În noi, în fiecare,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Lucrarea Ta cea mare!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8977"/>
            <a:ext cx="77724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Ce face Domnul, totu-i bun,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Chiar dacă-n ochi sunt lacrimi…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 al credinţei sigur drum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 El n-ai să te clatini!</a:t>
            </a: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O, Tată bun,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ă-Ţi faci acum,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În noi, în fiecare,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Lucrarea Ta cea mare!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8977"/>
            <a:ext cx="77724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Ce face Domnul, totu-i bun,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Căci totu-i din iubire…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ale lumii raze-apun,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El e strălucire.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O, Tată bun,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ă-Ţi faci acum,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În noi, în fiecare,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Lucrarea Ta cea mare!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1225</TotalTime>
  <Words>162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285</cp:revision>
  <dcterms:created xsi:type="dcterms:W3CDTF">2013-10-07T13:04:08Z</dcterms:created>
  <dcterms:modified xsi:type="dcterms:W3CDTF">2013-12-09T10:58:42Z</dcterms:modified>
  <cp:contentStatus>test</cp:contentStatus>
</cp:coreProperties>
</file>