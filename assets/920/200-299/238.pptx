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iubeşti pe Domnul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 iubeşti pe Domnul tot mereu,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 vei fi pe drumul tău!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(:Peste munţi şi peste văi,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furtuni şi prin văpăi,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Blând te ocroteşte braţul Său!:)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Să te rogi la fiecare pas,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Cartea Lui să-ţi fie sfânt popas!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(:Domnul, pentru-ai Lui copii,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Pregăteşte bucurii,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Credincioşi în El dacă-au rămas!:)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Dacă lumea e-mpotriva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te-abate! Asta-i calea Sa!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(:Tu păşeşti pe drumul Lui,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mai eşti al nimănui,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credinţă poţi de-acum cânta!:)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1283</TotalTime>
  <Words>119</Words>
  <Application>Microsoft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300</cp:revision>
  <dcterms:created xsi:type="dcterms:W3CDTF">2013-10-07T13:04:08Z</dcterms:created>
  <dcterms:modified xsi:type="dcterms:W3CDTF">2013-12-09T11:35:13Z</dcterms:modified>
  <cp:contentStatus>test</cp:contentStatus>
</cp:coreProperties>
</file>