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Cuvântul Legii lui Isus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259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Cuvântul Legii lui Isus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adevăr venit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Dând hrană spre-ntărire!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rostul Lui e sfânt,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lămurit, şi-adevărat,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Izvor de-ndreptăţire.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sfeşnic,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Îndrumare pe cărare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povaţă,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Înnoind întreaga viaţă.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Porunca Legii lui Hristos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Preschimbă drumu-ntunecos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veşnică lumină.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temerea de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Conduce sigur pasul tău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ţara cea senină.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ţine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Şi-mplineşte, căci iubeşte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Cuvântul,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va moşteni pământul!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Cuvântul Legii lui Hristos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mult mai scump, mai preţios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cel mai de preţ aur;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este la-ndemâna ta,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Doar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vinde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şi vei avea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minunat tezaur!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sfeşnic,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Îndrumare pe cărare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lumină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patria divină!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1339</TotalTime>
  <Words>150</Words>
  <Application>Microsoft PowerPoint</Application>
  <PresentationFormat>On-screen Show (4:3)</PresentationFormat>
  <Paragraphs>39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324</cp:revision>
  <dcterms:created xsi:type="dcterms:W3CDTF">2013-10-07T13:04:08Z</dcterms:created>
  <dcterms:modified xsi:type="dcterms:W3CDTF">2013-12-09T12:02:49Z</dcterms:modified>
  <cp:contentStatus>test</cp:contentStatus>
</cp:coreProperties>
</file>