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Mă-ncred în Tine, Domnul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213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4186"/>
            <a:ext cx="7924800" cy="386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Mă-ncred în Tine, Domnul meu,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Tu eşti a mea salvare;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 Tine Te privesc mereu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sfântă adorare!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Prin orice vorbă ce rosteşti,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Prin orice faptă ce-mplineşti,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Tu mă atragi mai tare!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4186"/>
            <a:ext cx="7924800" cy="386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Mă-ncred în Tine, Domnul meu</a:t>
            </a: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Te urmez în toate;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Mă schimbă după chipul Tău,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Să-Ţi semăn în dreptate!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Chiar dacă nu pot să-nţeleg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Misterul harului întreg,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Vreau să-Ţi slujesc de-aproape!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4186"/>
            <a:ext cx="7924800" cy="386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Mă-ncred în Tine, Domnul meu</a:t>
            </a:r>
            <a:r>
              <a:rPr lang="ro-RO" altLang="ro-RO" sz="35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Şi-n faptele-Ţi divine,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Căci, chiar în ceasul cel mai greu,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Eu simt că eşti cu mine!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Mi-ajunge dacă-n lupta mea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Pot sta mai lângă crucea Ta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răstignit cu Tine!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1145</TotalTime>
  <Words>147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269</cp:revision>
  <dcterms:created xsi:type="dcterms:W3CDTF">2013-10-07T13:04:08Z</dcterms:created>
  <dcterms:modified xsi:type="dcterms:W3CDTF">2013-12-09T10:22:44Z</dcterms:modified>
  <cp:contentStatus>test</cp:contentStatus>
</cp:coreProperties>
</file>