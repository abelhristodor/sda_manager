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Suflet slab, aşteaptă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pe Dumnezeu!</a:t>
            </a:r>
            <a:endParaRPr lang="fr-F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224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388977"/>
            <a:ext cx="8077200" cy="3323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Suflet slab, aşteaptă pe Dumnezeu, 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Către El ţi-ndreaptă şi azi dorul tău!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Scăparea ta nu va-ntârzia,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Sigur primăvara iernii va urma…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Vină furtună, vină nevoi,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Domnul totdeauna va fi cu noi!</a:t>
            </a:r>
            <a:endParaRPr lang="it-IT" altLang="ro-RO" sz="35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224/920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388977"/>
            <a:ext cx="8077200" cy="341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Suflet slab, aşteaptă pe Dumnezeu, 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Către El ţi-ndreaptă şi azi dorul tău!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Când toate pier, nu ceda defel,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Căci decât ispita, mult mai mare-i El!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Vină furtună, vină nevoi,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Domnul totdeauna va fi cu noi!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224/920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388977"/>
            <a:ext cx="8077200" cy="341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5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Suflet slab, aşteaptă pe Dumnezeu, 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Către El ţi-ndreaptă şi azi dorul tău!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Curând primim ce nădăjduim: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Pentru veşnicie cu Isus să fim!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După durere, după nevoi,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O, ce mângâiere: va fi cu noi!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224/920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1227</TotalTime>
  <Words>153</Words>
  <Application>Microsoft PowerPoint</Application>
  <PresentationFormat>On-screen Show (4:3)</PresentationFormat>
  <Paragraphs>27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285</cp:revision>
  <dcterms:created xsi:type="dcterms:W3CDTF">2013-10-07T13:04:08Z</dcterms:created>
  <dcterms:modified xsi:type="dcterms:W3CDTF">2013-12-09T11:00:04Z</dcterms:modified>
  <cp:contentStatus>test</cp:contentStatus>
</cp:coreProperties>
</file>