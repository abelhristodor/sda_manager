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69" r:id="rId3"/>
    <p:sldId id="274" r:id="rId4"/>
    <p:sldId id="270" r:id="rId5"/>
    <p:sldId id="271" r:id="rId6"/>
    <p:sldId id="272" r:id="rId7"/>
    <p:sldId id="27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 toate-n a mea viaţă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8977"/>
            <a:ext cx="7086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toate-n a mea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plec pentru povaţă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bunul Dumnezeu.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apără-n ispită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Şi-aduce reuşită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Cui crede-n ajutorul Său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90600"/>
            <a:ext cx="7620000" cy="5181600"/>
          </a:xfrm>
        </p:spPr>
        <p:txBody>
          <a:bodyPr/>
          <a:lstStyle/>
          <a:p>
            <a:pPr>
              <a:buNone/>
            </a:pP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 să-mi fac griji multe?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La ce-ar putea s-ajute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nu ajută El?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La voia Lui las toate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Şi-n marea-i bunătate</a:t>
            </a:r>
          </a:p>
          <a:p>
            <a:pPr>
              <a:buNone/>
            </a:pP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Mă-ncred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şi nu mă tem defel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sz="4000" dirty="0" smtClean="0"/>
              <a:t>să-mi</a:t>
            </a:r>
            <a:endParaRPr lang="ro-RO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457200"/>
            <a:ext cx="7086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Orişice-ar fi să vie,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toate El le ştie,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le-a rânduit…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 voi mai cere,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Renunţ chiar cu plăcere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ce-mi ia El, căci m-a iubit.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8977"/>
            <a:ext cx="7086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Acum ca şi-altădată,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mâna Lui de Tată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poartă tot mereu…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de-L ascult întruna,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Nu-mi va lipsi niciuna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cele spre folosul meu…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8977"/>
            <a:ext cx="7086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De-acum Îi e-nchinată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mea viaţă toată;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drag Lui I-o jertfesc!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de-o fi azi sau mâine,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voia Lui rămâne,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eu al Lui sunt cât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828800" y="388977"/>
            <a:ext cx="7086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Nici prigoniri, nici moarte,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Nimic nu mă desparte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bunul Dumnezeu;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Ci-n orice-ar fi să vină,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Încrederea deplină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Mi-o pun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El,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în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Tatăl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es-ES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es-ES" altLang="ro-RO" sz="40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1241</TotalTime>
  <Words>225</Words>
  <Application>Microsoft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290</cp:revision>
  <dcterms:created xsi:type="dcterms:W3CDTF">2013-10-07T13:04:08Z</dcterms:created>
  <dcterms:modified xsi:type="dcterms:W3CDTF">2013-12-09T11:13:48Z</dcterms:modified>
  <cp:contentStatus>test</cp:contentStatus>
</cp:coreProperties>
</file>