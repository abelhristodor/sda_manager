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ne cheamă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munte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cheamă pe munte,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din nou să ne dea.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e gata s-asculte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Taina rostită de ea?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Flăcări Sinaiul aruncă,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 de dreptate ceresc,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rosteşte poruncă,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sunt cei ce-L măresc?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Iată-ne-aici, Golgota să cântăm,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Iată-ne-aici, Legea Ta să urmăm.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cheamă la cruce,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la toţi să ne dea.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e gata să urce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la dragostea Sa?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Golgota toată-i jertfire,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Valuri de har se pornesc,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margini, iubire,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sunt cei ce-L iubesc?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Iată-ne-aici, mila Ta implorăm!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Iată-ne-aici, tot ce-ai spus, noi sperăm!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 cheamă la Sine,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de minuni să ne dea.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ascultă şi vine?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 pe nor slava Sa!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cea fără pieire,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Zori de lumină vestesc,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coboară-n mărire,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sunt cei ce-L doresc?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Iată-ne-aici, Golgota să cântăm,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Iată-ne-aici, bun Isus, Te-aşteptăm!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1375</TotalTime>
  <Words>195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332</cp:revision>
  <dcterms:created xsi:type="dcterms:W3CDTF">2013-10-07T13:04:08Z</dcterms:created>
  <dcterms:modified xsi:type="dcterms:W3CDTF">2013-12-09T12:14:41Z</dcterms:modified>
  <cp:contentStatus>test</cp:contentStatus>
</cp:coreProperties>
</file>