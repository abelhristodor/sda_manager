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 ceda ispitei!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293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ceda ispitei, luptă tot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Coste biruinţa preţul cel mai greu!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chiar Satana ţi-ar porni război,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Isus priveşte şi nu da ’napoi!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zdrobit cu totul,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uptă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orice-ar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lângă tine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birui!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982200" cy="5616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Fugi de răi tovarăşi, ţine-te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lăsa să-ţi piară teama de păcat!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Chiar când în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credinţă</a:t>
            </a: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au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rămas doar</a:t>
            </a:r>
            <a:r>
              <a:rPr lang="en-US" altLang="ro-RO" sz="39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doi,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Isus priveşte şi nu da ’napoi!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zdrobit cu totul,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uptă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orice-ar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lângă tine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birui!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601200" cy="5601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Luptător al crucii, răsplătit vei fi!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Rabdă chiar când lumea te-ar batjocori!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nu-ţi pierzi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curajul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vezi lupta-n toi,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Isus priveşte şi nu da ’napoi!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zdrobit cu totul,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uptă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orice-ar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lângă tine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birui!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1569</TotalTime>
  <Words>183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369</cp:revision>
  <dcterms:created xsi:type="dcterms:W3CDTF">2013-10-07T13:04:08Z</dcterms:created>
  <dcterms:modified xsi:type="dcterms:W3CDTF">2013-12-10T07:24:08Z</dcterms:modified>
  <cp:contentStatus>test</cp:contentStatus>
</cp:coreProperties>
</file>