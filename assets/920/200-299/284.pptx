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Rămâi cu noi, Isus iubit!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284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381774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Rămâi cu noi, Isus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noaptea lumii a sosit!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Lumină eşti, deci Tu să vii!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braţul Tău să ne susţii!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381774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 apără cu-al Tău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Curaj ne dă şi Spirit Sfânt!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viclenia celui rău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scapi acum poporul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381774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mândri Tu să-i umileşti!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sfânt popor să-Ţi curăţeşti,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apărăm credinţa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ne-ndepărtăm de 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381774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Comoară ni-e al Tău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Comoară-ai Tăi copii Îţi sunt!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mâna Ta nu vom cădea!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Prin harul Tău aici vom sta!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1477</TotalTime>
  <Words>134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355</cp:revision>
  <dcterms:created xsi:type="dcterms:W3CDTF">2013-10-07T13:04:08Z</dcterms:created>
  <dcterms:modified xsi:type="dcterms:W3CDTF">2013-12-10T06:55:33Z</dcterms:modified>
  <cp:contentStatus>test</cp:contentStatus>
</cp:coreProperties>
</file>