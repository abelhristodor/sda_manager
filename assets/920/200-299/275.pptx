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69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David şi cu Goliat (canon)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275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99395"/>
            <a:ext cx="7696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David şi cu Goliat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S-au întâlnit şi s-au luptat,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sabia a biruit,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pietricica ce-a lovit,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singur bunul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1391</TotalTime>
  <Words>43</Words>
  <Application>Microsoft PowerPoint</Application>
  <PresentationFormat>On-screen Show (4:3)</PresentationFormat>
  <Paragraphs>10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340</cp:revision>
  <dcterms:created xsi:type="dcterms:W3CDTF">2013-10-07T13:04:08Z</dcterms:created>
  <dcterms:modified xsi:type="dcterms:W3CDTF">2013-12-10T06:26:54Z</dcterms:modified>
  <cp:contentStatus>test</cp:contentStatus>
</cp:coreProperties>
</file>