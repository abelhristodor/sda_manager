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De-acum sunt gata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dirty="0" smtClean="0"/>
              <a:t>131/920</a:t>
            </a:r>
            <a:endParaRPr lang="en-US" altLang="ro-R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De-acum sunt gata să merg în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de mână şi faţă-n faţă,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mi-e viaţa, e-a mea speranţă,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merg cu El pe calea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sunt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gata s-ascult de Lege,</a:t>
            </a:r>
          </a:p>
          <a:p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m-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ajută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 căci mă-nţelege,</a:t>
            </a:r>
          </a:p>
          <a:p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El mi-este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Frate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 El mi-este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Rege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merg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cu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El pe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calea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De-acum sunt gata ca jertfă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crucea-n spate, pe calea strâmtă,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 sunt gata cum El cuvântă,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merg cu El pe calea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De-acum sunt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gata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ă-mi spu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El am pacea şi biruinţa,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Înving şi moartea, şi suferinţa.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merg cu El pe calea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1377</TotalTime>
  <Words>151</Words>
  <Application>Microsoft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332</cp:revision>
  <dcterms:created xsi:type="dcterms:W3CDTF">2013-10-07T13:04:08Z</dcterms:created>
  <dcterms:modified xsi:type="dcterms:W3CDTF">2013-12-09T12:13:43Z</dcterms:modified>
  <cp:contentStatus>test</cp:contentStatus>
</cp:coreProperties>
</file>