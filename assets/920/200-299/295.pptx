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mult mă lupt</a:t>
            </a:r>
          </a:p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s-ajung mai 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mult mă lupt s-ajung mai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ţinta pusă de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tot mereu greşeli mă-nving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ţinta nu pot s-o ating…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dorul meu de-a creşte-n 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 truda mea, căci e-n zadar!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Tine-alerg, o, scump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faci s-ajung mai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chiar când vreau să biruiesc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binele să-l făptuiesc,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mine răul stă lipit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fac mereu ce n-am dorit…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dorul meu de-a creşte-n 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 truda mea, căci e-n zadar!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Tine-alerg, o, scump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faci s-ajung mai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dor mă trage ne-ncetat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Spre-o lume fără de păcat…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tot ce-ar fi aicea jos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vreau viaţa cu Hristos!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dorul meu de-a creşte-n 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 truda mea, căci e-n zadar!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Tine-alerg, o, scump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faci s-ajung mai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prin credinţă Te zăresc,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tronul Tău împărătesc,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mă rog mai călduros: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Ajută-mi Tu, Isus Hristos!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dorul meu de-a creşte-n 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 truda mea, căci e-n zadar!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Tine-alerg, o, scump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 mă faci s-ajung mai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1569</TotalTime>
  <Words>261</Words>
  <Application>Microsoft PowerPoint</Application>
  <PresentationFormat>On-screen Show (4:3)</PresentationFormat>
  <Paragraphs>48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369</cp:revision>
  <dcterms:created xsi:type="dcterms:W3CDTF">2013-10-07T13:04:08Z</dcterms:created>
  <dcterms:modified xsi:type="dcterms:W3CDTF">2013-12-10T07:26:20Z</dcterms:modified>
  <cp:contentStatus>test</cp:contentStatus>
</cp:coreProperties>
</file>