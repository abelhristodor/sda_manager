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Sigur la Domnu-n braţe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206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0"/>
            <a:ext cx="7391400" cy="6555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Sigur la Domnu-n braţe, </a:t>
            </a:r>
            <a:b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3500" dirty="0" smtClean="0">
                <a:solidFill>
                  <a:schemeClr val="bg1"/>
                </a:solidFill>
                <a:latin typeface="Georgia" pitchFamily="18" charset="0"/>
              </a:rPr>
              <a:t>L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a sânul lui Isus,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Iubirea Lui mă face </a:t>
            </a:r>
            <a:endParaRPr lang="ro-RO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500" dirty="0" smtClean="0">
                <a:solidFill>
                  <a:schemeClr val="bg1"/>
                </a:solidFill>
                <a:latin typeface="Georgia" pitchFamily="18" charset="0"/>
              </a:rPr>
              <a:t>F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erice de nespus.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Ca bun Păstor, îmi zice </a:t>
            </a:r>
            <a:endParaRPr lang="ro-RO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Domnul mereu, mereu: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„Lasă orice-ndoială </a:t>
            </a:r>
            <a:endParaRPr lang="ro-RO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5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i vin’ la sânul Meu!”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Sigur la Domnu-n braţe, </a:t>
            </a:r>
            <a:b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3500" dirty="0" smtClean="0">
                <a:solidFill>
                  <a:schemeClr val="bg1"/>
                </a:solidFill>
                <a:latin typeface="Georgia" pitchFamily="18" charset="0"/>
              </a:rPr>
              <a:t>L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a sânul lui Isus,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Iubirea Lui mă face </a:t>
            </a:r>
            <a:endParaRPr lang="ro-RO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500" dirty="0" smtClean="0">
                <a:solidFill>
                  <a:schemeClr val="bg1"/>
                </a:solidFill>
                <a:latin typeface="Georgia" pitchFamily="18" charset="0"/>
              </a:rPr>
              <a:t>F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erice de nespus.</a:t>
            </a:r>
          </a:p>
        </p:txBody>
      </p:sp>
      <p:sp>
        <p:nvSpPr>
          <p:cNvPr id="5" name="TextBox 4"/>
          <p:cNvSpPr txBox="1"/>
          <p:nvPr/>
        </p:nvSpPr>
        <p:spPr>
          <a:xfrm flipV="1">
            <a:off x="76200" y="6770688"/>
            <a:ext cx="533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</a:t>
            </a:r>
            <a:r>
              <a:rPr lang="ro-RO" sz="1800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CREȘN </a:t>
            </a: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206/920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752600" y="-152400"/>
            <a:ext cx="7467600" cy="6555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Sigur la Domnu-n braţe, </a:t>
            </a:r>
            <a:b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35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e griji nebiruit,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M-adăpostesc la sânul </a:t>
            </a:r>
            <a:b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Celui ce m-a iubit.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Scăpat de-orice necazuri, </a:t>
            </a:r>
            <a:b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35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e-orice-ndoieli scăpat,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Chiar dacă plâng, e numai </a:t>
            </a:r>
            <a:b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35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a să fiu mângâiat…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Sigur la Domnu-n braţe, </a:t>
            </a:r>
            <a:b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35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e griji nebiruit,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M-adăpostesc la sânul </a:t>
            </a:r>
            <a:b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Celui ce m-a iubit.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206/920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752600" y="-228600"/>
            <a:ext cx="7467600" cy="6740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Domnul îmi e scăparea, </a:t>
            </a:r>
            <a:b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Isus cel răstignit,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Pe-această Stâncă-s sigur </a:t>
            </a:r>
            <a:b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35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ă birui negreşit.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Aici aştept, în pace, </a:t>
            </a:r>
            <a:b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35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ă treacă noaptea grea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Şi să Se-arate Domnul </a:t>
            </a:r>
            <a:b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35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n strălucirea Sa!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Domnul îmi e scăparea, </a:t>
            </a:r>
            <a:b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Isus cel răstignit,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Pe-această Stâncă-s sigur</a:t>
            </a:r>
            <a:b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350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3500" smtClean="0">
                <a:solidFill>
                  <a:schemeClr val="bg1"/>
                </a:solidFill>
                <a:latin typeface="Georgia" pitchFamily="18" charset="0"/>
              </a:rPr>
              <a:t>ă 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birui negreşit.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206/920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1082</TotalTime>
  <Words>40</Words>
  <Application>Microsoft PowerPoint</Application>
  <PresentationFormat>On-screen Show (4:3)</PresentationFormat>
  <Paragraphs>31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260</cp:revision>
  <dcterms:created xsi:type="dcterms:W3CDTF">2013-10-07T13:04:08Z</dcterms:created>
  <dcterms:modified xsi:type="dcterms:W3CDTF">2013-12-09T10:15:19Z</dcterms:modified>
  <cp:contentStatus>test</cp:contentStatus>
</cp:coreProperties>
</file>