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Am fost iertat </a:t>
            </a:r>
            <a:b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Dumnezeu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201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fost iertat de Dumnezeu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sunt acum născut din nou;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Ferice sunt şi-aş tot striga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afle toţi iubirea Sa!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Eu fără plată am primit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Iubirea ce m-a mântuit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fără preţ eu duc oricui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Speranţa scumpă-a cerului.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Isus, al meu Prieten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tot ce am pe-acest pământ;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 spun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acum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cât nu-i târziu: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al meu, Isus e viu!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1025</TotalTime>
  <Words>96</Words>
  <Application>Microsoft PowerPoint</Application>
  <PresentationFormat>On-screen Show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250</cp:revision>
  <dcterms:created xsi:type="dcterms:W3CDTF">2013-10-07T13:04:08Z</dcterms:created>
  <dcterms:modified xsi:type="dcterms:W3CDTF">2013-12-09T10:04:09Z</dcterms:modified>
  <cp:contentStatus>test</cp:contentStatus>
</cp:coreProperties>
</file>