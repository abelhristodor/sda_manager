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Lumina-i Hristos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289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Lumina-i Hristos, de ce să mă tem?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dau de-ntuneric,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am să-L chem!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mi-e mântuire din griji şi nevoi;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Cuvântul ne spune că El e cu noi!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(:Lumina mea-i El!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m-aş feri,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Domnul mă poartă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rin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noapte şi zi?:)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289/920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6863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Lumina-i Hristos;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ând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nori grei se strâng,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’nalţ în credinţă,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urajul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nu-mi frâng…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unde tronează Hristos iubitor,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Durerea dispare şi piere-orice nor!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(:Lumina mea-i El!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m-aş feri,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Domnul mă poartă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rin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noapte şi zi?:)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289/920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Lumina-i Hristos; puteri El îmi dă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birui în lupta ce-n faţă ne stă!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De-acum înainte spre El voi privi,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El mă conduce prin noapte şi zi!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(:Lumina mea-i El!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m-aş feri,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Domnul mă poartă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rin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noapte şi zi?:)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289/920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1505</TotalTime>
  <Words>178</Words>
  <Application>Microsoft PowerPoint</Application>
  <PresentationFormat>On-screen Show (4:3)</PresentationFormat>
  <Paragraphs>37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362</cp:revision>
  <dcterms:created xsi:type="dcterms:W3CDTF">2013-10-07T13:04:08Z</dcterms:created>
  <dcterms:modified xsi:type="dcterms:W3CDTF">2013-12-10T07:05:11Z</dcterms:modified>
  <cp:contentStatus>test</cp:contentStatus>
</cp:coreProperties>
</file>