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 păzesc, Isuse-nvaţă-mă, Legea Ta!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262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17255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 păzesc, Isuse-nvaţă-mă,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Ta, Legea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Voia-Ţi sfântă vreau să-ndeplinesc,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Tu-mi poţi ajuta!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doar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s-o împlinesc,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în veci, Ţie-n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 să-Ţi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17255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Bani, mărire nu mă fericesc,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folos, ce folos,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Dacă-n viaţă n-am vrut să primesc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 Hristos!…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doar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s-o împlinesc,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în veci, Ţie-n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 să-Ţi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417255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lăsat tot ce e trecător;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să-mi fii, în toate, Protector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Mângâietor!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fiu doar al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s-o împlinesc,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în veci, Ţie-n veci,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Ţie să-Ţi servesc!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262/920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1352</TotalTime>
  <Words>175</Words>
  <Application>Microsoft PowerPoint</Application>
  <PresentationFormat>On-screen Show (4:3)</PresentationFormat>
  <Paragraphs>36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327</cp:revision>
  <dcterms:created xsi:type="dcterms:W3CDTF">2013-10-07T13:04:08Z</dcterms:created>
  <dcterms:modified xsi:type="dcterms:W3CDTF">2013-12-09T12:05:21Z</dcterms:modified>
  <cp:contentStatus>test</cp:contentStatus>
</cp:coreProperties>
</file>