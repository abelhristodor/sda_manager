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Cred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Domnul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219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8977"/>
            <a:ext cx="8915400" cy="655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514350" indent="-514350"/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Cred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Domnul Isus </a:t>
            </a:r>
            <a:endParaRPr lang="ro-RO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514350" indent="-514350"/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toate-L ascult,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De lumină e plin drumul meu…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Am o cruce de dus </a:t>
            </a:r>
            <a:endParaRPr lang="ro-RO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al vieţii tumult,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Dar nimic nu-i prea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scump,</a:t>
            </a: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ici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prea greu!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Cred şi-L ascult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i-L iubesc tot mai mult…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Lângă El este pace!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Da, eu cred şi-L ascult!</a:t>
            </a:r>
          </a:p>
          <a:p>
            <a:endParaRPr lang="vi-VN" altLang="ro-RO" sz="35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8977"/>
            <a:ext cx="8915400" cy="655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Nu zăresc niciun nor, </a:t>
            </a:r>
            <a:endParaRPr lang="ro-RO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erul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mi-este senin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Când pe Domnul în rugă Îl chem…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Suferinţi nu mă dor, </a:t>
            </a:r>
            <a:endParaRPr lang="ro-RO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dureri nu suspin,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Când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ascult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n-am </a:t>
            </a: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 să mă tem!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Cred şi-L ascult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i-L iubesc tot mai mult…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Lângă El este pace!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Da, eu cred şi-L ascult!</a:t>
            </a:r>
          </a:p>
          <a:p>
            <a:endParaRPr lang="vi-VN" altLang="ro-RO" sz="35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601200" cy="655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Când îmi plec faţa mea, </a:t>
            </a:r>
            <a:endParaRPr lang="ro-RO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ulţumirea să-I</a:t>
            </a: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spun,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Printre îngeri acas’ parcă-aş fi…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Mântuirea să-mi dea, </a:t>
            </a:r>
            <a:endParaRPr lang="ro-RO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ără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margini de bun,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El va fi Domnul meu şi-n vecii!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Cred şi-L ascult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i-L iubesc tot mai mult…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Lângă El este pace!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Da, eu cred şi-L ascult!</a:t>
            </a:r>
          </a:p>
          <a:p>
            <a:endParaRPr lang="vi-VN" altLang="ro-RO" sz="35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1195</TotalTime>
  <Words>153</Words>
  <Application>Microsoft PowerPoint</Application>
  <PresentationFormat>On-screen Show (4:3)</PresentationFormat>
  <Paragraphs>39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281</cp:revision>
  <dcterms:created xsi:type="dcterms:W3CDTF">2013-10-07T13:04:08Z</dcterms:created>
  <dcterms:modified xsi:type="dcterms:W3CDTF">2013-12-09T10:35:59Z</dcterms:modified>
  <cp:contentStatus>test</cp:contentStatus>
</cp:coreProperties>
</file>