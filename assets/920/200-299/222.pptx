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Tu eşti Doamne-a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păcii Stâncă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222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8977"/>
            <a:ext cx="77724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Tu eşti Doamne-a păcii Stâncă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Prin furtunile ce dor;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Eu la Tine caut tihnă,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Obosit de-atâta zbor…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8977"/>
            <a:ext cx="77724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Tu, Isus, eşti apă vie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Pentru toţi cei osteniţi…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Tu i-aştepţi cu bucurie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Ca să fie mântuiţi.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8977"/>
            <a:ext cx="77724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Valuri când mă ameninţă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lovesc necontenit,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Eu Te prind mai cu credinţă,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Tu eşti Stânca de granit!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8977"/>
            <a:ext cx="77724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Tu, nădejdea vieţii mele,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Pâinea sufletului meu,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Poartă-mi pasul printre stele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Să ajung la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1223</TotalTime>
  <Words>111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283</cp:revision>
  <dcterms:created xsi:type="dcterms:W3CDTF">2013-10-07T13:04:08Z</dcterms:created>
  <dcterms:modified xsi:type="dcterms:W3CDTF">2013-12-09T10:57:20Z</dcterms:modified>
  <cp:contentStatus>test</cp:contentStatus>
</cp:coreProperties>
</file>