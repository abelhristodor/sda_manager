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handoutMasterIdLst>
    <p:handoutMasterId r:id="rId10"/>
  </p:handoutMasterIdLst>
  <p:sldIdLst>
    <p:sldId id="257" r:id="rId2"/>
    <p:sldId id="269" r:id="rId3"/>
    <p:sldId id="270" r:id="rId4"/>
    <p:sldId id="271" r:id="rId5"/>
    <p:sldId id="272" r:id="rId6"/>
    <p:sldId id="273" r:id="rId7"/>
    <p:sldId id="274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Mica picătură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288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362200" y="381774"/>
            <a:ext cx="6781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Mica picătură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Naşte un ocean;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Fir cu fir, se-adună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Stânca de mărgean…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288/920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362200" y="381774"/>
            <a:ext cx="6781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Scurta clipă zboară,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Chiar de n-ai dori,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Însă ea măsoară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Drum de veşnicii…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288/920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362200" y="381774"/>
            <a:ext cx="6781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Mici ispite cheamă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Inima-n păcat.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Dacă nu iei seamă,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Poţi să fii pătat…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288/920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362200" y="381774"/>
            <a:ext cx="6781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Fapte mici de milă,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Vorbe de zidit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Pot să dea lumină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Celui rătăcit…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288/920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362200" y="381774"/>
            <a:ext cx="6781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5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Boabe semănate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gingaşe mâini,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Binecuvântate,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Se vor face pâini…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288/920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362200" y="381774"/>
            <a:ext cx="6781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6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Fii cu mintea trează,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Vezi ce-i bun sau rău!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Domnul sigilează</a:t>
            </a:r>
          </a:p>
          <a:p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Caracterul tău!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288/920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1490</TotalTime>
  <Words>132</Words>
  <Application>Microsoft PowerPoint</Application>
  <PresentationFormat>On-screen Show (4:3)</PresentationFormat>
  <Paragraphs>39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Imnuri noi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359</cp:revision>
  <dcterms:created xsi:type="dcterms:W3CDTF">2013-10-07T13:04:08Z</dcterms:created>
  <dcterms:modified xsi:type="dcterms:W3CDTF">2013-12-10T07:03:22Z</dcterms:modified>
  <cp:contentStatus>test</cp:contentStatus>
</cp:coreProperties>
</file>