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Bine e să crezi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Domnul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245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3534"/>
            <a:ext cx="74676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Bine e să crezi în Domnul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s-asculţi tot ce a zis,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Aşteptând făgăduinţa,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Pentru că aşa stă scris.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Mă încred mereu în Domnul,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Cuvântu-I încercat;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 al meu Isus în viaţă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vrăjmaş sunt apărat.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3534"/>
            <a:ext cx="74676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Bine-i să te-ascunzi în Domnul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te-ncrezi în jertfa Sa;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 credinţă ne-ndoită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Izbăvirea vei gusta!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Mă încred mereu în Domnul,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Cuvântu-I încercat;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 al meu Isus în viaţă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vrăjmaş sunt apărat.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3534"/>
            <a:ext cx="7467600" cy="540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Bine-i să te lupţi în Domnul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mândria ta fugind;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Doar în El găseşti odihnă,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Bucurii ce nu te mint.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Mă încred mereu în Domnul,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Cuvântu-I încercat;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 al meu Isus în viaţă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vrăjmaş sunt apărat.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57200"/>
            <a:ext cx="81534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M-am deprins să cred în Domnul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Şi-s atât de fericit!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Ştiu că e mereu cu mine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va fi pân’ la sfârşit.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Mă încred mereu în Domnul,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Cuvântu-I încercat;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 al meu Isus în viaţă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vrăjmaş sunt apărat.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1302</TotalTime>
  <Words>211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309</cp:revision>
  <dcterms:created xsi:type="dcterms:W3CDTF">2013-10-07T13:04:08Z</dcterms:created>
  <dcterms:modified xsi:type="dcterms:W3CDTF">2013-12-09T11:42:49Z</dcterms:modified>
  <cp:contentStatus>test</cp:contentStatus>
</cp:coreProperties>
</file>