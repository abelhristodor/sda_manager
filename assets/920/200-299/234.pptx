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Sfânt izvor ceresc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234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8977"/>
            <a:ext cx="8458200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Sfânt izvor ceresc ne-ncetat găsesc,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Stând pe braţele iubirii Lui;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Sfântă pacea Sa umple inima,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Stând pe braţele iubirii Lui.</a:t>
            </a: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Ce iubire! El poartă grija orişicui.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Fericire, stând pe braţele iubirii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88977"/>
            <a:ext cx="8458200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Nu plâng, nu suspin, chiar aşa străin,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Stând pe braţele iubirii Lui;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Drumul meu spinos e aşa frumos,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Stând pe braţele iubirii Lui!</a:t>
            </a: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Ce iubire! El poartă grija orişicui.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Fericire, stând pe braţele iubirii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304801"/>
            <a:ext cx="9144000" cy="38625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N-am de ce fugi, cât de </a:t>
            </a:r>
            <a:r>
              <a:rPr lang="vi-VN" altLang="ro-RO" sz="3500" smtClean="0">
                <a:solidFill>
                  <a:schemeClr val="bg1"/>
                </a:solidFill>
                <a:latin typeface="Georgia" pitchFamily="18" charset="0"/>
              </a:rPr>
              <a:t>greu </a:t>
            </a:r>
            <a:r>
              <a:rPr lang="vi-VN" altLang="ro-RO" sz="3500" smtClean="0">
                <a:solidFill>
                  <a:schemeClr val="bg1"/>
                </a:solidFill>
                <a:latin typeface="Georgia" pitchFamily="18" charset="0"/>
              </a:rPr>
              <a:t>mi-ar 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fi,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Stând pe braţele iubirii Lui;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E aproape El, nu mă tem defel,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Stând pe braţele iubirii Lui.</a:t>
            </a:r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35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35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 Ce iubire! El poartă grija orişicui.</a:t>
            </a:r>
          </a:p>
          <a:p>
            <a:r>
              <a:rPr lang="vi-VN" altLang="ro-RO" sz="3500" dirty="0" smtClean="0">
                <a:solidFill>
                  <a:schemeClr val="bg1"/>
                </a:solidFill>
                <a:latin typeface="Georgia" pitchFamily="18" charset="0"/>
              </a:rPr>
              <a:t>Fericire, stând pe braţele iubirii Lui!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234/920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1250</TotalTime>
  <Words>163</Words>
  <Application>Microsoft PowerPoint</Application>
  <PresentationFormat>On-screen Show (4:3)</PresentationFormat>
  <Paragraphs>30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296</cp:revision>
  <dcterms:created xsi:type="dcterms:W3CDTF">2013-10-07T13:04:08Z</dcterms:created>
  <dcterms:modified xsi:type="dcterms:W3CDTF">2013-12-09T11:25:30Z</dcterms:modified>
  <cp:contentStatus>test</cp:contentStatus>
</cp:coreProperties>
</file>