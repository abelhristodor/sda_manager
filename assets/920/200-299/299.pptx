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9"/>
  </p:notesMasterIdLst>
  <p:handoutMasterIdLst>
    <p:handoutMasterId r:id="rId10"/>
  </p:handoutMasterIdLst>
  <p:sldIdLst>
    <p:sldId id="257" r:id="rId2"/>
    <p:sldId id="269" r:id="rId3"/>
    <p:sldId id="270" r:id="rId4"/>
    <p:sldId id="271" r:id="rId5"/>
    <p:sldId id="272" r:id="rId6"/>
    <p:sldId id="273" r:id="rId7"/>
    <p:sldId id="274" r:id="rId8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 varScale="1">
        <p:scale>
          <a:sx n="95" d="100"/>
          <a:sy n="95" d="100"/>
        </p:scale>
        <p:origin x="-432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12/10/2013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12/10/2013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6"/>
          <p:cNvSpPr>
            <a:spLocks noChangeArrowheads="1"/>
          </p:cNvSpPr>
          <p:nvPr/>
        </p:nvSpPr>
        <p:spPr bwMode="auto">
          <a:xfrm>
            <a:off x="0" y="1371600"/>
            <a:ext cx="9144000" cy="205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marL="838200" indent="-838200" algn="ctr">
              <a:buSzPct val="150000"/>
            </a:pPr>
            <a:endParaRPr lang="fr-FR" altLang="ro-RO" sz="4400">
              <a:solidFill>
                <a:schemeClr val="tx2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297180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n-NO" altLang="ro-RO" sz="4800" b="1" dirty="0" smtClean="0">
                <a:solidFill>
                  <a:schemeClr val="bg1"/>
                </a:solidFill>
                <a:latin typeface="Georgia" pitchFamily="18" charset="0"/>
              </a:rPr>
              <a:t>Ca să fii bun creştin</a:t>
            </a:r>
            <a:endParaRPr lang="pt-BR" altLang="ro-RO" sz="4800" b="1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299</a:t>
            </a:r>
            <a:endParaRPr lang="ro-RO" sz="6000" dirty="0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524000" y="405348"/>
            <a:ext cx="7620000" cy="37856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Ca să fii bun creştin,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D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upă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chipul</a:t>
            </a:r>
            <a:r>
              <a:rPr lang="en-US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divin,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Drumul ţi-a fost pregătit.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Pentru vremea de-acum,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H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arul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ţi-este deplin,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Un ajutor potrivit.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299/920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685800" y="381000"/>
            <a:ext cx="84582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Fii luptător întru Hristos,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Crucea nicicum n-o uita!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Ca bun luptător după chipul divin,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Doar prin credinţă vei sta.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299/920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381000" y="405348"/>
            <a:ext cx="8763000" cy="31700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Pentru ceasul de-acum,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D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măreţ seceriş,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Cerul Cuvântul ţi-a dat.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Mai puternic decât cel mai aprig tăiş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Este genunchiul plecat.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299/920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685800" y="381000"/>
            <a:ext cx="84582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Fii luptător întru Hristos,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Crucea nicicum n-o uita!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Ca bun luptător după chipul divin,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Doar prin credinţă vei sta.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299/920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381000" y="405348"/>
            <a:ext cx="8763000" cy="31700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Dacă Domnul, pe lemn,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P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entru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tine-a murit,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Lupta credinţei nu-i grea,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Faţa ta va purta chipul Său strălucit,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Semenul tău va vedea.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299/920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685800" y="381000"/>
            <a:ext cx="84582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Fii luptător întru Hristos,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Crucea nicicum n-o uita!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Ca bun luptător după chipul divin,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Doar prin credinţă vei sta.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299/920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1600</TotalTime>
  <Words>196</Words>
  <Application>Microsoft PowerPoint</Application>
  <PresentationFormat>On-screen Show (4:3)</PresentationFormat>
  <Paragraphs>43</Paragraphs>
  <Slides>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Imnuri noi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375</cp:revision>
  <dcterms:created xsi:type="dcterms:W3CDTF">2013-10-07T13:04:08Z</dcterms:created>
  <dcterms:modified xsi:type="dcterms:W3CDTF">2013-12-10T07:31:30Z</dcterms:modified>
  <cp:contentStatus>test</cp:contentStatus>
</cp:coreProperties>
</file>