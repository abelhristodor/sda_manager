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Dumnezeu cel sfânt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94186"/>
            <a:ext cx="7315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Din Dumnezeu cel sfânt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Iubirea izvorăşte,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El găsim oricând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Viaţa ce-nfloreşte.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Cel ce rămâne-n El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Va-ntineri mereu,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Nici forţe de oţel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Nu-l rup de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94186"/>
            <a:ext cx="7315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Isus S-a oferit,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dragoste deplină,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fie răstignit,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Purtând a noastră vină.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Fiu a fost Isus!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Frate în nevoi!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 suferit, supus,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Ocara pentru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94186"/>
            <a:ext cx="73152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Iubirea lui Hristos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Dă sens vieţii noastre,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Din drumul păcătos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Spre zările albastre.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Îţi facem, Doamne, loc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inimă şi-n gând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curăţiţi prin foc,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Să-Ţi fim un templu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1177</TotalTime>
  <Words>128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273</cp:revision>
  <dcterms:created xsi:type="dcterms:W3CDTF">2013-10-07T13:04:08Z</dcterms:created>
  <dcterms:modified xsi:type="dcterms:W3CDTF">2013-12-09T10:24:46Z</dcterms:modified>
  <cp:contentStatus>test</cp:contentStatus>
</cp:coreProperties>
</file>