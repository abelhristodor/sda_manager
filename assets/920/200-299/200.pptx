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69" r:id="rId3"/>
    <p:sldId id="270" r:id="rId4"/>
    <p:sldId id="271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6019" autoAdjust="0"/>
    <p:restoredTop sz="94595" autoAdjust="0"/>
  </p:normalViewPr>
  <p:slideViewPr>
    <p:cSldViewPr>
      <p:cViewPr varScale="1">
        <p:scale>
          <a:sx n="95" d="100"/>
          <a:sy n="95" d="100"/>
        </p:scale>
        <p:origin x="-432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12/9/2013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6"/>
          <p:cNvSpPr>
            <a:spLocks noChangeArrowheads="1"/>
          </p:cNvSpPr>
          <p:nvPr/>
        </p:nvSpPr>
        <p:spPr bwMode="auto">
          <a:xfrm>
            <a:off x="0" y="1371600"/>
            <a:ext cx="9144000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ctr"/>
          <a:lstStyle/>
          <a:p>
            <a:pPr marL="838200" indent="-838200" algn="ctr">
              <a:buSzPct val="150000"/>
            </a:pPr>
            <a:endParaRPr lang="fr-FR" altLang="ro-RO" sz="4400">
              <a:solidFill>
                <a:schemeClr val="tx2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0" y="2940093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4800" b="1" dirty="0" smtClean="0">
                <a:solidFill>
                  <a:schemeClr val="bg1"/>
                </a:solidFill>
                <a:latin typeface="Georgia" pitchFamily="18" charset="0"/>
              </a:rPr>
              <a:t>Am venit la Tine, Doamne!</a:t>
            </a:r>
            <a:endParaRPr lang="vi-VN" altLang="ro-RO" sz="4800" b="1" dirty="0" smtClean="0">
              <a:solidFill>
                <a:schemeClr val="bg1"/>
              </a:solidFill>
              <a:latin typeface="Georgia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200</a:t>
            </a:r>
            <a:endParaRPr lang="ro-RO" sz="6000" dirty="0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381000"/>
            <a:ext cx="8077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Am venit la Tine, Doamne,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După cum mi-ai poruncit,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Să-mi arăţi a vieţii cale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cu drag Tu m-ai primit.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Trupul meu şi-averea toată,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Tot ce am, ce sunt Ţi-am dat,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Fie-a Ta întreaga-mi viaţă,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Inima cu-al ei păcat.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200/920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533400" y="381000"/>
            <a:ext cx="86106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Doamne-acum port al Tău Nume,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Sunt în Tine botezat;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Din a şarpelui putere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 preţ m-ai răscumpărat.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Botezat cu-mpărtăşirea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La al Domnului trup sfânt,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Am acum în suflet pace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Şi de cer aproape sunt.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200/920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066800" y="381000"/>
            <a:ext cx="8077200" cy="5016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Doamne, pentru-a Ta 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iubire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Vreau mereu să Te ascult;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Du-mă la neprihănire,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Nu-mi doresc nimic mai mult!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Mă-ntăreşte şi mă-nvaţă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Cum s-alerg pe urma Ta,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Să trăiesc a Ta viaţă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Până când Te voi vedea!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200/920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1023</TotalTime>
  <Words>157</Words>
  <Application>Microsoft PowerPoint</Application>
  <PresentationFormat>On-screen Show (4:3)</PresentationFormat>
  <Paragraphs>33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250</cp:revision>
  <dcterms:created xsi:type="dcterms:W3CDTF">2013-10-07T13:04:08Z</dcterms:created>
  <dcterms:modified xsi:type="dcterms:W3CDTF">2013-12-09T10:03:20Z</dcterms:modified>
  <cp:contentStatus>test</cp:contentStatus>
</cp:coreProperties>
</file>