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 îmi zice blând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4186"/>
            <a:ext cx="75438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Isus îmi zice blând: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„Fiu scump, tu eşti prea slab,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Deci vin’ la Mine-oricând,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îţi ajut cu drag!”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Sângele-Ţi vărsat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Spală-al meu păcat,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Inima-mi s-a curăţit,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m-a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394186"/>
            <a:ext cx="74676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Doar sângele-Ţi, Isus,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Mă spală de păcat;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cruce când a curs,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Viaţa Ta mi-ai dat!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Sângele-Ţi vărsat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Spală-al meu păcat,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Inima-mi s-a curăţit,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m-a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394186"/>
            <a:ext cx="74676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Eu ştiu că nu sunt bun,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Nu-s demn de mila Ta,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De-aceea-n Tine pun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Speranţa de-a scăpa!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Sângele-Ţi vărsat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Spală-al meu păcat,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Inima-mi s-a curăţit,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m-a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1139</TotalTime>
  <Words>140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267</cp:revision>
  <dcterms:created xsi:type="dcterms:W3CDTF">2013-10-07T13:04:08Z</dcterms:created>
  <dcterms:modified xsi:type="dcterms:W3CDTF">2013-12-09T10:21:54Z</dcterms:modified>
  <cp:contentStatus>test</cp:contentStatus>
</cp:coreProperties>
</file>