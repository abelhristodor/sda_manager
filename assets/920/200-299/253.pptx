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9" r:id="rId3"/>
    <p:sldId id="270" r:id="rId4"/>
    <p:sldId id="271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Pretutindeni cu Isus</a:t>
            </a:r>
            <a:endParaRPr lang="pt-B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253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28600" y="413534"/>
            <a:ext cx="91440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Pretutindeni cu Isus eu merg voios,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Trec cu El prin văi de lacrimi bucuros.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Fără El pe-acest pământ nu-s bucurii,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Lângă Domnul însă, grija va pieri.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Apărat de Isus, sigur eu mă simt;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Orişiunde merg cu El în pace sunt.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253/920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152400"/>
            <a:ext cx="98298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Pretutindeni cu Isus cel adorat!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Oamenii mă uită, dar El niciodat’!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s-ar duce totul în adânc de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mări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mă salvează din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orice-ntâmplări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Apărat de Isus, sigur eu mă simt;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Orişiunde merg cu El în pace sunt.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253/920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28600" y="413534"/>
            <a:ext cx="91440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Pretutindeni cu Isus în clipa grea,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Harul Lui mă face azi să pot cânta!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Cânt cu voie mare că veni Hristos,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Frate şi salvare omului de jos!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Apărat de Isus, sigur eu mă simt;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Orişiunde merg cu El în pace sunt.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253/920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1318</TotalTime>
  <Words>171</Words>
  <Application>Microsoft PowerPoint</Application>
  <PresentationFormat>On-screen Show (4:3)</PresentationFormat>
  <Paragraphs>29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317</cp:revision>
  <dcterms:created xsi:type="dcterms:W3CDTF">2013-10-07T13:04:08Z</dcterms:created>
  <dcterms:modified xsi:type="dcterms:W3CDTF">2013-12-09T11:51:56Z</dcterms:modified>
  <cp:contentStatus>test</cp:contentStatus>
</cp:coreProperties>
</file>