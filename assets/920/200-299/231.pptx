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vin zi de zi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231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8977"/>
            <a:ext cx="87630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Eu vin zi de zi unde Domnul mă cheamă;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Dureri, câte-or fi, n-am cu El nicio teamă: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Mă scoate din foc, dintre valuri mă scapă,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El veghează mereu drumul meu!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Vreau să cânt despre El frumos,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Despre Domnul Hristos,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 iubire, Aleluia!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Minunat m-a salvat!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Minunat m-a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8977"/>
            <a:ext cx="87630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Eu merg zi de zi unde El mă trimite…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Furtuni de-ar lovi, am izbânzi pregătite!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Curând o s-ajung sus, pe stânca cea ’naltă,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Mă fereşte de rău braţul Său!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Vreau să cânt despre El frumos,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Despre Domnul Hristos,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 iubire, Aleluia!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Minunat m-a salvat!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Minunat m-a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8977"/>
            <a:ext cx="87630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Oricâte-aş lăsa, prea puţin mi se pare,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Primi-voi cândva ceru-ntreg, sărbătoare;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dragostea Lui, El aşterne îndată,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Peste lacrima mea, Osana!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Vreau să cânt despre El frumos,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Despre Domnul Hristos,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 iubire, Aleluia!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Minunat m-a salvat!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Minunat m-a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1243</TotalTime>
  <Words>205</Words>
  <Application>Microsoft PowerPoint</Application>
  <PresentationFormat>On-screen Show (4:3)</PresentationFormat>
  <Paragraphs>39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292</cp:revision>
  <dcterms:created xsi:type="dcterms:W3CDTF">2013-10-07T13:04:08Z</dcterms:created>
  <dcterms:modified xsi:type="dcterms:W3CDTF">2013-12-09T11:22:19Z</dcterms:modified>
  <cp:contentStatus>test</cp:contentStatus>
</cp:coreProperties>
</file>