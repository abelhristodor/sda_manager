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un râu de viaţă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5240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un râu de viaţă este pacea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asculţi de Domnul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Legea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biruinţă, poţi trăi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ai în suflet pacea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Mâna Lui te ţine, El te va purta,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Roagă-te, veghează,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te-nspăimânta!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Marea, cât de mare, greul,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de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te va smulge de la braţul Său?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525000" cy="252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ştie toate,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deci neclintit!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Dragostea-I de Tată le-a îngăduit…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Doar trecând prin flăcări,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poţi să fii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coroana slavei, aur încercat…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1358</TotalTime>
  <Words>127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330</cp:revision>
  <dcterms:created xsi:type="dcterms:W3CDTF">2013-10-07T13:04:08Z</dcterms:created>
  <dcterms:modified xsi:type="dcterms:W3CDTF">2014-01-28T10:01:24Z</dcterms:modified>
  <cp:contentStatus>test</cp:contentStatus>
</cp:coreProperties>
</file>