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 singură speranţă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226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388977"/>
            <a:ext cx="6934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O singură speranţă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suflet am mereu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 mă încred în Tine,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Mântuitorul meu!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mâna Ta, o, Doamne,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poartă liniştit,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Eu am lumina crucii,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Tu ai biruit.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388977"/>
            <a:ext cx="69342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Eu nu cunosc cărarea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care voi umbla,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Dar mă încred în Tine,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oar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Tu eşti pacea mea.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glasul Tău, o, Doamne, 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orbeşte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liniştit,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Te-aştept să vii la mine,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Te-aştept Isus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388977"/>
            <a:ext cx="6934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De-ar fi să trec prin moarte, 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neguri şi cercări,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Lumina jertfei Tale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i-aduce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mângâieri;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slava Ta, o, Doamne,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3500" smtClean="0">
                <a:solidFill>
                  <a:schemeClr val="bg1"/>
                </a:solidFill>
                <a:latin typeface="Georgia" pitchFamily="18" charset="0"/>
              </a:rPr>
              <a:t>e-arată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sfârşit,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Aştept căminul slavei,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Ierusalim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1232</TotalTime>
  <Words>47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288</cp:revision>
  <dcterms:created xsi:type="dcterms:W3CDTF">2013-10-07T13:04:08Z</dcterms:created>
  <dcterms:modified xsi:type="dcterms:W3CDTF">2013-12-09T11:14:57Z</dcterms:modified>
  <cp:contentStatus>test</cp:contentStatus>
</cp:coreProperties>
</file>