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Îl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văd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adesea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-l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admir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276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9395"/>
            <a:ext cx="8458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Îl văd adesea şi-l admir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Pe-urmaşul lui Isus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Sorbind al lacrimii potir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paşi trudiţi, pe drum spinos…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„De unde ai primit puteri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Să-nfrunţi atâtea mari dureri?”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el mi-a spus: „Nădejdea mea-i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biruinţa Sa!”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9395"/>
            <a:ext cx="8458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Îl văd în luptă, deseori,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sabie purtând şi scut,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Ah, simt cum rănile îl dor,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văd că nu se dă bătut!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„De unde ai aşa curaj,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speri, să lupţi, să nu te laşi?”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el mi-a spus: „Nădejdea mea-i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biruinţa Sa!”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9395"/>
            <a:ext cx="8458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Suntem cu toţii peregrini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valea negrelor dureri;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Deşi îngustă şi cu spini,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Cărarea duce sus, la cer!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Tine, Doamne, am găsit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Putere până la sfârşit!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Păstrează-n noi nădejdea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S-avem putere a lupta!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1441</TotalTime>
  <Words>177</Words>
  <Application>Microsoft PowerPoint</Application>
  <PresentationFormat>On-screen Show (4:3)</PresentationFormat>
  <Paragraphs>31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347</cp:revision>
  <dcterms:created xsi:type="dcterms:W3CDTF">2013-10-07T13:04:08Z</dcterms:created>
  <dcterms:modified xsi:type="dcterms:W3CDTF">2013-12-10T06:29:22Z</dcterms:modified>
  <cp:contentStatus>test</cp:contentStatus>
</cp:coreProperties>
</file>