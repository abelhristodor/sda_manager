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Drumul sfintelor victorii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285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sfintelor victorii,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zbor luminos,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Duce spre senine glorii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steagul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Rege şi Păstor,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marea izbândă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Conduce-al Său popor.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degrabă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steagu-nsângerat,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culmi de ceruri vom cânta: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„Iubirea Lui ne-a salvat!”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mai sus mereu ne cheamă,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urcăm zi de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N-avem niciun fel de teamă,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vom birui!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Rege şi Păstor,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marea izbândă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Conduce-al Său popor.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degrabă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steagu-nsângerat,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culmi de ceruri vom cânta: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„Iubirea Lui ne-a salvat!”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Aclamaţi Biruitorul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pe sfinte ’nălţimi!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se arată norul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strălucire plin!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81774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Hristos e Domnul,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Rege şi Păstor,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marea izbândă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Conduce-al Său popor.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degrabă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steagu-nsângerat,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culmi de ceruri vom cânta: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„Iubirea Lui ne-a salvat!”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1480</TotalTime>
  <Words>202</Words>
  <Application>Microsoft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356</cp:revision>
  <dcterms:created xsi:type="dcterms:W3CDTF">2013-10-07T13:04:08Z</dcterms:created>
  <dcterms:modified xsi:type="dcterms:W3CDTF">2013-12-10T06:56:43Z</dcterms:modified>
  <cp:contentStatus>test</cp:contentStatus>
</cp:coreProperties>
</file>