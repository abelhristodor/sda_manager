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0" r:id="rId4"/>
    <p:sldId id="271" r:id="rId5"/>
    <p:sldId id="272" r:id="rId6"/>
    <p:sldId id="274" r:id="rId7"/>
    <p:sldId id="27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Domnul găsesc adăpost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9395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Domnul găsesc adăpost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lume, de rău şi păcat;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Tu, Isuse, mi-ai fost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mi-eşti sigur loc de salvat!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Salvat, salvat,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 cu Isus voi domni,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Salvat, salvat,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ânta-voi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voi preamări!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9395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spaimele nopţii nu ştiu,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zboară săgeţi, nu mă tem,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mi-este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 să fiu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 de-orice plăgi şi blestem!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Salvat, salvat,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 cu Isus voi domni,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Salvat, salvat,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ânta-voi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voi preamări!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9395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sute şi mii de-ar cădea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stânga şi-n dreapta,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tot în credinţă voi sta,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este sprijinul meu!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Salvat, salvat,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 cu Isus voi domni,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Salvat, salvat,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ânta-voi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voi preamări!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9395"/>
            <a:ext cx="8915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Isuse-alor Tăi le promiţi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îngeri trimiţi pentru ei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scape când sunt năpădiţi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vipere, demoni sau lei!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Salvat, salvat,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 cu Isus voi domni,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Salvat, salvat,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ânta-voi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voi preamări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"/>
            <a:ext cx="8077200" cy="6705600"/>
          </a:xfrm>
        </p:spPr>
        <p:txBody>
          <a:bodyPr/>
          <a:lstStyle/>
          <a:p>
            <a:pPr marL="514350" indent="-514350"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 Doamne-adăpost umbritor,</a:t>
            </a:r>
          </a:p>
          <a:p>
            <a:pPr marL="514350" indent="-514350"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Strigat-am în griji şi necaz</a:t>
            </a:r>
          </a:p>
          <a:p>
            <a:pPr marL="514350" indent="-514350"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Iar Tu mi-ai răspuns iubitor:</a:t>
            </a:r>
          </a:p>
          <a:p>
            <a:pPr marL="514350" indent="-514350"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Te scap şi te-nalţ, nu te las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pPr marL="514350" indent="-514350">
              <a:buNone/>
            </a:pP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Salvat, salvat,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veci cu Isus voi domni,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Salvat, salvat,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ânta-voi şi-L voi preamări!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514350" indent="-514350">
              <a:buNone/>
            </a:pP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9395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vină orice strâmtorări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urle Satana turbat,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munţii aruncă-se-n mări,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ştiu că tot voi fi salvat!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Salvat, salvat,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 cu Isus voi domni,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Salvat, salvat,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ânta-voi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voi preamări!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1393</TotalTime>
  <Words>221</Words>
  <Application>Microsoft PowerPoint</Application>
  <PresentationFormat>On-screen Show (4:3)</PresentationFormat>
  <Paragraphs>68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338</cp:revision>
  <dcterms:created xsi:type="dcterms:W3CDTF">2013-10-07T13:04:08Z</dcterms:created>
  <dcterms:modified xsi:type="dcterms:W3CDTF">2013-12-09T12:27:17Z</dcterms:modified>
  <cp:contentStatus>test</cp:contentStatus>
</cp:coreProperties>
</file>