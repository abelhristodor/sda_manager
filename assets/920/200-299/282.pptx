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Au fost eroi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Au fost eroi ce au durat,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preţul vieţii, drum curat.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ei mereu să ne-amintim,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ca ei şi noi să fim!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sunt eroi ce au aprins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Focul credinţei de nestins;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Văpăi din el să răspândim,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ca ei şi noi să fim!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774"/>
            <a:ext cx="7696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Vor fi eroi ce vor jertfi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Iubirii, zi de zi!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ani ce vin, oricât de grei,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Iubirii să jertfim ca ei!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1477</TotalTime>
  <Words>107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352</cp:revision>
  <dcterms:created xsi:type="dcterms:W3CDTF">2013-10-07T13:04:08Z</dcterms:created>
  <dcterms:modified xsi:type="dcterms:W3CDTF">2013-12-10T06:52:54Z</dcterms:modified>
  <cp:contentStatus>test</cp:contentStatus>
</cp:coreProperties>
</file>