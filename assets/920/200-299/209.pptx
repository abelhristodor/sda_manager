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Nu jertfe, nici onoare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209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394186"/>
            <a:ext cx="7162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Nu jertfe, nici onoare,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Nici bani, oricât am da,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Nu sunt vreodată-n stare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Din moarte-a ne salva!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A lui Isus iubire,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În piept de-o vom purta,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De-o veşnică pieire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Doar ea ne va scăpa!</a:t>
            </a:r>
            <a:endParaRPr lang="it-IT" altLang="ro-RO" sz="35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394186"/>
            <a:ext cx="71628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Iubirea ne învaţă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Pe semeni s-ajutăm,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Ea răspândeşte viaţă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scapă de blestem.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Iubirea curăţeşte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De orice cuget rău,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La rugă ne zoreşte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Spre bunul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394186"/>
            <a:ext cx="71628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Ştiinţă omenească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Sau cult misterios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Nu pot să-nlocuiască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Iubirea lui Hristos!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La fel, credinţa moartă,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Chimval zăngănitor,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Când nu aduce faptă,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E-un pom neroditor.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394186"/>
            <a:ext cx="7162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Doar Tatăl e iubirea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Ce iartă-orice păcat,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’nalţă omenirea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Prin Fiul adorat.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Aceasta e iubirea: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Un fluviu prin pustiu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Ce-aduce-ndreptăţirea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face pe om viu!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1113</TotalTime>
  <Words>164</Words>
  <Application>Microsoft PowerPoint</Application>
  <PresentationFormat>On-screen Show (4:3)</PresentationFormat>
  <Paragraphs>43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262</cp:revision>
  <dcterms:created xsi:type="dcterms:W3CDTF">2013-10-07T13:04:08Z</dcterms:created>
  <dcterms:modified xsi:type="dcterms:W3CDTF">2013-12-09T10:18:22Z</dcterms:modified>
  <cp:contentStatus>test</cp:contentStatus>
</cp:coreProperties>
</file>