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sunt răpus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297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sunt răpus de vreun păcat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toate mă lovesc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Oricât aş fi de întristat,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Alerg, alerg la Dumnezeu.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Cetatea mea, Isus,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tâlp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foc şi nor,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Odihna sufletului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Stânca mea de har, braţul protector,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Primeşte-mă la pieptul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valul morţii m-a răpit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să-i rezist mi-e tot mai greu,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nicăieri nu sunt primit,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strâns mă prind de Dumnezeu.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Cetatea mea, Isus,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tâlp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foc şi nor,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Odihna sufletului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Stânca mea de har, braţul protector,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Primeşte-mă la pieptul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mă hrănesc cu rătăciri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beznă mă afund mai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nu găsesc în ochi priviri,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Umil mă-ndrept spre Dumnezeu.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Cetatea mea, Isus,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tâlp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foc şi nor,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Odihna sufletului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Stânca mea de har, braţul protector,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Primeşte-mă la pieptul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neputinţa m-a cuprins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mă zdrobeşte ca un leu,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Văd farul Golgotei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aprins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mă predau lui Dumnezeu.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Cetatea mea, Isus,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tâlp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foc şi nor,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Odihna sufletului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Stânca mea de har, braţul protector,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Primeşte-mă la pieptul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1590</TotalTime>
  <Words>153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373</cp:revision>
  <dcterms:created xsi:type="dcterms:W3CDTF">2013-10-07T13:04:08Z</dcterms:created>
  <dcterms:modified xsi:type="dcterms:W3CDTF">2013-12-10T07:28:41Z</dcterms:modified>
  <cp:contentStatus>test</cp:contentStatus>
</cp:coreProperties>
</file>