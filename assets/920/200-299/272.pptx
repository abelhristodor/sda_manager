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Vă-ndreptaţi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Ghetsimani!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Vă-ndreptaţi spre Ghetsimani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simţiţi ispita grea!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Staţi în luptă cu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priviţi decât în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Domnul învăţaţi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Rugi fierbinţi să înălţaţi!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Mergeţi iarăşi să-L vedeţi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Judecat, lovit, legat;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durere-a suferit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voi, căci v-a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Domnul învăţaţi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Lui cum s-o purtaţi!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Vă suiţi la Golgota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aduceţi mulţumiri;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El spune: „S-a sfârşit”,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Său e împlinit;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nedespărţiţi,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Învăţaţi cum să trăiţi!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1387</TotalTime>
  <Words>112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337</cp:revision>
  <dcterms:created xsi:type="dcterms:W3CDTF">2013-10-07T13:04:08Z</dcterms:created>
  <dcterms:modified xsi:type="dcterms:W3CDTF">2013-12-10T06:00:10Z</dcterms:modified>
  <cp:contentStatus>test</cp:contentStatus>
</cp:coreProperties>
</file>