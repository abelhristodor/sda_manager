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spre Tine privim!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3534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Doamne, spre Tine privim,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Vrem să strângem în suflet iubirea,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Să-nţelegem, din jertfă, mărirea,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Doamne, spre Tine privim!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3534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Doamne, de Tine-ascultăm,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eşti Pâinea vieţii eterne,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Pace-n suflet doar Tu poţi aşterne,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Doamne, de Tine-ascultăm!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3534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Doamne, ce mult Te dorim!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Eşti cu noi, totdeauna aproape,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ne scoţi şi din foc, şi din ape,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Doamne, ce mult Te dorim!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3534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Doamne, să vii, Te-aşteptăm,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Te-ntorci, cum ai spus la plecare,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salvezi omenirea ce moare,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Doamne, să vii, Te-aşteptăm!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1307</TotalTime>
  <Words>143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311</cp:revision>
  <dcterms:created xsi:type="dcterms:W3CDTF">2013-10-07T13:04:08Z</dcterms:created>
  <dcterms:modified xsi:type="dcterms:W3CDTF">2013-12-09T11:46:02Z</dcterms:modified>
  <cp:contentStatus>test</cp:contentStatus>
</cp:coreProperties>
</file>