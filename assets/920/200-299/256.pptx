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"/>
  </p:notesMasterIdLst>
  <p:handoutMasterIdLst>
    <p:handoutMasterId r:id="rId5"/>
  </p:handoutMasterIdLst>
  <p:sldIdLst>
    <p:sldId id="257" r:id="rId2"/>
    <p:sldId id="269" r:id="rId3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Domnu-i Păstorul meu (canon)</a:t>
            </a:r>
            <a:endParaRPr lang="pt-BR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256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457200" y="381000"/>
            <a:ext cx="8915400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Domnu-i Păstorul meu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smtClean="0">
                <a:solidFill>
                  <a:schemeClr val="bg1"/>
                </a:solidFill>
                <a:latin typeface="Georgia" pitchFamily="18" charset="0"/>
              </a:rPr>
              <a:t>C</a:t>
            </a:r>
            <a:r>
              <a:rPr lang="vi-VN" altLang="ro-RO" sz="4000" smtClean="0">
                <a:solidFill>
                  <a:schemeClr val="bg1"/>
                </a:solidFill>
                <a:latin typeface="Georgia" pitchFamily="18" charset="0"/>
              </a:rPr>
              <a:t>hiar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dacă sunt mic,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mă paşte, nu duc lipsă de nimic!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256/920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1332</TotalTime>
  <Words>34</Words>
  <Application>Microsoft PowerPoint</Application>
  <PresentationFormat>On-screen Show (4:3)</PresentationFormat>
  <Paragraphs>8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Imnuri noi</vt:lpstr>
      <vt:lpstr>Slide 1</vt:lpstr>
      <vt:lpstr>Slide 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320</cp:revision>
  <dcterms:created xsi:type="dcterms:W3CDTF">2013-10-07T13:04:08Z</dcterms:created>
  <dcterms:modified xsi:type="dcterms:W3CDTF">2013-12-09T11:58:43Z</dcterms:modified>
  <cp:contentStatus>test</cp:contentStatus>
</cp:coreProperties>
</file>