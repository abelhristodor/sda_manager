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Privesc la Tine,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meu!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Privesc la Tine, Domnul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faţa Ta o caut!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Iubesc din suflet Legea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o laud!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Isuse-ajută-mă să-Ţi fiu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Pe-acest pământ un martor viu,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Pe-acest pământ un martor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s-o laud!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Condu, Isuse, paşii mei,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ceruri, prin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unde nu-i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griji, nici suferinţă!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ia-mi, Tu,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’nalţ mereu gândirea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’nalţ mereu gândirea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ceruri, prin credinţă!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 lupta-i partea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Răsplata este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mă aşteaptă-n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Nespus de sclipitoare.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cerul este uimitor,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pentru cel biruitor,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pentru cel biruitor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Răsplata este mare!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1352</TotalTime>
  <Words>164</Words>
  <Application>Microsoft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327</cp:revision>
  <dcterms:created xsi:type="dcterms:W3CDTF">2013-10-07T13:04:08Z</dcterms:created>
  <dcterms:modified xsi:type="dcterms:W3CDTF">2013-12-09T12:06:12Z</dcterms:modified>
  <cp:contentStatus>test</cp:contentStatus>
</cp:coreProperties>
</file>