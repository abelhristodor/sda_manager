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Părintele meu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foarte bogat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Părintele meu e foarte bogat: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Comorile lumii chiar El le-a creat!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Lui e pământul şi veşnic va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nimeni să aibă mai mari bogăţii!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unicul Fiu la noi L-a trimis,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El poarta cerului ni s-a deschis;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aşteptaţi în măreţul palat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rod 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Golgotei,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Deşi sunt născut ca om păcătos,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ce-am visat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     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Veşmânt al dreptăţii, veşmânt alb,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curat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slavei coroană, ca fiu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381000"/>
            <a:ext cx="9067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Aici, pe pământ, eu sunt peregrin,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am un palat sus, în cerul senin!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Deşi câteodată pe cale-am oftat,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am fericirea că-s fiu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părat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1338</TotalTime>
  <Words>161</Words>
  <Application>Microsoft PowerPoint</Application>
  <PresentationFormat>On-screen Show (4:3)</PresentationFormat>
  <Paragraphs>28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322</cp:revision>
  <dcterms:created xsi:type="dcterms:W3CDTF">2013-10-07T13:04:08Z</dcterms:created>
  <dcterms:modified xsi:type="dcterms:W3CDTF">2013-12-09T12:00:53Z</dcterms:modified>
  <cp:contentStatus>test</cp:contentStatus>
</cp:coreProperties>
</file>