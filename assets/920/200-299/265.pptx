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Domnul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e-a ta desfătare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Domnul e-a ta desfătare,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El este aripa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Dacă-L faci turnul tău de scăpare,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poţi atunci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Dacă-L cauţi pe Domnul oriunde,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Dacă-L strigi ca un cerb însetat,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Dacă-n El lacrima-ţi vei ascunde,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vei fi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faci totdeauna dreptate,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spui adevărul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ţii Legea cu scumpătate,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un fiu al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eşti îmbrăcat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celor sărmani le slujeşti,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ştii să împarţi fericire,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 ai să găseşti.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vrei să trăieşti prin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stai tare pân’ la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vrei să obţii biruinţă,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e timpul, fii pregătit!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1359</TotalTime>
  <Words>158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329</cp:revision>
  <dcterms:created xsi:type="dcterms:W3CDTF">2013-10-07T13:04:08Z</dcterms:created>
  <dcterms:modified xsi:type="dcterms:W3CDTF">2013-12-09T12:09:48Z</dcterms:modified>
  <cp:contentStatus>test</cp:contentStatus>
</cp:coreProperties>
</file>