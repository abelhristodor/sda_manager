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Azi mă găsesc lângă Iordan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mă găsesc lângă Iordan,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Pustiul l-am trecut,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mă uit spre Canaan,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 pământ plăcut…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 de-a pururi vom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 şi griji vor dispărea;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amarul ce ne-a 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cânta, vom cânta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ntruna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5344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Hristos, întâiul a păşit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valu-nvolburat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veac, poporu-I prigonit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Exemplul I-a urmat.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 de-a pururi vom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 şi griji vor dispărea;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ne-a 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cânta, vom cânta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ntruna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 de Calvar şi de Sinai,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stâlp de nor şi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Te-ndeamnă-acum: de ce mai stai?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tine-i loc!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 de-a pururi vom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 şi griji vor dispărea;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amarul ce ne-a 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cânta, vom cânta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ntruna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Glas de Calvar şi de Sinai,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stâlp de nor şi foc,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Te-ndeamnă-acum: de ce mai stai?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tine-i loc!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 de-a pururi vom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 şi griji vor dispărea;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amarul ce ne-a 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cânta, vom cânta întruna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De-aceea, totul să jertfim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luptă, bucuros,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ajungem să privim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Mărirea lui Hristos.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Câtă pace de-a pururi vom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Suferinţi şi griji vor dispărea;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amarul ce ne-a 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cânta, vom cânta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ntruna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1065</TotalTime>
  <Words>306</Words>
  <Application>Microsoft PowerPoint</Application>
  <PresentationFormat>On-screen Show (4:3)</PresentationFormat>
  <Paragraphs>62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255</cp:revision>
  <dcterms:created xsi:type="dcterms:W3CDTF">2013-10-07T13:04:08Z</dcterms:created>
  <dcterms:modified xsi:type="dcterms:W3CDTF">2013-12-09T10:11:19Z</dcterms:modified>
  <cp:contentStatus>test</cp:contentStatus>
</cp:coreProperties>
</file>