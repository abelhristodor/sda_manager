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Dacă neguri vin ades’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241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412790"/>
            <a:ext cx="7467600" cy="4185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Dacă neguri vin ades’,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Mă încred în harul Său.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Tot ce pare ne-nţeles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 ştiut de Dumnezeu.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pt-BR" altLang="ro-RO" sz="3800" dirty="0" smtClean="0">
                <a:solidFill>
                  <a:schemeClr val="bg1"/>
                </a:solidFill>
                <a:latin typeface="Georgia" pitchFamily="18" charset="0"/>
              </a:rPr>
              <a:t>Fie noaptea cât de grea,</a:t>
            </a:r>
          </a:p>
          <a:p>
            <a:r>
              <a:rPr lang="pt-BR" altLang="ro-RO" sz="3800" dirty="0" smtClean="0">
                <a:solidFill>
                  <a:schemeClr val="bg1"/>
                </a:solidFill>
                <a:latin typeface="Georgia" pitchFamily="18" charset="0"/>
              </a:rPr>
              <a:t>Domnul e lumina mea.</a:t>
            </a:r>
            <a:endParaRPr lang="vi-VN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241/920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412790"/>
            <a:ext cx="7467600" cy="4185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Dacă-n noapte drumu-i greu,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Am ’nainte paşii Săi;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salveze de cel rău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Domnul are mii de căi.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pt-BR" altLang="ro-RO" sz="3800" dirty="0" smtClean="0">
                <a:solidFill>
                  <a:schemeClr val="bg1"/>
                </a:solidFill>
                <a:latin typeface="Georgia" pitchFamily="18" charset="0"/>
              </a:rPr>
              <a:t>Fie noaptea cât de grea,</a:t>
            </a:r>
          </a:p>
          <a:p>
            <a:r>
              <a:rPr lang="pt-BR" altLang="ro-RO" sz="3800" dirty="0" smtClean="0">
                <a:solidFill>
                  <a:schemeClr val="bg1"/>
                </a:solidFill>
                <a:latin typeface="Georgia" pitchFamily="18" charset="0"/>
              </a:rPr>
              <a:t>Domnul e lumina mea.</a:t>
            </a:r>
            <a:endParaRPr lang="vi-VN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241/920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412790"/>
            <a:ext cx="7467600" cy="4185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Dacă trec prin încercări,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Ştiu că sunt în mâna Sa: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Multe binecuvântări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Domnul dă şi Domnul ia…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pt-BR" altLang="ro-RO" sz="3800" dirty="0" smtClean="0">
                <a:solidFill>
                  <a:schemeClr val="bg1"/>
                </a:solidFill>
                <a:latin typeface="Georgia" pitchFamily="18" charset="0"/>
              </a:rPr>
              <a:t>Fie noaptea cât de grea,</a:t>
            </a:r>
          </a:p>
          <a:p>
            <a:r>
              <a:rPr lang="pt-BR" altLang="ro-RO" sz="3800" dirty="0" smtClean="0">
                <a:solidFill>
                  <a:schemeClr val="bg1"/>
                </a:solidFill>
                <a:latin typeface="Georgia" pitchFamily="18" charset="0"/>
              </a:rPr>
              <a:t>Domnul e lumina mea.</a:t>
            </a:r>
            <a:endParaRPr lang="vi-VN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241/920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1287</TotalTime>
  <Words>126</Words>
  <Application>Microsoft PowerPoint</Application>
  <PresentationFormat>On-screen Show (4:3)</PresentationFormat>
  <Paragraphs>30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303</cp:revision>
  <dcterms:created xsi:type="dcterms:W3CDTF">2013-10-07T13:04:08Z</dcterms:created>
  <dcterms:modified xsi:type="dcterms:W3CDTF">2013-12-09T11:37:42Z</dcterms:modified>
  <cp:contentStatus>test</cp:contentStatus>
</cp:coreProperties>
</file>