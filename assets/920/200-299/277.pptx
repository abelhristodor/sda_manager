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Furtuna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de-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ar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lovi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04800"/>
            <a:ext cx="8991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Furtuna de-ar lovi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gloata de-ar mugi,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ştim că nu-i 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noastră-nvăţătura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Domnului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Adevăr Preasfânt!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vom sta,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ne-a-nvăţat Scriptura!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E-n inimă şi-n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Pecetea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va schimba învăţătura!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nu dorim s-avem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frunte-al fiarei semn!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vom sta,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ne-a-nvăţat Scriptura!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jertfă nu fugim,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viclean îl ştim,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vom urma cu drag învăţătura!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viaţa ne-am depus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mâna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vom sta,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ne-a-nvăţat Scriptura!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1443</TotalTime>
  <Words>124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347</cp:revision>
  <dcterms:created xsi:type="dcterms:W3CDTF">2013-10-07T13:04:08Z</dcterms:created>
  <dcterms:modified xsi:type="dcterms:W3CDTF">2013-12-10T06:33:08Z</dcterms:modified>
  <cp:contentStatus>test</cp:contentStatus>
</cp:coreProperties>
</file>