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Voinţa şi îndeplinirea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Voinţa şi îndeplinirea,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Dă-mi-le, Tu, Părinte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dirijează-mi Tu pornirea,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Duhul Tău şi-al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toate să ajung să-Ţi plac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numai voia Ta s-o fac!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Voinţa-mi stă mereu în cale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fac ce mi-ai poruncit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pofta cărnii-nşelătoare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duce-ades’ pe-un drum greşit…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meritat de-atâtea 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Blestem, nu binecuvântări.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ştiu că mă conduci mai 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eu însumi aş putea,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mă încred în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stăpâneşti fiinţa mea;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vreau să-Ţi urmez mereu,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Ajută-mi Tu, Isuse-al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1347</TotalTime>
  <Words>125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325</cp:revision>
  <dcterms:created xsi:type="dcterms:W3CDTF">2013-10-07T13:04:08Z</dcterms:created>
  <dcterms:modified xsi:type="dcterms:W3CDTF">2013-12-09T12:04:12Z</dcterms:modified>
  <cp:contentStatus>test</cp:contentStatus>
</cp:coreProperties>
</file>