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Zi de zi şi-n fiecare clipă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230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8977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Zi de zi şi-n fiecare clipă,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Noi puteri găsesc în Dumnezeu.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 mă tem, căci stau pe-a Lui aripă,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Mă încred mai mult în harul Său!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Tot ce-i bun şi-atâtea biruinţe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Pentru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mine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El a pregătit;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Chiar de trec, ades’, prin suferinţe,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 mă tem, căci El a biruit!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8977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Zilnic, Domnul este lângă mine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 minuni de har la orice pas;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Bucuros, cărarea să-mi lumine,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Ca s-ajung al cerului popas.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 aşa iubire îmi vorbeşte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Şi-mi promite viaţă ne-ncetat,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Iar puterea mea mereu va creşte,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De-I ascult Cuvântul minunat!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1"/>
            <a:ext cx="8915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Eu mă-ncred de-acum în Tine, Doamne,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 m-ajuţi în orişice necaz!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Nu-i fricos cel rău şi nici nu doarme,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Dă-mi putere să-l înving şi azi!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Câte clipe se adună-n zile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câţi ani ’nainte mi-ai deschis,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Să-mi ajuţi să merg mereu cu Tine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Până-n cerul ce mi l-ai promis!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1240</TotalTime>
  <Words>192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292</cp:revision>
  <dcterms:created xsi:type="dcterms:W3CDTF">2013-10-07T13:04:08Z</dcterms:created>
  <dcterms:modified xsi:type="dcterms:W3CDTF">2013-12-09T11:20:40Z</dcterms:modified>
  <cp:contentStatus>test</cp:contentStatus>
</cp:coreProperties>
</file>