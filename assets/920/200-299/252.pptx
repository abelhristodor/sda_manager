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mână du-mă, Tată!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252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13534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mână du-mă, Tată,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După-al Tău plac,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astă viaţă toată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veac de veac!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singur nu pot face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chiar doi paşi;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Condu-mă cum îţi place,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mă laşi!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13534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haru-Ţi ocroteşte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fă de-o linişteşte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vreme grea!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ia-mă lângă Tine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cad zdrobit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Şi-arată-mi ce e bine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sunt orbit!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13534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când nu văd cărarea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und’ m-aştepţi,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Mi-ajunge-ncredinţarea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Tu mă-ndrepţi!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mână du-mă, Tată,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După-al Tău plac,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astă viaţă toată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veac de veac!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1314</TotalTime>
  <Words>129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315</cp:revision>
  <dcterms:created xsi:type="dcterms:W3CDTF">2013-10-07T13:04:08Z</dcterms:created>
  <dcterms:modified xsi:type="dcterms:W3CDTF">2013-12-09T11:50:28Z</dcterms:modified>
  <cp:contentStatus>test</cp:contentStatus>
</cp:coreProperties>
</file>