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Haine albe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1301"/>
            <a:ext cx="7467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Haine albe, haine albe,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vrea? Cine ia?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Ieftine, dar scumpe;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eftine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dar scumpe,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Nemurire!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1073</TotalTime>
  <Words>31</Words>
  <Application>Microsoft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257</cp:revision>
  <dcterms:created xsi:type="dcterms:W3CDTF">2013-10-07T13:04:08Z</dcterms:created>
  <dcterms:modified xsi:type="dcterms:W3CDTF">2013-12-09T10:13:38Z</dcterms:modified>
  <cp:contentStatus>test</cp:contentStatus>
</cp:coreProperties>
</file>