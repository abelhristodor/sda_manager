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Trăieşte-acelaşi Dumnezeu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216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Trăieşte-acelaşi Dumnezeu,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Iubire ce veghează!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Povara zilelor, mereu,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Doar Lui o-ncredinţează!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Trăieşte-acelaşi Dumnezeu,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Tărie veşnic tare!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Vrăjmaşul, când te-apasă greu,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Isus îţi e salvare!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Trăieşte-acelaşi Dumnezeu,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Eternă îndurare!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griji şi suferinţi, e-al tău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Frumos şi veşnic soare!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00200" y="394186"/>
            <a:ext cx="75438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Trăieşte-acelaşi Dumnezeu,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Lumină infinită!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Prin jertfa şi prin harul Său,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Ai viaţă nesfârşită!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216/920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1183</TotalTime>
  <Words>98</Words>
  <Application>Microsoft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274</cp:revision>
  <dcterms:created xsi:type="dcterms:W3CDTF">2013-10-07T13:04:08Z</dcterms:created>
  <dcterms:modified xsi:type="dcterms:W3CDTF">2013-12-09T10:29:16Z</dcterms:modified>
  <cp:contentStatus>test</cp:contentStatus>
</cp:coreProperties>
</file>