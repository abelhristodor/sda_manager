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Dacă vrăbii pot să cadă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236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8977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 vrăbii pot să cadă,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stele se pot stinge,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Lângă Domnul, niciodată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Frica morţii nu ne-atinge…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8977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Dacă, totuşi, câte-o mamă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Copilaşul îşi mai uită,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ne ţine-n palmă,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hrăneşte şi ne-ajută…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8977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e gata, în furtună,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Vasul nostru să se sfarme,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Domnu-aduce vreme bună,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Niciodată El nu doarme…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8977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Cine-n lumea asta, oare,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 putea să ne despartă?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Lui e-aşa de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e-al nostru Tată!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8977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cu El, în orice clipă: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 vede şi ne ştie!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vom sta pe-a Lui aripă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Şi-om zbura spre veşnicie!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1261</TotalTime>
  <Words>152</Words>
  <Application>Microsoft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297</cp:revision>
  <dcterms:created xsi:type="dcterms:W3CDTF">2013-10-07T13:04:08Z</dcterms:created>
  <dcterms:modified xsi:type="dcterms:W3CDTF">2013-12-09T11:28:15Z</dcterms:modified>
  <cp:contentStatus>test</cp:contentStatus>
</cp:coreProperties>
</file>