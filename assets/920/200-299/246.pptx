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Pe Stânca cea tare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246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304800"/>
            <a:ext cx="8915400" cy="4078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Pe Stânca cea tare şi ’naltă,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să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stea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Al meu suflet gol şi rănit ar zbura;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Aşa păcătos şi nevrednic cum sunt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O, Stâncă eternă, în Tine m-ascund!</a:t>
            </a: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O, Stânca mea, o, Stânca mea,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În Tine, Isuse, mi-ascund inima!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246/920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" y="457200"/>
            <a:ext cx="8991600" cy="4078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În ceasul tristeţii, când singur vorbesc,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În clipa ispitei, sub duhul lumesc,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Când valul vrea iar să mă tragă la fund,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O, Stâncă eternă, în Tine m-ascund!</a:t>
            </a: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O, Stânca mea, o, Stânca mea,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În Tine, Isuse, mi-ascund inima!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246/920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457200"/>
            <a:ext cx="9144000" cy="4078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7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Adesea în luptă, vânat de cel rău,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Scăpare-am găsit doar în meritul Tău;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Furtuni de-ncercări când la mine-au ajuns,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În Tine, Isus, liniştit m-am ascuns!</a:t>
            </a:r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O, Stânca mea, o, Stânca mea,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În Tine, Isuse, mi-ascund inima!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246/920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1304</TotalTime>
  <Words>185</Words>
  <Application>Microsoft PowerPoint</Application>
  <PresentationFormat>On-screen Show (4:3)</PresentationFormat>
  <Paragraphs>30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310</cp:revision>
  <dcterms:created xsi:type="dcterms:W3CDTF">2013-10-07T13:04:08Z</dcterms:created>
  <dcterms:modified xsi:type="dcterms:W3CDTF">2013-12-09T11:44:09Z</dcterms:modified>
  <cp:contentStatus>test</cp:contentStatus>
</cp:coreProperties>
</file>