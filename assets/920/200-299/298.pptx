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Oricum va fi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Oricum va fi, orice-ar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Credinţa-n Domnul învinge!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în El ne va păstra,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Nădejdea nu se va stinge!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Lui, iubirea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vor păzi în vreme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 ne va atinge!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Sub steagul alb ne-am adunat,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steagul stropit de sânge!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praful vremii l-am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el credinţa ne strânge!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Porunca Lui ne-a luminat,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Mustrarea crucii ne-a-ndemnat,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luptă nu ne vom plânge!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Luptăm de mult, luptăm şi azi,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Luptăm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har, totdeauna!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vom avea niciun răgaz,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vom obţine cununa!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Încinge-te, fii veşnic treaz,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e Domnul cel viteaz,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va învinge furtuna!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1592</TotalTime>
  <Words>150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374</cp:revision>
  <dcterms:created xsi:type="dcterms:W3CDTF">2013-10-07T13:04:08Z</dcterms:created>
  <dcterms:modified xsi:type="dcterms:W3CDTF">2013-12-10T07:29:56Z</dcterms:modified>
  <cp:contentStatus>test</cp:contentStatus>
</cp:coreProperties>
</file>