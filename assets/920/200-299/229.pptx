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Crede, frate-n orice zi!</a:t>
            </a:r>
            <a:endParaRPr lang="fr-F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229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388977"/>
            <a:ext cx="7696200" cy="4939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Crede, frate-n orice zi,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Crede, nu te tângui!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Crede chiar când vremea-i rea,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Domnul e scăparea ta!</a:t>
            </a:r>
          </a:p>
          <a:p>
            <a:endParaRPr lang="en-US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Lui Isus mă-nchin cu drag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Pân’</a:t>
            </a:r>
            <a:r>
              <a:rPr lang="ro-RO" altLang="ro-RO" sz="3500" dirty="0" smtClean="0">
                <a:solidFill>
                  <a:schemeClr val="bg1"/>
                </a:solidFill>
                <a:latin typeface="Georgia" pitchFamily="18" charset="0"/>
              </a:rPr>
              <a:t> v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oi 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trece-al gropii prag!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Până când va reveni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Ne-ntrerupt Îl voi iubi!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229/920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388977"/>
            <a:ext cx="7696200" cy="5001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Raza Spiritului Său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A pătruns în pieptul meu,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De păcat m-a curăţit,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Şi om nou am devenit.</a:t>
            </a:r>
          </a:p>
          <a:p>
            <a:endParaRPr lang="en-US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Lui Isus mă-nchin cu drag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Pân’ voi trece-al gropii prag!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Până când va reveni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Ne-ntrerupt Îl voi iubi!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229/920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388977"/>
            <a:ext cx="7696200" cy="4939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5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Vesel merg sub al Lui steag,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Nu mai sunt copil pribeag;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Cine mă va clătina?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Domnul e tăria mea!</a:t>
            </a:r>
            <a:endParaRPr lang="en-US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Lui Isus mă-nchin cu drag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Pân’ voi trece-al gropii prag!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Până când va reveni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Ne-ntrerupt Îl voi iubi!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229/920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1240</TotalTime>
  <Words>163</Words>
  <Application>Microsoft PowerPoint</Application>
  <PresentationFormat>On-screen Show (4:3)</PresentationFormat>
  <Paragraphs>36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291</cp:revision>
  <dcterms:created xsi:type="dcterms:W3CDTF">2013-10-07T13:04:08Z</dcterms:created>
  <dcterms:modified xsi:type="dcterms:W3CDTF">2013-12-09T11:19:22Z</dcterms:modified>
  <cp:contentStatus>test</cp:contentStatus>
</cp:coreProperties>
</file>