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Stau pe Adevăr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221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388977"/>
            <a:ext cx="838200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Stau pe Adevărul care-a fost rostit,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Cred Cuvântul Celui care m-a iubit;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Neclintit, în Stânca Vieţii stau ascuns,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Stau pe Adevărul lui Isus</a:t>
            </a: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Stau pe Stâncă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aştept cu dor făgăduinţa scumpă,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Stau pe Stâncă,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Eu stau pe Adevărul lui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388977"/>
            <a:ext cx="838200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Stânca mea e Domnul, Cel de neclintit,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Orişicâte valuri, crâncen, au lovit;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Stau pe Adevăr, de El mă las condus,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Stau pe Adevărul lui Isus!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Stau pe Stâncă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aştept cu dor făgăduinţa scumpă,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Stau pe Stâncă,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Eu stau pe Adevărul lui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388977"/>
            <a:ext cx="8382000" cy="4939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Nu plec nicăieri din mâna Domnului,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Stau legat cu funia iubirii Lui!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Toată slava şi nădejdea-n El mi-am pus,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Stau pe Adevărul lui Isus!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Stau pe Stâncă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aştept cu dor făgăduinţa scumpă,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Stau pe Stâncă,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Eu stau pe Adevărul lui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1240</TotalTime>
  <Words>181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283</cp:revision>
  <dcterms:created xsi:type="dcterms:W3CDTF">2013-10-07T13:04:08Z</dcterms:created>
  <dcterms:modified xsi:type="dcterms:W3CDTF">2013-12-09T10:55:13Z</dcterms:modified>
  <cp:contentStatus>test</cp:contentStatus>
</cp:coreProperties>
</file>