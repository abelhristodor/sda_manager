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culmi de munte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13534"/>
            <a:ext cx="87630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Spre culmi de munte îmi înalţ privirea,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unde vine ajutorul meu,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la Acel ce ţine-n mâini zidirea,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la slăvitul nostru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13534"/>
            <a:ext cx="87630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Da, El veghează să nu-ţi clatini pasul,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te păzeşte, credincios, la fel,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Chiar şi atunci când îţi aşterni popasul;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El, ce-a condus poporul Israel!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13534"/>
            <a:ext cx="87630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te iubeşte ca pe o comoară;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Ţi-e adăpost în soare arzător,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un izvor de umbră ce coboară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dreapta ta, aşa odihnitor!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13534"/>
            <a:ext cx="87630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Când Domnul fi-va pururi lângă tine,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De-orice păcat salvat în veşnicii,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sufletul purtat de mâini divine,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De-acum şi până în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etern</a:t>
            </a:r>
            <a:r>
              <a:rPr lang="ro-RO" altLang="ro-RO" sz="37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7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vei fi!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1305</TotalTime>
  <Words>149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311</cp:revision>
  <dcterms:created xsi:type="dcterms:W3CDTF">2013-10-07T13:04:08Z</dcterms:created>
  <dcterms:modified xsi:type="dcterms:W3CDTF">2013-12-09T11:45:19Z</dcterms:modified>
  <cp:contentStatus>test</cp:contentStatus>
</cp:coreProperties>
</file>