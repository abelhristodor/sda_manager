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condu-mă Tu, Isuse!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217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94186"/>
            <a:ext cx="7543800" cy="386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O, condu-mă Tu, Isuse,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Prin pustiul ce-l străbat!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Eu sunt slab, dar Tu eşti tare,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Cu-al Tău braţ voi fi salvat!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Sfântă mană, sfântă mană,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(:Apă vie Tu să-mi fii,:)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Tu să-mi fii, apă vie Tu să-mi fii!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1000"/>
            <a:ext cx="7543800" cy="386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Vino-n nor şi mă umbreşte,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pustiul arzător,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Sau în stâlp de foc, grăbeşte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Ca să-mi fii luminător!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Fi-mi scăpare, fi-mi scăpare,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(:Bunul meu Mântuitor,:)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Bunul meu, bunul meu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Mântuitor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Peste ţărmurile morţii,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Prin puterea-Ţi să mă treci,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Spre locaşurile vieţii,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Scos din umbra gropii reci!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Osanale, Osanale,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(:Vreau să-Ţi cânt acolo-n veci,:)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Vreau să-Ţi cânt, vreau să-Ţi cânt </a:t>
            </a:r>
            <a:endParaRPr lang="ro-RO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acolo-n</a:t>
            </a: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veci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1182</TotalTime>
  <Words>160</Words>
  <Application>Microsoft PowerPoint</Application>
  <PresentationFormat>On-screen Show (4:3)</PresentationFormat>
  <Paragraphs>31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276</cp:revision>
  <dcterms:created xsi:type="dcterms:W3CDTF">2013-10-07T13:04:08Z</dcterms:created>
  <dcterms:modified xsi:type="dcterms:W3CDTF">2013-12-09T10:31:20Z</dcterms:modified>
  <cp:contentStatus>test</cp:contentStatus>
</cp:coreProperties>
</file>