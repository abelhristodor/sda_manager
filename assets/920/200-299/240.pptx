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Când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pacea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îţi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lipseşte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2790"/>
            <a:ext cx="7467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Când pacea îţi lipseşte,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Priveşte către cer!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te mântuieşte,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(:Isus îţi dă puteri!:)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2790"/>
            <a:ext cx="7467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Când inima nu-ţi tace,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Priveşte către cer!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Domnului Îi place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(:Să vindece dureri!:)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2790"/>
            <a:ext cx="7467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Când simţi că viaţa-i goală,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Priveşte către cer!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nu te înşală,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(:Când inima I-oferi!:)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2790"/>
            <a:ext cx="7467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Când cauţi alinare,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Priveşte către cer!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 dragoste mai mare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(:Nu afli nicăieri!:)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1285</TotalTime>
  <Words>105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302</cp:revision>
  <dcterms:created xsi:type="dcterms:W3CDTF">2013-10-07T13:04:08Z</dcterms:created>
  <dcterms:modified xsi:type="dcterms:W3CDTF">2013-12-09T11:37:04Z</dcterms:modified>
  <cp:contentStatus>test</cp:contentStatus>
</cp:coreProperties>
</file>