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handoutMasterIdLst>
    <p:handoutMasterId r:id="rId10"/>
  </p:handoutMasterIdLst>
  <p:sldIdLst>
    <p:sldId id="257" r:id="rId2"/>
    <p:sldId id="269" r:id="rId3"/>
    <p:sldId id="270" r:id="rId4"/>
    <p:sldId id="271" r:id="rId5"/>
    <p:sldId id="272" r:id="rId6"/>
    <p:sldId id="273" r:id="rId7"/>
    <p:sldId id="274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Aparţin lui Isus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255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381000"/>
            <a:ext cx="91440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Aparţin lui Isus,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unt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copil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de-</a:t>
            </a:r>
            <a:r>
              <a:rPr lang="ro-RO" altLang="ro-RO" sz="4000" smtClean="0">
                <a:solidFill>
                  <a:schemeClr val="bg1"/>
                </a:solidFill>
                <a:latin typeface="Georgia" pitchFamily="18" charset="0"/>
              </a:rPr>
              <a:t>m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părat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Sunt un semn pentru dragostea Lui,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Harul Său revărsat, fericire mi-a dat,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Mulţumesc zi de zi Domnului.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255/920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381000"/>
            <a:ext cx="91440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Nu mă tem de nimic,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T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atăl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meu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e-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m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părat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Niciodată, de mine El n-a uitat,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sunt singur şi trist,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ând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Îl strig în impas,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îmi spune din nou: „Nu te las!”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255/920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381000"/>
            <a:ext cx="91440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Sunt al Regelui meu,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M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iubeşte, eu ştiu,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Nesfârşită e dragostea Sa,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Mi-a promis că-ntr-o zi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L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ângă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mine va fi,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Faţa Lui ne-ncetat voi vedea.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255/920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381000"/>
            <a:ext cx="91440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Nu mă tem de nimic,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T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atăl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meu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e-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m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părat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Niciodată, de mine El n-a uitat,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sunt singur şi trist,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ând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Îl strig în impas,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îmi spune din nou: „Nu te las!”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255/920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381000"/>
            <a:ext cx="91440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Eu aştept marea zi,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ând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 aşa cum mi-a spus,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Domnul, Regele meu, va veni,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căminul de sus, eu voi fi cu Isus,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Printre îngeri şi prinţi voi domni.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255/920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381000"/>
            <a:ext cx="91440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Nu mă tem de nimic,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Tatăl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meu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e-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m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părat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Niciodată, de mine El n-a uitat,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sunt singur şi trist,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ând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Îl strig în impas,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îmi spune din nou: „Nu te las!”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255/920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1331</TotalTime>
  <Words>280</Words>
  <Application>Microsoft PowerPoint</Application>
  <PresentationFormat>On-screen Show (4:3)</PresentationFormat>
  <Paragraphs>49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Imnuri noi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319</cp:revision>
  <dcterms:created xsi:type="dcterms:W3CDTF">2013-10-07T13:04:08Z</dcterms:created>
  <dcterms:modified xsi:type="dcterms:W3CDTF">2013-12-09T11:58:17Z</dcterms:modified>
  <cp:contentStatus>test</cp:contentStatus>
</cp:coreProperties>
</file>