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Auzi, Doamne,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urletul mării?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Auzi, Doamne, urletul mării?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cerul întunecat?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 ne-ai lăsat disperării,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Luptând cu-un duşman turbat?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moartea pe noi se răzbună,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ştim cum s-o oprim!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Oare cum poţi dormi pe furtună?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nu-Ţi pasă că pierim?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152400"/>
            <a:ext cx="9220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urletul mării, la vorba Ta,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smerit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…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Tu porunceşti, fie orice-ar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Mânia furtunii nu poate lovi,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stăpâneşti chiar şi val, şi 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fiare, şi demoni printr-un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mă-ncred cât voi trăi,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meu, preaiubit!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Tine, Isuse, Stânca mea,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liniştit.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Stăpâne, nu vezi cum loveşte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Păcatul amar şi greu?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inima-mi cum se căieşte,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Auzi, oare, plânsul meu?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Trezeşte-Te, Doamne, şi-alungă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Spaima ce m-a cuprins!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Glasul Tău iadu-ntreg să străpungă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Vrăjmaşul să-l văd învins!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urletul mării, la vorba Ta,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smerit…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Tu porunceşti, fie orice-ar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Mânia furtunii nu poate lovi,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stăpâneşti chiar şi val, şi 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fiare, şi demoni printr-un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mă-ncred cât voi trăi,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meu, preaiubit!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Tine, Isuse, Stânca mea,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liniştit.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9395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Isuse, e linişte iară,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norii s-au risipit…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pacea în suflet coboară,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 sunt fericit!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rog să rămâi lângă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N-am alt Mântuitor!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trec marea vieţii cu bine,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valuri, prin vânt sau nor.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1452</TotalTime>
  <Words>258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348</cp:revision>
  <dcterms:created xsi:type="dcterms:W3CDTF">2013-10-07T13:04:08Z</dcterms:created>
  <dcterms:modified xsi:type="dcterms:W3CDTF">2013-12-10T06:42:29Z</dcterms:modified>
  <cp:contentStatus>test</cp:contentStatus>
</cp:coreProperties>
</file>