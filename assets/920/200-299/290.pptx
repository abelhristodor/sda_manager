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4" r:id="rId7"/>
    <p:sldId id="27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Dacă crezi în Dumnezeu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crezi în Dumnezeu,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Oare n-auzi glasul Său?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sfânt te-ndeamnă deci,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urmează-I Lui pe veci!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mereu, tot mereu,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prin Cuvântul Tău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u-mă pe căi sfinte!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aproape de Hristos?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glasu-I blând, duios?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Său te-a sprijinit,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prin El desăvârşit!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mereu, tot mereu,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prin Cuvântul Tău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u-mă pe căi sfinte!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Simţi în tine Duhul Sfânt?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atrage-al Său Cuvânt?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 îţi dă puteri,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priveşti mereu spre cer!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’nainte!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mereu, tot mereu,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mereu ’nainte!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prin Cuvântul Tău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u-mă pe căi sfinte!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1515</TotalTime>
  <Words>77</Words>
  <Application>Microsoft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363</cp:revision>
  <dcterms:created xsi:type="dcterms:W3CDTF">2013-10-07T13:04:08Z</dcterms:created>
  <dcterms:modified xsi:type="dcterms:W3CDTF">2013-12-10T07:07:24Z</dcterms:modified>
  <cp:contentStatus>test</cp:contentStatus>
</cp:coreProperties>
</file>