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69" r:id="rId3"/>
    <p:sldId id="270" r:id="rId4"/>
    <p:sldId id="271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32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12/10/2013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12/10/2013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Când te-atrage o ispită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294</a:t>
            </a:r>
            <a:endParaRPr lang="ro-RO" sz="6000" dirty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524000" y="0"/>
            <a:ext cx="76200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Când te-atrage o ispită,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Stai departe de păcat: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Ai izbânda pregătită,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Dacă vrei cu-adevărat!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Dacă vrei să-nvingi păcatul,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Poţi să nu i te supui!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Numai tu eşti vinovatul,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Dacă stai în calea lui!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294/920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524000" y="0"/>
            <a:ext cx="76200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Când te cheamă pofta lumii,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N-asculta de glasul ei!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 cărările minciunii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Depărtează ochii tăi!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Făr’ a Domnului tărie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Nu rezistă niciun om!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Dacă pildă vrei să-ţi fie,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Aminteşte-ţi de Samson!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294/920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524000" y="0"/>
            <a:ext cx="76200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Să te rogi fără-ncetare,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Căci vrăjmaşu-i mânios,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Te pândeşte pe cărare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Ca un şarpe veninos!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Simţi ispita câteodată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Cum te-atrage în păcat?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Depărtează-te îndată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 terenul fermecat!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294/920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1564</TotalTime>
  <Words>136</Words>
  <Application>Microsoft PowerPoint</Application>
  <PresentationFormat>On-screen Show (4:3)</PresentationFormat>
  <Paragraphs>33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368</cp:revision>
  <dcterms:created xsi:type="dcterms:W3CDTF">2013-10-07T13:04:08Z</dcterms:created>
  <dcterms:modified xsi:type="dcterms:W3CDTF">2013-12-10T07:24:54Z</dcterms:modified>
  <cp:contentStatus>test</cp:contentStatus>
</cp:coreProperties>
</file>