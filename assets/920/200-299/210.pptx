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Eu sunt înscris </a:t>
            </a:r>
            <a:endParaRPr lang="en-US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Cartea vieţii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210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94186"/>
            <a:ext cx="80010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Eu sunt înscris în Cartea vieţii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Tată am pe Dumnezeu,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Doar mulţumită bunătăţii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dragostei în Fiul Său.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Mă odihnesc pe braţu-I tare,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Sub ochiul blând al lui Hristos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preamăresc a Sa-ndurare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Prin ce-a ajuns un păcătos.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94186"/>
            <a:ext cx="8001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Când Dumnezeu e pentru mine,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Cine-ar putea fi contra mea?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Sunt păcătos, o ştiu prea bine,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Dar cred în îndurarea Sa!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Cu cât îmi văd eu slăbiciunea,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Cu-atât mai mult îmi dă puteri,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Mi-ascultă-ndată rugăciunea,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Mi-alină orişice dureri.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94186"/>
            <a:ext cx="80010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Nimic nu poate fi în stare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Să mă despartă de Hristos: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Necazuri, griji sau strâmtorare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Sau gândul lumii, păcătos!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Iubirea Lui îmi dă putere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La bine să mă las condus,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Să-mi fac lucrarea cu plăcere,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Tot mână-n mână cu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1115</TotalTime>
  <Words>164</Words>
  <Application>Microsoft PowerPoint</Application>
  <PresentationFormat>On-screen Show (4:3)</PresentationFormat>
  <Paragraphs>34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263</cp:revision>
  <dcterms:created xsi:type="dcterms:W3CDTF">2013-10-07T13:04:08Z</dcterms:created>
  <dcterms:modified xsi:type="dcterms:W3CDTF">2013-12-09T10:20:09Z</dcterms:modified>
  <cp:contentStatus>test</cp:contentStatus>
</cp:coreProperties>
</file>