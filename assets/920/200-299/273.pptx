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Mergem înainte!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99395"/>
            <a:ext cx="8763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Mergem înainte, Domnul e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Niciodată-n luptă nu vom da ’napoi!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Răul sus pe cruce El l-a biruit,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spre victorii El ne-a pregătit.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se zăreşte al măririi prag,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Mergem înainte sub acelaşi steag!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99395"/>
            <a:ext cx="8763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Mergem înainte spre acelaşi ţel,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suntem oştirea, Rege este El!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unire sfântă trecem zi de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Una în durere, una-n bucurii…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se zăreşte al măririi prag,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Mergem înainte sub acelaşi steag!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Mergem înainte, lupta cât de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sprijineşte, nu putem cădea!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promis o ţară, şi-o vom locui,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promis 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moşteni!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se zăreşte al măririi prag,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Mergem înainte sub acelaşi steag!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1412</TotalTime>
  <Words>163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339</cp:revision>
  <dcterms:created xsi:type="dcterms:W3CDTF">2013-10-07T13:04:08Z</dcterms:created>
  <dcterms:modified xsi:type="dcterms:W3CDTF">2013-12-10T06:24:28Z</dcterms:modified>
  <cp:contentStatus>test</cp:contentStatus>
</cp:coreProperties>
</file>