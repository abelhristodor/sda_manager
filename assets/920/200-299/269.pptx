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Iubit Isuse-al meu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399395"/>
            <a:ext cx="7239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Iubit Isuse-al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Miel al lui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Mărit Erou,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(:Tu mi-eşti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 Te implor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fii Tu protector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orice greu!:)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399395"/>
            <a:ext cx="7239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Satana mult ar vrea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trec de partea sa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te las…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(:Tu, mare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Alungă pe cel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fă să fiu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Tine-atras!:)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399395"/>
            <a:ext cx="7239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Tău vreau să rămân,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Tău, Isuse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veac de veac!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(:Fi-mi Tu coperământ,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Condu-mă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trai curat şi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După-al Tău plac!:)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399395"/>
            <a:ext cx="7239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Şi-odată liberat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orişice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Tine,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(:Eu ochii mi-i ridic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vesel pot să zic: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„De-azi moartea mi-e câştig,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pe Isus!”:)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1380</TotalTime>
  <Words>156</Words>
  <Application>Microsoft PowerPoint</Application>
  <PresentationFormat>On-screen Show (4:3)</PresentationFormat>
  <Paragraphs>39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334</cp:revision>
  <dcterms:created xsi:type="dcterms:W3CDTF">2013-10-07T13:04:08Z</dcterms:created>
  <dcterms:modified xsi:type="dcterms:W3CDTF">2013-12-09T12:17:05Z</dcterms:modified>
  <cp:contentStatus>test</cp:contentStatus>
</cp:coreProperties>
</file>