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Chiar aşa mic cum sunt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aşa mic cum sunt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bucur de nespus,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Tatăl mă iubeşte mult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Fiul Său, Isus.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din glasu-mi voi cânta,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ziua, noaptea, orişicând,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Bunătatea mare-a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grija mea purtând.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zori de cum mă scol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Continuu-am de luptat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Satan ce-urmăreşte-un dor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cad în vreun păcat.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din glasu-mi voi cânta,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ziua, noaptea, orişicând,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Bunătatea mare-a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grija mea purtând.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Sfântul Cuvânt lăsat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 a îmi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luptă-mi dă el ne’ncetat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Puteri şi bucurii.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din glasu-mi voi cânta,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ziua, noaptea, orişicând,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Bunătatea mare-a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grija mea purtând.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5227</TotalTime>
  <Words>161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1034</cp:revision>
  <dcterms:created xsi:type="dcterms:W3CDTF">2013-10-07T13:04:08Z</dcterms:created>
  <dcterms:modified xsi:type="dcterms:W3CDTF">2014-01-13T12:48:19Z</dcterms:modified>
  <cp:contentStatus>test</cp:contentStatus>
</cp:coreProperties>
</file>