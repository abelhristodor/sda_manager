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Domnul</a:t>
            </a:r>
            <a:r>
              <a:rPr lang="en-U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vine!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72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vine, Domnul vine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Rege glorios,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Să-Şi adune toţi aleşii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ceruri, frumos.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Străluci-vor ca aştrii,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iaspis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coroana-I de aur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Lucind ne-ncetat!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copiii, şi copiii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va-mbrăţişa,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ce-n sfântă devotare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se vor preda.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Străluci-vor ca aştrii,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iaspis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coroana-I de aur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Lucind ne-ncetat!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veniţi cu mic, cu mare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inima-I daţi!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dă viaţă, fericire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Celor însetaţi!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Străluci-vor ca aştrii,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iaspis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coroana-I de aur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Lucind ne-ncetat!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4997</TotalTime>
  <Words>132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961</cp:revision>
  <dcterms:created xsi:type="dcterms:W3CDTF">2013-10-07T13:04:08Z</dcterms:created>
  <dcterms:modified xsi:type="dcterms:W3CDTF">2014-01-13T09:12:55Z</dcterms:modified>
  <cp:contentStatus>test</cp:contentStatus>
</cp:coreProperties>
</file>