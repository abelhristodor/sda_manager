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 sfinte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152400"/>
            <a:ext cx="83058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Doamne sfinte Creator,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 vin să Te implor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să-mi dai credinţă vie,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După voia Ta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să fii pe veşnicie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Călăuza mea!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Sufletul mi-e dornic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Te cunosc mai mult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să Te slăvesc tot veşnic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mereu să Te ascult!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mărit, în veci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152400"/>
            <a:ext cx="83058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Doamne sfinte, Cel Ceresc,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 vin să Te măresc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marea Ta iubire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mi-ai arătat,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m-ai dus spre-ndreptăţire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fiu iertat…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Deci, în imnuri sfinte,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Te voi slăvi mereu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cu fapta, şi-n cuvinte,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Fiindcă Tu mi-eşti Dumnezeu!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mărit, în veci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5190</TotalTime>
  <Words>132</Words>
  <Application>Microsoft PowerPoint</Application>
  <PresentationFormat>On-screen Show (4:3)</PresentationFormat>
  <Paragraphs>28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1021</cp:revision>
  <dcterms:created xsi:type="dcterms:W3CDTF">2013-10-07T13:04:08Z</dcterms:created>
  <dcterms:modified xsi:type="dcterms:W3CDTF">2014-01-13T11:47:22Z</dcterms:modified>
  <cp:contentStatus>test</cp:contentStatus>
</cp:coreProperties>
</file>