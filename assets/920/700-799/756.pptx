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vezi pe cel flămând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56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vezi pe cel flămând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ă-n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poartă-ţi bate,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Nu-nchide nicicând uşa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Adu-l la masa ta, iubite frate,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caută a-l sătura!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Adu-l la masa ta, iubite frate,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Şi caută a-l sătura!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Iar dacă-l vezi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ăzut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disperare,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nu te-arăţi nepăsător;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să-l mângâi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multă-ndemânare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Precum al tău Mântuitor!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Adu-l la masa ta, iubite frate,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Şi caută a-l sătura!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Şi, dacă-l vezi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plină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răzvrătire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pune paie peste foc,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linişteşte-l cu dulce iubire,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face al Satanei joc!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Adu-l la masa ta, iubite frate,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Şi caută a-l sătura!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Iar de-l vezi gârbov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bătrân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Făr’ ajutor şi fără rost,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Deschide-i largă uşa casei tale,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Şi-asigură-i un adăpost!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Adu-l la masa ta, iubite frate,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Şi caută a-l sătura!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5134</TotalTime>
  <Words>160</Words>
  <Application>Microsoft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1002</cp:revision>
  <dcterms:created xsi:type="dcterms:W3CDTF">2013-10-07T13:04:08Z</dcterms:created>
  <dcterms:modified xsi:type="dcterms:W3CDTF">2014-01-13T11:10:07Z</dcterms:modified>
  <cp:contentStatus>test</cp:contentStatus>
</cp:coreProperties>
</file>