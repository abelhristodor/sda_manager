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Ştii tu, oare, câte stele?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706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Ştii tu, oare, câte stele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Strălucesc pe cer senin,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câţi, tot privind la ele,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 întreabă: „De-unde vin?”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toate-n astă lume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Le-a făcut şi sunt prea bune!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pururea slăvit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pe oameni i-a iubit.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Ştii tu câte flori în lume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Răspândesc parfumul lor,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Câte harnice albine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Strâng din mierea florilor?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toate-n astă lume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Le-a făcut şi sunt prea bune!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pururea slăvit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pe oameni i-a iubit.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Ştii tu câte păsări cântă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pe-ai lor pui îi hrănesc,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câţi copilaşi ascultă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măicuţa şi-o iubesc?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toate-n astă lume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Le-a făcut şi sunt prea bune!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pururea slăvit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pe oameni i-a iubit.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706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4939</TotalTime>
  <Words>163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944</cp:revision>
  <dcterms:created xsi:type="dcterms:W3CDTF">2013-10-07T13:04:08Z</dcterms:created>
  <dcterms:modified xsi:type="dcterms:W3CDTF">2014-01-06T12:11:29Z</dcterms:modified>
  <cp:contentStatus>test</cp:contentStatus>
</cp:coreProperties>
</file>