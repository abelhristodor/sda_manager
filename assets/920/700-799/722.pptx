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ceruri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am </a:t>
            </a:r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pornit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ceruri am pornit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meu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loc mi-a pregătit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pentru mulţi copii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Pregătite-s bucurii,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bine-i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ceruri am pornit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ai mei,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raiul fericit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porumbei…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paşte lupi şi miei,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joc şi eu cu 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bine-i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ceruri am pornit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pas uşor,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Aripi mi-am pregătit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să zbor.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Steluţe să culeg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din stea în stea s-alerg,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bine-i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4999</TotalTime>
  <Words>132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962</cp:revision>
  <dcterms:created xsi:type="dcterms:W3CDTF">2013-10-07T13:04:08Z</dcterms:created>
  <dcterms:modified xsi:type="dcterms:W3CDTF">2014-01-13T09:14:05Z</dcterms:modified>
  <cp:contentStatus>test</cp:contentStatus>
</cp:coreProperties>
</file>