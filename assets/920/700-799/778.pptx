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veşnic prieten 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2442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veşnic prieten am,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meu!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Rău fără El eram,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meu!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chiar mi-a mântuit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ufletu-mi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obidit.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sunt fericit,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2442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De-oi fi bătrân şi slab, Isus e-al meu!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M-ajută-n griji de-grab’, Isus e-al meu!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mine-i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ne-ncetat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aş fi de slab,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sunt tot mereu, Isus e-al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06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lumea de-ar pieri,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meu!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eu voi trăi, Isus e-al meu!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eu voi intra ’ntr-împărăţia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voi intona: „Isus e-al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”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5203</TotalTime>
  <Words>138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1026</cp:revision>
  <dcterms:created xsi:type="dcterms:W3CDTF">2013-10-07T13:04:08Z</dcterms:created>
  <dcterms:modified xsi:type="dcterms:W3CDTF">2014-01-13T12:02:20Z</dcterms:modified>
  <cp:contentStatus>test</cp:contentStatus>
</cp:coreProperties>
</file>