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Departe-i patria din 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Departe-i patria din cer?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Întreb simţindu-m-obosit…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Primesc răspunsul să mai sper,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iat-o-a mai sosit!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lasă plânsul, mergi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Speranţa nu ţi-o micşora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ce-mpăcat cu 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Ţi-asiguri partea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Întreb Cuvântul tot la fel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Şi-mi este zilnic de folos,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Şi-acelaşi gând îmi spune el: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Curând e-aici Hristos!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lasă plânsul, fii viteaz,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Sfârşitul ăstui crunt război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 mai aproape este azi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am crede noi.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Azi, soare, lună şi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Vestesc oricui, mereu,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se-mplineşte-un jurământ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Rostit de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lasă plânsul, suflet drag,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mult se-arată semne mii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ne găsim la scumpul prag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marii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Da, nu mai sunt departe, nu,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ţara fără plâns şi dor,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Pierdeam curajul, dar de-acu’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fi mai răbdător!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răi au mult, dar ce folos,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ştim grozavul lor final,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noi cânta-vom lui Hristos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marea de cristal.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5157</TotalTime>
  <Words>211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1007</cp:revision>
  <dcterms:created xsi:type="dcterms:W3CDTF">2013-10-07T13:04:08Z</dcterms:created>
  <dcterms:modified xsi:type="dcterms:W3CDTF">2014-01-13T11:18:02Z</dcterms:modified>
  <cp:contentStatus>test</cp:contentStatus>
</cp:coreProperties>
</file>