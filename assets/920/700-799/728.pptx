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Spre zările-albastre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72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3726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Spre zările-albastre mă simt atras,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Mi-e dor de păduri şi de lunci,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Aproape de cer să mai fac un pas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floarea-de-colţ de pe stânci.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Aşteaptă-mă, Doamne,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-un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 senin,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inima Ta mă grăbesc!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Mă-mbie al dragostei har divin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drum către culmi când pornesc.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0"/>
            <a:ext cx="88392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Lumini de azur mă deşteaptă-n zori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Să-mi strig bucuria spre munţi;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Alerg prin miresme de fân şi flori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Şi-mi place prin iarbă desculţ.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Aşteaptă-mă, Doamne,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-un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 senin,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inima Ta mă grăbesc!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Mă-mbie al dragostei har divin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drum către culmi când pornesc.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982200" cy="6863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Un cântec de drum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reau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cânt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nou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Păşind pe înguste poteci,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S-aud dinspre munte al său ecou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cer cum răsună în veci.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Aşteaptă-mă, Doamne,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-un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 senin,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inima Ta mă grăbesc!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Mă-mbie al dragostei har divin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drum către culmi când pornesc.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5038</TotalTime>
  <Words>149</Words>
  <Application>Microsoft PowerPoint</Application>
  <PresentationFormat>On-screen Show (4:3)</PresentationFormat>
  <Paragraphs>37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971</cp:revision>
  <dcterms:created xsi:type="dcterms:W3CDTF">2013-10-07T13:04:08Z</dcterms:created>
  <dcterms:modified xsi:type="dcterms:W3CDTF">2014-01-13T09:28:43Z</dcterms:modified>
  <cp:contentStatus>test</cp:contentStatus>
</cp:coreProperties>
</file>