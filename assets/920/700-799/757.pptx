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imn de slavă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imn de slavă vreau să-Ţi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el să Te măresc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tuturor pe-acest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vreau să Te vestesc.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eşti izvor de bucurii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binecuvântări,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Tu să fii şi-n veşnicii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noastre desfătări.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 ne trimiţi chiar şi-n nevoi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Eterne mângâieri,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ne supunem noi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Preasfintei Tale vreri.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5145</TotalTime>
  <Words>87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1003</cp:revision>
  <dcterms:created xsi:type="dcterms:W3CDTF">2013-10-07T13:04:08Z</dcterms:created>
  <dcterms:modified xsi:type="dcterms:W3CDTF">2014-01-13T11:10:51Z</dcterms:modified>
  <cp:contentStatus>test</cp:contentStatus>
</cp:coreProperties>
</file>