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Flori frumoase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829800" cy="5847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Flori frumoase-n calea mea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mi-apar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mereu,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Cât timp pe Isus Hristos mă sprijin eu… 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Şi astfel pornesc în viaţă cu avânt </a:t>
            </a:r>
          </a:p>
          <a:p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Şi păzesc al Său Cuvânt.</a:t>
            </a:r>
            <a:endParaRPr lang="en-US" altLang="ro-RO" sz="36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Făr’ Isus nu pot trăi,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e totul ce-aş dori;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Isus mă prind şi-L rog: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Rămâi, rămâi,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Tu să mă mângâi!”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-76200"/>
            <a:ext cx="91440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Şi de stau întruna numai cu Isus,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m-atrage către sferele de sus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mă simt atât de bine şi voios,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Cât timp am pe-Isus Hristos.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Făr’ Isus nu pot trăi,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e totul ce-aş dori;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Isus mă prind şi-L rog: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Rămâi, rămâi,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Tu să mă mângâi!”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-76200"/>
            <a:ext cx="91440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Dacă-n viaţă, griji, nevoi apar mereu,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mă sperii, căci nu lupt cu ele eu!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Lui Isus eu le predau şi voi avea,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Flori frumoase-n calea mea…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Făr’ Isus nu pot trăi,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e totul ce-aş dori;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Isus mă prind şi-L rog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: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Rămâi, rămâi,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Tu să mă mângâi!”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5262</TotalTime>
  <Words>215</Words>
  <Application>Microsoft PowerPoint</Application>
  <PresentationFormat>On-screen Show (4:3)</PresentationFormat>
  <Paragraphs>38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1041</cp:revision>
  <dcterms:created xsi:type="dcterms:W3CDTF">2013-10-07T13:04:08Z</dcterms:created>
  <dcterms:modified xsi:type="dcterms:W3CDTF">2014-01-13T12:59:51Z</dcterms:modified>
  <cp:contentStatus>test</cp:contentStatus>
</cp:coreProperties>
</file>