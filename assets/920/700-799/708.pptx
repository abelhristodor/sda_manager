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Cerul şi pământul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Cerul şi pământul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unite-n cânt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’Nalţă preamărire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Fiului cel sfânt.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Imnuri, osanale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Mielului iubit,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Fratelui mai mare,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Domnului slăvit.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cruce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Viaţa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ne-a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adus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Slavă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mărire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Slavă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4946</TotalTime>
  <Words>67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946</cp:revision>
  <dcterms:created xsi:type="dcterms:W3CDTF">2013-10-07T13:04:08Z</dcterms:created>
  <dcterms:modified xsi:type="dcterms:W3CDTF">2014-01-06T12:16:17Z</dcterms:modified>
  <cp:contentStatus>test</cp:contentStatus>
</cp:coreProperties>
</file>