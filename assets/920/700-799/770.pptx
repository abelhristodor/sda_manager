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Mama mea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Cunosc pe lume-un colţ de rai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frumuseţi de negrăit,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Şi-un chip ce poartă blând, smerit,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(:Candoarea florilor de mai.:)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Două oglinzi adânci de-ape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Reflectă cerul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chipul ei cel drag şi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(:În sufletu-mi abia încape.:)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Livada, ce atâta dor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Ascunde-n rod, e plină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cântec şi lumină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(:Venind din cel mai clar izvor.:)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Acesta-i locul unde 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Veghează-n rugă şi trudeşte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cei mici ca brazi vor creşte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(:Această sfântă-i mama mea.:)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5182</TotalTime>
  <Words>123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1017</cp:revision>
  <dcterms:created xsi:type="dcterms:W3CDTF">2013-10-07T13:04:08Z</dcterms:created>
  <dcterms:modified xsi:type="dcterms:W3CDTF">2014-01-13T11:39:30Z</dcterms:modified>
  <cp:contentStatus>test</cp:contentStatus>
</cp:coreProperties>
</file>