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Aleluia, zi cerească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zi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frumoasă, sfânt Sabat!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grija pământească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noi s-a depărtat.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Mângâiere, bucurii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Toarnă ceru-n astă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Dimineaţa mă aduce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căsuţa unde stau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spre Domnul mă conduce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Inimioara să I-o dau.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 şi comori,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mi-o umple-n zori.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Orice muncă la o parte!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Domnul azi lucrez,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Domnul orice parte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Sănătos vreau să-mi păstrez.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cântări şi veselii,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Sabatul a-l sfinţi.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Până-n seară fii cu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Frate bun,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Să-nchei ziua tot cu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şi bucuros,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când, la ziua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veşnic voi serba!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5164</TotalTime>
  <Words>153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1011</cp:revision>
  <dcterms:created xsi:type="dcterms:W3CDTF">2013-10-07T13:04:08Z</dcterms:created>
  <dcterms:modified xsi:type="dcterms:W3CDTF">2014-01-13T11:35:10Z</dcterms:modified>
  <cp:contentStatus>test</cp:contentStatus>
</cp:coreProperties>
</file>