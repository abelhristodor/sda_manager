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2" r:id="rId3"/>
    <p:sldId id="273" r:id="rId4"/>
    <p:sldId id="274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1/6/2014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1/6/2014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Sunt copil de Împărat</a:t>
            </a:r>
            <a:endParaRPr lang="it-IT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714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indent="-742950">
              <a:buAutoNum type="arabicPeriod"/>
            </a:pP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copil de Împărat,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pPr marL="742950" indent="-742950"/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e-Mpărat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de-Mpărat,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 copil de Împărat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cânt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cale.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mi-e frică de nimic,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 ferit,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e la dreapta mea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eu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 pe cale!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714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Merg spre casă fericit,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F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ericit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fericit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Merg spre casă fericit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cânt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cale.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oraşul luminat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mbrăcat cu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diamant,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un nou Ierusalim,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M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erg cântând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714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 plecat voios spre cer,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nspre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cer, înspre cer,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 plecat voios spre cer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cânt pe cale.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 mereu în calea mea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ână ţinta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voi vedea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Casa Tatălui ceresc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cânt pe cale.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714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4986</TotalTime>
  <Words>156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955</cp:revision>
  <dcterms:created xsi:type="dcterms:W3CDTF">2013-10-07T13:04:08Z</dcterms:created>
  <dcterms:modified xsi:type="dcterms:W3CDTF">2014-01-06T12:47:41Z</dcterms:modified>
  <cp:contentStatus>test</cp:contentStatus>
</cp:coreProperties>
</file>