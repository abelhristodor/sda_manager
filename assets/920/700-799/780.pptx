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privim iubirea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e în Isus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2442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privim iubirea ce e în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dă mântuirea şi-un loc în cer, sus;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dă fericirea, daruri de nespus,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Celor ce cred în Isus.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Înainte, fii încrezător!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Înainte, zice-al meu Păstor!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Înainte, spre-un Eden frumos,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este-al nostru Domn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2442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a Sa iubire, sângele-Şi jertfi,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am mântuire şi salvat a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în cer odată şi eu să pot sta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Şi-al Său glas a-l asculta.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Înainte, fii încrezător!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Înainte, zice-al meu Păstor!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Înainte, spre-un Eden frumos,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este-al nostru Domn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1346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Deci, când ştiu prea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ât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de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spun la oricine ce dar am primit,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Darul înfierii şi un bun Păstor,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ce vrea-a-L da tuturor.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Înainte, fii încrezător!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Înainte, zice-al meu Păstor!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Înainte, spre-un Eden frumos,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este-al nostru Domn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5211</TotalTime>
  <Words>199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1029</cp:revision>
  <dcterms:created xsi:type="dcterms:W3CDTF">2013-10-07T13:04:08Z</dcterms:created>
  <dcterms:modified xsi:type="dcterms:W3CDTF">2014-01-13T12:12:39Z</dcterms:modified>
  <cp:contentStatus>test</cp:contentStatus>
</cp:coreProperties>
</file>