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nu ştiu al meu drum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101346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ştiu al meu drum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 car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merg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Tu, Doamne, îl cunoşti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 Tine-alerg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Degeaba m-aş lupta de grijă plin,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n-aş alege braţul Tău divin.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ştii şi calea mea, sunt fericit,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mine planul Tău e pregătit.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laud deci de-acum şi Îţi slăvesc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Ta prin care vieţuiesc.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bate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vântul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 ştii că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l-ai pornit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Şi-al Tău Cuvânt în totul e-mplinit.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Tine mă încred cât voi putea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Mi-ajunge dacă ştii Tu calea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5112</TotalTime>
  <Words>124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997</cp:revision>
  <dcterms:created xsi:type="dcterms:W3CDTF">2013-10-07T13:04:08Z</dcterms:created>
  <dcterms:modified xsi:type="dcterms:W3CDTF">2014-01-13T11:03:14Z</dcterms:modified>
  <cp:contentStatus>test</cp:contentStatus>
</cp:coreProperties>
</file>