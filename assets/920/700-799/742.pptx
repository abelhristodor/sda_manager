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n-NO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Doamne, vin în faţa 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42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19200" y="0"/>
            <a:ext cx="7924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vin în faţa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Trist şi-ndurerat.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 de vina grea,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al meu păcat!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Pune-n mine Duhul Tău,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Duh mângâietor!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 sufletului meu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salvator!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Doamne-aduc ’naintea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am, ce sunt.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Curăţeşte-mi inima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Tău Cuvânt!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Fă-mă după chipul Tău –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 şi iubitor,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Spală-mă de orice rău,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Sfânt Mântuitor!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Doamne-aş vrea ’naintea Ta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aduc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odat’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Imn de slavă, osana,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Slavă ne-ncetat.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 în ceruri pe vecii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Cântec maiestuos,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Sus cu îngeri mii şi mii,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Glorie lui Hristos!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42/920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5059</TotalTime>
  <Words>133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985</cp:revision>
  <dcterms:created xsi:type="dcterms:W3CDTF">2013-10-07T13:04:08Z</dcterms:created>
  <dcterms:modified xsi:type="dcterms:W3CDTF">2014-01-13T10:23:49Z</dcterms:modified>
  <cp:contentStatus>test</cp:contentStatus>
</cp:coreProperties>
</file>