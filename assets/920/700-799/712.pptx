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Scump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Scump Isus,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ureche de-ascultat,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şi ochi ca să privească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Înspre Tine ne-ncetat!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Inimă dă-mi să iubească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aşa cum Tu ai spus,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Isus, scump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Scump Isus,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credinţă ne-ncetat,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a Ta înţelepciune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 suflet nepătat!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Aripi dă-mi, de rugăciune,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’nalţe tot mereu mai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Isus, scump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4976</TotalTime>
  <Words>96</Words>
  <Application>Microsoft PowerPoint</Application>
  <PresentationFormat>On-screen Show (4:3)</PresentationFormat>
  <Paragraphs>20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952</cp:revision>
  <dcterms:created xsi:type="dcterms:W3CDTF">2013-10-07T13:04:08Z</dcterms:created>
  <dcterms:modified xsi:type="dcterms:W3CDTF">2014-01-06T12:22:44Z</dcterms:modified>
  <cp:contentStatus>test</cp:contentStatus>
</cp:coreProperties>
</file>