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2" r:id="rId3"/>
    <p:sldId id="273" r:id="rId4"/>
    <p:sldId id="274" r:id="rId5"/>
    <p:sldId id="275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Al meu Părinte iubitor</a:t>
            </a:r>
            <a:endParaRPr lang="en-US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72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0"/>
            <a:ext cx="8153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Al meu Părinte iubitor,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 îngerilor Domnitor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(:Mă însoţeşte orişicând,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Mi-ndreaptă paşii pe pământ!:)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0"/>
            <a:ext cx="8153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El vrăbii ne trimite-n crâng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le hrăneşte rând pe rând,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(:Cu cât mai mult de-ai Săi copii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orice zi Se va-ngriji!:)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0"/>
            <a:ext cx="8153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Din capu-mi, niciun firicel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cade făr’ să ştie El;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(:Deci unde m-aş ascunde eu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Fără să ştie Dumnezeu?:)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0"/>
            <a:ext cx="8153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Tatăl meu, ce bun eşti Tu!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ceruri mă 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condu 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de-acu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’,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(:Îndreaptă-mi paşii-n căi cereşti,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fiu cu cetele-ngereşti!:)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5026</TotalTime>
  <Words>130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966</cp:revision>
  <dcterms:created xsi:type="dcterms:W3CDTF">2013-10-07T13:04:08Z</dcterms:created>
  <dcterms:modified xsi:type="dcterms:W3CDTF">2014-01-13T09:15:04Z</dcterms:modified>
  <cp:contentStatus>test</cp:contentStatus>
</cp:coreProperties>
</file>