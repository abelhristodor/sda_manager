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Vino-mi, Doamne-n ajutor!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Vino-mi, Doamne-n ajutor,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fi ascultător!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fă-mă bun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merge-n cer şi 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aşa de mic cum sunt,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 fi totuşi bun şi blând,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cu ochiul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Vede bine ce fac 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4996</TotalTime>
  <Words>69</Words>
  <Application>Microsoft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960</cp:revision>
  <dcterms:created xsi:type="dcterms:W3CDTF">2013-10-07T13:04:08Z</dcterms:created>
  <dcterms:modified xsi:type="dcterms:W3CDTF">2014-01-06T12:53:12Z</dcterms:modified>
  <cp:contentStatus>test</cp:contentStatus>
</cp:coreProperties>
</file>