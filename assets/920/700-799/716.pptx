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mâini, de dimineaţă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mâini, de dimineaţă,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grijă m-am spălat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Domnului îndată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lucru I le-am dat.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Picioruş, ai grijă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Unde-ai să mă duci,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slujesc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conduci!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Urechea mi-e-ndreptată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bunul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El cu drag mă-nvaţă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să-L servesc mereu.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Picioruş, ai grijă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Unde-ai să mă duci,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slujesc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conduci!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ochiu-mi priveghează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Cumva să nu greşesc;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lucru şi la joacă,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Domnului servesc.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Picioruş, ai grijă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Unde-ai să mă duci,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slujesc pe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conduci!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4985</TotalTime>
  <Words>140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956</cp:revision>
  <dcterms:created xsi:type="dcterms:W3CDTF">2013-10-07T13:04:08Z</dcterms:created>
  <dcterms:modified xsi:type="dcterms:W3CDTF">2014-01-06T12:49:49Z</dcterms:modified>
  <cp:contentStatus>test</cp:contentStatus>
</cp:coreProperties>
</file>