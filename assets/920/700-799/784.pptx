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Un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astru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măreţ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pe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cer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s-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arătat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12442"/>
            <a:ext cx="8839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astru măreţ pe cer s-arătat,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Pământul întreg fu iluminat.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magi i-a condus cu falnic îndemn,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la staulul cel din Betleem.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Luceşte şi azi ăst astru de foc,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Luminând pe toţi din loc în loc.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drum aurit, acest Mesager,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cei credincioşi conduce la cer. 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12442"/>
            <a:ext cx="8839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Citind în profeţi, magii-au priceput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în Betleem Isus S-a născut.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 cerului stea urmând negreşit,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locul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prezis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Prunc ai găsit.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Luceşte şi azi ăst astru de foc,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Luminând pe toţi din loc în loc.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drum aurit, acest Mesager,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cei credincioşi conduce la cer. 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magii şi noi, cu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toţi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ne-ndemnăm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lumii lumină azi s-o urmăm.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noapte în zori, spre ceresc sălaş,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Conduce Hristos pe ai Săi urmaşi.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Luceşte şi azi ăst astru de foc,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Luminând pe toţi din loc în loc.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drum aurit, acest Mesager,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cei credincioşi conduce la cer. 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5217</TotalTime>
  <Words>214</Words>
  <Application>Microsoft PowerPoint</Application>
  <PresentationFormat>On-screen Show (4:3)</PresentationFormat>
  <Paragraphs>37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1032</cp:revision>
  <dcterms:created xsi:type="dcterms:W3CDTF">2013-10-07T13:04:08Z</dcterms:created>
  <dcterms:modified xsi:type="dcterms:W3CDTF">2014-01-13T12:21:03Z</dcterms:modified>
  <cp:contentStatus>test</cp:contentStatus>
</cp:coreProperties>
</file>