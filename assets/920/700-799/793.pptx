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Dorind fericirea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93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Dorind fericirea, eu, adeseori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legat gândul meu de ceva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trecător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…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nici n-am ajuns idealul iubit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visul meu scump m-a-nşelat,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pierit.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rămâne la toţi credincios!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Etern Salvator e numai El,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525000" cy="4955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Doar singur, Isus mi-a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răma</a:t>
            </a: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s 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credincios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El, aceeaşi iubire, îmi dă, bucuros!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El aflu pace, cu El mă mângâi!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Sub braţu-I puternic eu pot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rămân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rămâne la toţi credincios!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Etern Salvator e numai El,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De-acum înainte pot fi fericit;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Idealul pierdut în Isus l-am găsit!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dulce ca viaţa îmi e voia Sa!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Oriunde pe Domnul cu drag voi urma!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rămâne la toţi credincios!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Etern Salvator e numai El,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Domnul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5273</TotalTime>
  <Words>170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1044</cp:revision>
  <dcterms:created xsi:type="dcterms:W3CDTF">2013-10-07T13:04:08Z</dcterms:created>
  <dcterms:modified xsi:type="dcterms:W3CDTF">2014-01-13T13:05:19Z</dcterms:modified>
  <cp:contentStatus>test</cp:contentStatus>
</cp:coreProperties>
</file>