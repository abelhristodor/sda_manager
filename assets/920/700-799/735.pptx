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7"/>
  </p:notesMasterIdLst>
  <p:handoutMasterIdLst>
    <p:handoutMasterId r:id="rId8"/>
  </p:handoutMasterIdLst>
  <p:sldIdLst>
    <p:sldId id="257" r:id="rId2"/>
    <p:sldId id="272" r:id="rId3"/>
    <p:sldId id="273" r:id="rId4"/>
    <p:sldId id="274" r:id="rId5"/>
    <p:sldId id="275" r:id="rId6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6019" autoAdjust="0"/>
    <p:restoredTop sz="94595" autoAdjust="0"/>
  </p:normalViewPr>
  <p:slideViewPr>
    <p:cSldViewPr>
      <p:cViewPr>
        <p:scale>
          <a:sx n="50" d="100"/>
          <a:sy n="50" d="100"/>
        </p:scale>
        <p:origin x="-1722" y="-10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1/13/2014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1/13/2014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2971800"/>
            <a:ext cx="91440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  <a:t>Te preamărim, puternic Dumnezeu!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</a:t>
            </a:r>
            <a:r>
              <a:rPr lang="ro-RO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7</a:t>
            </a:r>
            <a:r>
              <a:rPr lang="en-US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35</a:t>
            </a:r>
            <a:endParaRPr lang="pt-BR" altLang="ro-RO" sz="6000" b="1" dirty="0" smtClean="0">
              <a:solidFill>
                <a:srgbClr val="FFDD4B"/>
              </a:solidFill>
              <a:latin typeface="Georg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0" y="0"/>
            <a:ext cx="91440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Te preamărim, puternic Dumnezeu,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Că ne-ai condus pe drumul nostru greu!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Cu mâna Ta vrăjmaşii i-ai răpus,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La bun liman, cu bine ne-ai adus!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7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35/920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0" y="0"/>
            <a:ext cx="91440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2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Până acum pe aripi ne-ai purtat!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Atâta har nicicând n-am meritat!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Chiar de-am greşit, Tu nu ne-ai lepădat!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Drept eşti şi bun, fii, Doamne, lăudat!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7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35/920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0" y="0"/>
            <a:ext cx="91440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3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Fii pentru veci al nostru Dumnezeu,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Să ’naintăm luptând sub scutul Tău!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Precum ai fost, ne fii pân’ la sfârşit,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Mântuitor şi Rege preaiubit!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7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35/920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0" y="0"/>
            <a:ext cx="91440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4</a:t>
            </a:r>
            <a:r>
              <a:rPr lang="ro-RO" altLang="ro-RO" sz="4000" b="1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Dă-ne izbânzi în tot ce-nfăptuim;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Fă-ne, prin har, puternici când iubim!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Îţi mulţumim că nu ne vei lăsa!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Pân’ la sfârşit slăvim iubirea Ta!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7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35/920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5049</TotalTime>
  <Words>161</Words>
  <Application>Microsoft PowerPoint</Application>
  <PresentationFormat>On-screen Show (4:3)</PresentationFormat>
  <Paragraphs>26</Paragraphs>
  <Slides>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Imnuri noi</vt:lpstr>
      <vt:lpstr>Slide 1</vt:lpstr>
      <vt:lpstr>Slide 2</vt:lpstr>
      <vt:lpstr>Slide 3</vt:lpstr>
      <vt:lpstr>Slide 4</vt:lpstr>
      <vt:lpstr>Slide 5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978</cp:revision>
  <dcterms:created xsi:type="dcterms:W3CDTF">2013-10-07T13:04:08Z</dcterms:created>
  <dcterms:modified xsi:type="dcterms:W3CDTF">2014-01-13T10:08:40Z</dcterms:modified>
  <cp:contentStatus>test</cp:contentStatus>
</cp:coreProperties>
</file>