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Cântec plin de bucurie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Cântec plin de bucurie: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„La mulţi ani de ziua ta!”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mai mult, o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Bunul Dumnezeu să-ţi dea!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cărarea datoriei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Fericirea s-o găseşti,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mulţi ani în veşnicie,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Domnul să trăieşti!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Zile multe şi senine,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Asta fie partea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privirile divine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să poţi umbla!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Strânge de pe calea 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recoltă de minuni,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răsplata te aşteaptă,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Ani ferice, mulţi şi buni!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5045</TotalTime>
  <Words>117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974</cp:revision>
  <dcterms:created xsi:type="dcterms:W3CDTF">2013-10-07T13:04:08Z</dcterms:created>
  <dcterms:modified xsi:type="dcterms:W3CDTF">2014-01-13T09:42:53Z</dcterms:modified>
  <cp:contentStatus>test</cp:contentStatus>
</cp:coreProperties>
</file>