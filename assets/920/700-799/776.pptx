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Lumina cea de aur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134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 de aur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ispare-n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depărtări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Şi-amurgul serii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creşte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munţi, câmpii, cărări.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ostenita turmă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culcat,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(:Dar, din o sută, astăzi,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 ce-a plecat!:)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întristat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Păstorul spune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ătre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iubiţii lui: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Întotdeauna Eu îi număr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credincioşii Mei;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de găsesc vr’un suflet lipsă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pierdut în depărtări,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plec de a-l aduce iar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bunele cărări.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12442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Şi-ndată El Se duce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şes,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spini,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văi cu ape tulburi,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stânci din înălţimi,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cată, ca să-l scoată,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 întunecos,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(:Să-l duc-apoi din noapte,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locul luminos.:)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când îl caută,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cheamă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 blând îndurerat: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„O, scumpe şi iubite suflet,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ce te-ai depărtat?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vii, să vii iarăşi la Mine,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te odihni,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Şi-ţi dau solemn făgăduinţa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mântui!”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astăzi are grijă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Păstorul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 de-ai Săi;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glasu-I blând îndeamnă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toţi, 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răi,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cine Îl ascultă,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scăpa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în lumină mare,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va rămânea.:)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Dar voi ce staţi în întuneric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sufletul pătat,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care veşnic vi-l apasă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J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ugul celui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necurat.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Luaţi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aminte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timp este,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astăzi, nu mai zăboviţi,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vă întoarceţi la lumină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mântuiţi!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5201</TotalTime>
  <Words>136</Words>
  <Application>Microsoft PowerPoint</Application>
  <PresentationFormat>On-screen Show (4:3)</PresentationFormat>
  <Paragraphs>45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1024</cp:revision>
  <dcterms:created xsi:type="dcterms:W3CDTF">2013-10-07T13:04:08Z</dcterms:created>
  <dcterms:modified xsi:type="dcterms:W3CDTF">2014-01-13T11:57:01Z</dcterms:modified>
  <cp:contentStatus>test</cp:contentStatus>
</cp:coreProperties>
</file>