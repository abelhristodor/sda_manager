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2" r:id="rId3"/>
    <p:sldId id="273" r:id="rId4"/>
    <p:sldId id="274" r:id="rId5"/>
    <p:sldId id="275" r:id="rId6"/>
    <p:sldId id="276" r:id="rId7"/>
    <p:sldId id="277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Fără de 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9060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Aş vrea să fiu ca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Tine,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totdeauna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Iubirea Ta să-mi fie far luminător,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Aş vrea să pot iubi ca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Tine-ntotdeauna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Să pot ieşi din lupta grea învingător.</a:t>
            </a:r>
            <a:endParaRPr lang="en-US" altLang="ro-RO" sz="36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3632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Îmi place mult 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vorba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mângâietoare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Eşti pacea mea, prin Tine vieţuiesc.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Prin Tine vreau să port 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ereu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o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veste mare,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Îmi place mult de Tine, Te iubesc.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9728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Aş vrea să pot cuprinde-n palme </a:t>
            </a:r>
            <a:endParaRPr lang="ro-RO" altLang="ro-RO" sz="36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                                              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t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pământul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Şi să vorbesc aşa cum Tu o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faci,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s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perând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Aş vrea să pot vesti ca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Tine,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ot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Cuvântul.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Să fiu mereu curat în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suflet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în gând.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4488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Îmi place mult de vorba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Ta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mângâietoare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Eşti pacea mea, prin Tine vieţuiesc.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Prin Tine vreau să port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mereu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o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veste mare,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Îmi place mult de Tine, Te iubesc.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Aş vrea să am iubirea Ta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nemărginită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Să pot trăi cum nu se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poate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mai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frumos,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S-ajung curând în 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ţ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ara mea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cea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mult dorită,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În Canaanul sfânt, alături de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6012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Îmi place mult de vorba Ta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mângâietoare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Eşti pacea mea, prin Tine vieţuiesc.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Prin Tine vreau să port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mereu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smtClean="0">
                <a:solidFill>
                  <a:schemeClr val="bg1"/>
                </a:solidFill>
                <a:latin typeface="Georgia" pitchFamily="18" charset="0"/>
              </a:rPr>
              <a:t>o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veste mare,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Îmi place mult de Tine, Te iubesc.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5105</TotalTime>
  <Words>272</Words>
  <Application>Microsoft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995</cp:revision>
  <dcterms:created xsi:type="dcterms:W3CDTF">2013-10-07T13:04:08Z</dcterms:created>
  <dcterms:modified xsi:type="dcterms:W3CDTF">2014-01-13T10:53:04Z</dcterms:modified>
  <cp:contentStatus>test</cp:contentStatus>
</cp:coreProperties>
</file>