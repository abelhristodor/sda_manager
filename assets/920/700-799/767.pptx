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Sărbătoarea Sabatului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sărbătoare, e sfânt Sabat!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e-al nostru Ceresc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veghează al nostru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condu doar pe drumul cel sfânt.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unim în suflet şi-n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ziua de Sabat e sfântă!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Templu, Templul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toate Isus ne ajută!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Fie prezentă iubirea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Rămână-n noi de-a pururea.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Tu vrednici de cerul Tău.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să-L urmăm azi pe Dumnezeu.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unim în suflet şi-n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ziua de Sabat e sfântă!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Templu, Templul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toate Isus ne ajută!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în curând pe nori vei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Făgăduinţa se va împlini.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serba cu îngerii sfinţi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Sabatul păzit de-ai noştri părinţi.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unim în suflet şi-n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ziua de Sabat e sfântă!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Templu, Templul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toate Isus ne ajută!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5178</TotalTime>
  <Words>196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1014</cp:revision>
  <dcterms:created xsi:type="dcterms:W3CDTF">2013-10-07T13:04:08Z</dcterms:created>
  <dcterms:modified xsi:type="dcterms:W3CDTF">2014-01-13T11:36:43Z</dcterms:modified>
  <cp:contentStatus>test</cp:contentStatus>
</cp:coreProperties>
</file>