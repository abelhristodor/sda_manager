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2" r:id="rId3"/>
    <p:sldId id="273" r:id="rId4"/>
    <p:sldId id="274" r:id="rId5"/>
    <p:sldId id="275" r:id="rId6"/>
    <p:sldId id="27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cunosc un mieluşel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713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cunosc un mieluşel: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ascultător defel!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umblând de capul său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Apucase drumul rău…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să vezi? Acel miel rătăcit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fost eu, dar Domnul m-a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degrabă, şi degrabă,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 şi m-a găsit!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cunosc un mieluşel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Rătăcit ca vai de el,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umblând în rele căi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răni şi vânătăi.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să vezi? Acel miel rătăcit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fost eu, dar Domnul m-a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degrabă, şi degrabă,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 şi m-a găsit!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cunosc un miel zglobiu: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Rătăcise prin pustiu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Lupii răi l-au alergat…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minune c-a scăpat!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să vezi? Acel miel rătăcit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fost eu, dar Domnul m-a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degrabă, şi degrabă,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 şi m-a găsit!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Da, un miel cunosc şi 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L-a găsit Păstorul său…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desişul 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spinos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Blând l-a scos cu braţ vânjos.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să vezi? Acel miel rătăcit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fost eu, dar Domnul m-a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degrabă, şi degrabă,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venit şi m-a găsit!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 mielul, cum v-am spus,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Păstorul e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I-urmez şi mă supun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merg pe drumul bun.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Da, da, da, acel miel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blân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supus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Eu voi fi, iubit Păstor, Isus,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tot de Tine	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Eu pe veci mă las condus.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713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4997</TotalTime>
  <Words>297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954</cp:revision>
  <dcterms:created xsi:type="dcterms:W3CDTF">2013-10-07T13:04:08Z</dcterms:created>
  <dcterms:modified xsi:type="dcterms:W3CDTF">2014-01-06T12:42:28Z</dcterms:modified>
  <cp:contentStatus>test</cp:contentStatus>
</cp:coreProperties>
</file>