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’Nainte-n luptă sfântă!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86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’Nainte-n luptă sfântă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Popor răscumpărat!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’Nainte spre izbândă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Cu-al nostru Împărat!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El te întăreşte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lupta cu Satan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veşnic te-nsoţeşte,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crezi că lupţi în van!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’Nainte-n luptă sfântă,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Semnalul să-l păzeşti!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Domnul tău te uită,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Izbânda s-o primeşti!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Vrăjmaşul tău se luptă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ultime sforţări,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sus, pe stânca-abruptă,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îţi dă puteri!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12442"/>
            <a:ext cx="7848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’Nainte-n luptă sfântă,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nu mai este mult!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 te avântă,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Încrede-te-n Cuvânt!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O, câtă fericire,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noi vom birui;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Domnul, în mărire,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veci vom locui!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5226</TotalTime>
  <Words>136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1033</cp:revision>
  <dcterms:created xsi:type="dcterms:W3CDTF">2013-10-07T13:04:08Z</dcterms:created>
  <dcterms:modified xsi:type="dcterms:W3CDTF">2014-01-13T12:47:19Z</dcterms:modified>
  <cp:contentStatus>test</cp:contentStatus>
</cp:coreProperties>
</file>