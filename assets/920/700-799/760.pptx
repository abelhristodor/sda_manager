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Valea umbrei morţii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Valea umbrei morţii nu va mai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Isus pe nor alb se va ivi,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Valea umbrei morţii nu va mai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Acasă vom reveni.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(:Cu drag, El ne va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primi:)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 cântul nostru se va-nnoi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va reveni.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Spaima şi-ntristarea nu vor mai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Isus pe nor alb se va ivi,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Veselia ne va împrejmui,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Acasă vom reveni.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(:Cu drag, El ne va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primi:)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 cântul nostru se va-nnoi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va reveni.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Plânsul şi necazul nu vor mai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Isus pe nor alb se va ivi,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Liniştea pe faţă se va vădi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pacea ne va-nsoţi.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(:Cu drag, El ne va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primi:)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 cântul nostru se va-nnoi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va reveni.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 fi cânturi noi, vor fi veselii,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Isus pe nor alb se va ivi,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meleaguri de Paradis vom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pacea ne va-nsoţi.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(:Cu drag, El ne </a:t>
            </a:r>
            <a:r>
              <a:rPr lang="it-IT" altLang="ro-RO" sz="4000" smtClean="0">
                <a:solidFill>
                  <a:schemeClr val="bg1"/>
                </a:solidFill>
                <a:latin typeface="Georgia" pitchFamily="18" charset="0"/>
              </a:rPr>
              <a:t>va </a:t>
            </a:r>
            <a:r>
              <a:rPr lang="it-IT" altLang="ro-RO" sz="4000" smtClean="0">
                <a:solidFill>
                  <a:schemeClr val="bg1"/>
                </a:solidFill>
                <a:latin typeface="Georgia" pitchFamily="18" charset="0"/>
              </a:rPr>
              <a:t>primi:)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 cântul nostru se va-nnoi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va reveni.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5151</TotalTime>
  <Words>230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1007</cp:revision>
  <dcterms:created xsi:type="dcterms:W3CDTF">2013-10-07T13:04:08Z</dcterms:created>
  <dcterms:modified xsi:type="dcterms:W3CDTF">2014-01-13T11:16:34Z</dcterms:modified>
  <cp:contentStatus>test</cp:contentStatus>
</cp:coreProperties>
</file>