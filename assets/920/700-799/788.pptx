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 Te rog!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Te rog: La tronul Tău,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mea Tu să primeşti.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ea să scoţi tot ce e rău;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(:Tu s-o sfinţeşti.:)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suferinţi de-ar fi să trec,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spală Tu să fiu curat,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liberat pe veci să fiu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(:De-al meu păcat.:)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ea să pui un spirit nou,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să dorească ne-ncetat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ia din Cuvântul Tău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(:Continuu sfat.:)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suferinţi de-ar fi să trec,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spală Tu să fiu curat,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liberat pe veci să fiu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(:De-al meu păcat.:)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chipul Tău de-oi oglindi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Privirea şi gândirea mea,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Atuncea sigur eu voi fi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(:Că s-ar schimba.:)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suferinţi de-ar fi să trec,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spală Tu să fiu curat,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liberat pe veci să fiu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(:De-al meu păcat.:)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De calea rea să mă feresc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Ajută-mi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ne-ncetat.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Mereu, </a:t>
            </a:r>
            <a:r>
              <a:rPr lang="ro-RO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mereu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să mă păzesc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Să fiu curat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.:)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suferinţi de-ar fi să trec,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spală Tu să fiu curat,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liberat pe veci să fiu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(:De-al meu păcat.:)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5254</TotalTime>
  <Words>238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1038</cp:revision>
  <dcterms:created xsi:type="dcterms:W3CDTF">2013-10-07T13:04:08Z</dcterms:created>
  <dcterms:modified xsi:type="dcterms:W3CDTF">2014-01-13T12:53:16Z</dcterms:modified>
  <cp:contentStatus>test</cp:contentStatus>
</cp:coreProperties>
</file>