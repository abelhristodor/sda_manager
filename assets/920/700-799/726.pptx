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Ah, dulce e în flori bogat!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72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Ah, dulce e în flori bogat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primăverii timp,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orice om e-ncununat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fericirii nimb!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Timp al florilor, chip al zorilor,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care va gusta tot omul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prin grădini, câmpii, cărări,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Se-arată flori, grămezi,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Natura cântă-n desfătări,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poţi în jur să vezi!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Timp al florilor, chip al zorilor,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care va gusta tot omul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Azi e un timp înfloritor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Lăsat pentru-orice om,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ia pe-al său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scut etern şi Domn.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Timp al florilor, chip al zorilor,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care va gusta tot omul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E-al tinereţii timp dorit,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poţi să pui temei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 fi de-a pururi mântuit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viaţă-n dar să iei!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Timp al florilor, chip al zorilor,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care va gusta tot omul mântuit!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72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5032</TotalTime>
  <Words>196</Words>
  <Application>Microsoft PowerPoint</Application>
  <PresentationFormat>On-screen Show (4:3)</PresentationFormat>
  <Paragraphs>38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968</cp:revision>
  <dcterms:created xsi:type="dcterms:W3CDTF">2013-10-07T13:04:08Z</dcterms:created>
  <dcterms:modified xsi:type="dcterms:W3CDTF">2014-01-13T09:20:11Z</dcterms:modified>
  <cp:contentStatus>test</cp:contentStatus>
</cp:coreProperties>
</file>