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Câmpul iarăşi a-nviat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Câmpul iarăşi a-nviat,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Mii de flori l-au presărat,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prin lunci un glas voios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slavă lui Hristos.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Ascultaţi cum cântă-acum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Domnului cel bun!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Deci şi noi să ne unim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Domnul să-L mărim!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păduri, dumbrăvi, câmpii,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Glasuri multe de copii;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ei cântă azi în cor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bunului Păstor: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„Cum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cer şi pe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Tatălui cel sfânt!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”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Deci şi noi să ne unim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Domnul să-L mărim!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Mari minuni în jurul meu!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Văd pe bunul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împarte florilor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Vii miresme şi culori.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Strig de-aceea fericit: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fie preamărit!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Deci şi noi să ne unim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 pe Domnul să-L mărim!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5037</TotalTime>
  <Words>159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971</cp:revision>
  <dcterms:created xsi:type="dcterms:W3CDTF">2013-10-07T13:04:08Z</dcterms:created>
  <dcterms:modified xsi:type="dcterms:W3CDTF">2014-01-13T09:34:04Z</dcterms:modified>
  <cp:contentStatus>test</cp:contentStatus>
</cp:coreProperties>
</file>