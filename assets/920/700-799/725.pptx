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lumii noastre firmament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lumii noastre firmament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aştrii săi ce-n veci nu pier,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Şi-al stelelor Lui regiment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Măresc pe Dumnezeu din cer.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mersul său neobosit,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de zi pân’ la-asfinţit,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Proclamă soarele-nfocat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Creatorul adorat.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noaptea-ntinde umbra 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Plăcut răsare luna iar…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taină poţi vedea scântei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pe întinsul cer apar…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tuturor vestesc smerit: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Domnul ne-a zidit!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”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cântă cetele cereşti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imn de slavă-n veci de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cerul ne unim şi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Înţelepciunea-Ţi a slăvi,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până-n ziua de apoi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Dorim cu toţii a-Ţi servi.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Primeşte-al nostru imn sfinţit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binele primit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Mărit fii, Doamne Savaot,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şi-n veci de toţi şi-n tot!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5031</TotalTime>
  <Words>162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969</cp:revision>
  <dcterms:created xsi:type="dcterms:W3CDTF">2013-10-07T13:04:08Z</dcterms:created>
  <dcterms:modified xsi:type="dcterms:W3CDTF">2014-01-13T09:33:18Z</dcterms:modified>
  <cp:contentStatus>test</cp:contentStatus>
</cp:coreProperties>
</file>