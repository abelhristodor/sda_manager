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cer cu raza 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41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Din cer, cu raza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vino, Spirit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Destramă-a nopţii umbră grea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negura din gând!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O, spune-ne acum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De-al Golgotei mister,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Ne-ntoarce de pe-al lumii drum</a:t>
            </a:r>
          </a:p>
          <a:p>
            <a:r>
              <a:rPr lang="it-IT" altLang="ro-RO" sz="4000" dirty="0" smtClean="0">
                <a:solidFill>
                  <a:schemeClr val="bg1"/>
                </a:solidFill>
                <a:latin typeface="Georgia" pitchFamily="18" charset="0"/>
              </a:rPr>
              <a:t>Şi-ndreaptă-ne spre cer!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0"/>
            <a:ext cx="8153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singuri rătăcim,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Trimite raza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luminaţi mereu să fim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veci conduşi de ea!</a:t>
            </a:r>
            <a:endParaRPr lang="it-IT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5054</TotalTime>
  <Words>88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983</cp:revision>
  <dcterms:created xsi:type="dcterms:W3CDTF">2013-10-07T13:04:08Z</dcterms:created>
  <dcterms:modified xsi:type="dcterms:W3CDTF">2014-01-13T10:22:45Z</dcterms:modified>
  <cp:contentStatus>test</cp:contentStatus>
</cp:coreProperties>
</file>