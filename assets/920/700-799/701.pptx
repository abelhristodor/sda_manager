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pe cărarea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pe cărarea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şi azi a Te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Fi-mi, pe drum necunoscut,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Far luminător şi scut!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mă-ncearcă ceasul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Ia-mă, Tu, pe braţul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vreau să pot cânta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îndurarea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Unge ochii mei cu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desluşesc mai clar,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rău să biruiesc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Duhul Tău ceresc!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Harnic sunt la lucrul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mă ştiu copil al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mă-nnoiesc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spre ceruri tot privesc.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4921</TotalTime>
  <Words>124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938</cp:revision>
  <dcterms:created xsi:type="dcterms:W3CDTF">2013-10-07T13:04:08Z</dcterms:created>
  <dcterms:modified xsi:type="dcterms:W3CDTF">2014-01-06T12:06:17Z</dcterms:modified>
  <cp:contentStatus>test</cp:contentStatus>
</cp:coreProperties>
</file>