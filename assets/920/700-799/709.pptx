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1/6/2014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Cine, oare, ne-a creat?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709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Cine, oare, ne-a creat?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 pomii a-mbrăcat?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Cine-a presărat cu flori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Câmpul cu mii de culori?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sfânt, Domnul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creat întreg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Lăudat, lăudat,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Păsări ce se-ntrec în zbor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Ciripesc în graiul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Iar pârâu-şi face loc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Murmurând în al său joc.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sfânt, Domnul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creat întreg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Lăudat, lăudat,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Stelele din depărtări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Se-oglindesc sclipind în mări…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Zorile când s-au ivit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Soarele e-n răsărit.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sfânt, Domnul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creat întreg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Lăudat, lăudat,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Dumnezeu cel bun şi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făcut cer şi pământ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frumos le-a-mpodobit,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Minunat, ne-nchipuit!</a:t>
            </a:r>
          </a:p>
          <a:p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sfânt, Domnul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creat întreg pământ,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Lăudat, lăudat,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709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4947</TotalTime>
  <Words>192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947</cp:revision>
  <dcterms:created xsi:type="dcterms:W3CDTF">2013-10-07T13:04:08Z</dcterms:created>
  <dcterms:modified xsi:type="dcterms:W3CDTF">2014-01-06T12:17:22Z</dcterms:modified>
  <cp:contentStatus>test</cp:contentStatus>
</cp:coreProperties>
</file>