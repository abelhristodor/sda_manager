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Azi, cântarea bucuriei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cântarea bucuriei,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Cântul laudei ’nălţaţi,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gând de întristare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povara alungaţi!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cântaţi cu mic, cu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Veşnic adorat,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Că, prin marea Sa-ndurare,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condus neîncetat!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cântări de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noastră-mpodobim;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Aducându-I preamărire,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Îi mulţumim!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Mântuirea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Providenţa-I admirăm,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Clipe binecuvântate,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Vechi istorii evocăm!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Mulţumiri, ceresc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aduc ai Tăi copii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timpul de-ndurare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 trecut în veşnicii!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Mulţumiri, recunoştinţă,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Ţie, scump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dragostea-Ţi fierbinte,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harul salvator!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5043</TotalTime>
  <Words>130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975</cp:revision>
  <dcterms:created xsi:type="dcterms:W3CDTF">2013-10-07T13:04:08Z</dcterms:created>
  <dcterms:modified xsi:type="dcterms:W3CDTF">2014-01-13T09:45:18Z</dcterms:modified>
  <cp:contentStatus>test</cp:contentStatus>
</cp:coreProperties>
</file>