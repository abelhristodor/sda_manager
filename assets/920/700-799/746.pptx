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inimă schimbată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Domnul inima-am lăsat,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inimă prea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Atâta sânge revărsat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Căzut-a pentru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o inimă de nea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Supusă lângă Tron,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vocea Lui sunând în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doar singur Domn.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fie-o inimă cu rost,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 şi cu frâu,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inima Lui plină-a fost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dragostei pârâu.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fire nouă-mpodobit,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sufletu-mi schimbat,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Înscrie-Ţi numele-Ţi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nou şi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5065</TotalTime>
  <Words>111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988</cp:revision>
  <dcterms:created xsi:type="dcterms:W3CDTF">2013-10-07T13:04:08Z</dcterms:created>
  <dcterms:modified xsi:type="dcterms:W3CDTF">2014-01-13T10:35:47Z</dcterms:modified>
  <cp:contentStatus>test</cp:contentStatus>
</cp:coreProperties>
</file>