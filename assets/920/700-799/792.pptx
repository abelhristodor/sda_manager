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3" r:id="rId3"/>
    <p:sldId id="274" r:id="rId4"/>
    <p:sldId id="275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De multe ori, pustie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 multe ori pustie-i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Viaţa, şi-un oftat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locul bucuriei,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pieptu-ţi s-a-ncuibat.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Deşi e rea cercarea,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ceasul ăsta greu,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2000" b="1" dirty="0" smtClean="0">
                <a:solidFill>
                  <a:srgbClr val="FFDD4B"/>
                </a:solidFill>
                <a:latin typeface="Georgia" pitchFamily="18" charset="0"/>
              </a:rPr>
              <a:t>continuare</a:t>
            </a:r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 binecuvântare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de la Dumnezeu.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Hristos de-L iubeşti,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Orice-ar fi să-ntâlneşti,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Bucurie, întristări,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Toate-s binecuvântări.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676400" y="0"/>
            <a:ext cx="7467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Căci Domnul Îşi rezervă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Momentul Său când vrea: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 binecuvântează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 ce n-ai aştepta.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valuri varsă harul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pieptu-ţi plin de-oftat: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Amar o fi paharul,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binecuvântat!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5266</TotalTime>
  <Words>111</Words>
  <Application>Microsoft PowerPoint</Application>
  <PresentationFormat>On-screen Show (4:3)</PresentationFormat>
  <Paragraphs>28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1042</cp:revision>
  <dcterms:created xsi:type="dcterms:W3CDTF">2013-10-07T13:04:08Z</dcterms:created>
  <dcterms:modified xsi:type="dcterms:W3CDTF">2014-01-13T13:02:37Z</dcterms:modified>
  <cp:contentStatus>test</cp:contentStatus>
</cp:coreProperties>
</file>