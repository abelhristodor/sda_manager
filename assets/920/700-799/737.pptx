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72" r:id="rId3"/>
    <p:sldId id="273" r:id="rId4"/>
    <p:sldId id="274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1/13/2014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1/13/2014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Bunul nostru Salvator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</a:t>
            </a:r>
            <a:r>
              <a:rPr lang="ro-RO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7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37</a:t>
            </a:r>
            <a:endParaRPr lang="pt-BR" altLang="ro-RO" sz="6000" b="1" dirty="0" smtClean="0">
              <a:solidFill>
                <a:srgbClr val="FFDD4B"/>
              </a:solidFill>
              <a:latin typeface="Georg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752600" y="0"/>
            <a:ext cx="7391400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Bunul nostru Salvator,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Am venit la Tine!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Gândul nostru-al nostru dor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Sunt doar pentru Tine.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Luminos al Tău Cuvânt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pătrundă-al nostru gând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să ne lumine!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752600" y="0"/>
            <a:ext cx="7391400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Bun Isuse, Te chemăm,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Vino-n adunare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ne-nvaţă, Te rugăm,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cel mic şi mare!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Minunat Cuvântul Tău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Face bun pe omul rău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dă vindecare.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752600" y="0"/>
            <a:ext cx="7391400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Ne simţim prea fericiţi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 suntem cu Tine.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Hotărâţi şi neclintiţi,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Vom clădi pe Tine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crezând vom aştepta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Până când Te vom vedea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vom fi cu Tine.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5047</TotalTime>
  <Words>122</Words>
  <Application>Microsoft PowerPoint</Application>
  <PresentationFormat>On-screen Show (4:3)</PresentationFormat>
  <Paragraphs>29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979</cp:revision>
  <dcterms:created xsi:type="dcterms:W3CDTF">2013-10-07T13:04:08Z</dcterms:created>
  <dcterms:modified xsi:type="dcterms:W3CDTF">2014-01-13T10:10:53Z</dcterms:modified>
  <cp:contentStatus>test</cp:contentStatus>
</cp:coreProperties>
</file>