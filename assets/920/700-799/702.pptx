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2" r:id="rId3"/>
    <p:sldId id="273" r:id="rId4"/>
    <p:sldId id="274" r:id="rId5"/>
    <p:sldId id="275" r:id="rId6"/>
    <p:sldId id="276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noi, cu toţi,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fie harul!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702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noi, cu toţi, să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harul lui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Statornici să ne ţie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drumul cel spinos!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Căci pe îngusta cale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N-am şti umbla defel,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noi ştim fiecare: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păziţi de 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Speranţa noastră toată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E-n harul lui Hristos;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nu mă tem vreodată,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Domnu-i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Chiar când vin tari ispite,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Mai tare-i harul Lui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Şi ele sunt gonite,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Iar eu al Lui rămâi.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De-aceea, Doamne, Ţie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închinăm voios;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noi cu toţi să fie,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Azi, harul 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4925</TotalTime>
  <Words>145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939</cp:revision>
  <dcterms:created xsi:type="dcterms:W3CDTF">2013-10-07T13:04:08Z</dcterms:created>
  <dcterms:modified xsi:type="dcterms:W3CDTF">2014-01-06T12:07:32Z</dcterms:modified>
  <cp:contentStatus>test</cp:contentStatus>
</cp:coreProperties>
</file>