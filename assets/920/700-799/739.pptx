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Măriţi cu toţi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39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marL="742950" indent="-742950"/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Măriţi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toţi,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pPr marL="742950" indent="-742950"/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M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ăriţi pe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bun e Domnul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mila Lui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etern,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(:Rămâne în etern.:)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371600" y="0"/>
            <a:ext cx="77724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Toţi lăudaţi,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lăudaţi,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niciodată să nu uitaţi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făcut,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(:Cât bine ne-a făcut!:)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Domnul e sfânt,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este sfânt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Şi-atotputernic.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Pământu-ntreg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plin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slava Lui,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(:E plin de slava Lui.:)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295400" y="0"/>
            <a:ext cx="78486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Lui să-I cântaţi,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ântaţi Domnului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coruri sfinte! Şi bucuroşi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lăudaţi mereu,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(:Să-L lăudaţi mereu!:)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39/920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5054</TotalTime>
  <Words>125</Words>
  <Application>Microsoft PowerPoint</Application>
  <PresentationFormat>On-screen Show (4:3)</PresentationFormat>
  <Paragraphs>30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982</cp:revision>
  <dcterms:created xsi:type="dcterms:W3CDTF">2013-10-07T13:04:08Z</dcterms:created>
  <dcterms:modified xsi:type="dcterms:W3CDTF">2014-01-13T10:15:14Z</dcterms:modified>
  <cp:contentStatus>test</cp:contentStatus>
</cp:coreProperties>
</file>