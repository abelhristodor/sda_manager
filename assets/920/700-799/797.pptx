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"/>
  </p:notesMasterIdLst>
  <p:handoutMasterIdLst>
    <p:handoutMasterId r:id="rId6"/>
  </p:handoutMasterIdLst>
  <p:sldIdLst>
    <p:sldId id="257" r:id="rId2"/>
    <p:sldId id="273" r:id="rId3"/>
    <p:sldId id="274" r:id="rId4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1/13/2014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Iar cad frunzele pădurii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</a:t>
            </a:r>
            <a:r>
              <a:rPr lang="ro-RO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7</a:t>
            </a:r>
            <a:r>
              <a:rPr lang="en-US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97</a:t>
            </a:r>
            <a:endParaRPr lang="pt-BR" altLang="ro-RO" sz="6000" b="1" dirty="0" smtClean="0">
              <a:solidFill>
                <a:srgbClr val="FFDD4B"/>
              </a:solidFill>
              <a:latin typeface="Georg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Iar cad frunzele pădurii,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Rândunelele-au plecat;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De podoabele naturii,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Totul iar s-a dezbrăcat.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Totu-i trist şi totu-i jalnic,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Păsărele nu mai cânt;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corbii ţipă-amarnic,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Totul pare un mormânt!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Numai corbii ţipă-amarnic,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Totul pare un mormânt!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143000" y="0"/>
            <a:ext cx="8001000" cy="62478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Păsărele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cântătoare</a:t>
            </a:r>
            <a:r>
              <a:rPr lang="ro-RO" altLang="ro-RO" sz="400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Unde-aţi dispărut acum?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Aţi plecat în depărtare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Spre al primăverii drum?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Ah, tu inimă-ntristată!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Vrei de-al toamnei timp să fugi?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Hotărăşte-te îndată,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Calea lui Isus să-apuci!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Hotărăşte-te îndată, 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Calea lui Isus să-apuci!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7</a:t>
            </a: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97/920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5280</TotalTime>
  <Words>111</Words>
  <Application>Microsoft PowerPoint</Application>
  <PresentationFormat>On-screen Show (4:3)</PresentationFormat>
  <Paragraphs>26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Imnuri noi</vt:lpstr>
      <vt:lpstr>Slide 1</vt:lpstr>
      <vt:lpstr>Slide 2</vt:lpstr>
      <vt:lpstr>Slide 3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1048</cp:revision>
  <dcterms:created xsi:type="dcterms:W3CDTF">2013-10-07T13:04:08Z</dcterms:created>
  <dcterms:modified xsi:type="dcterms:W3CDTF">2014-01-13T13:10:05Z</dcterms:modified>
  <cp:contentStatus>test</cp:contentStatus>
</cp:coreProperties>
</file>