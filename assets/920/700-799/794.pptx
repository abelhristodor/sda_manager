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Eu, ca creştin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Eu, ca creştin, pe pământ’s ca-n exil,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suferinţi am trecut de copil;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ce-aş vărsa multe lacrimi de dor?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Hristos îmi e Mântuitor: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în cer voi fi triumfător: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eu râd! Râd atunci!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Plâns şi oftări’s partea mea an de 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acest drum duce spre Canaan.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Zadarnic lumea-ar căta cu-nşelări,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atragă pe false cărări: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Înfrunt primejdii şi ameninţări,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mă plâng! Nu mă plâng!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Încă o zi,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înc-un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pas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şi-am sfârşit!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Isus voi fi-n veci fericit.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nu mă plâng, nu mă plâng!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Încă o zi de dureri şi oftat!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Lumea va trece, iar eu sunt scăpat,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Se arată Isus ca-Mpărat,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eu râd! Râd atunci!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5274</TotalTime>
  <Words>217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1045</cp:revision>
  <dcterms:created xsi:type="dcterms:W3CDTF">2013-10-07T13:04:08Z</dcterms:created>
  <dcterms:modified xsi:type="dcterms:W3CDTF">2014-01-13T13:06:57Z</dcterms:modified>
  <cp:contentStatus>test</cp:contentStatus>
</cp:coreProperties>
</file>