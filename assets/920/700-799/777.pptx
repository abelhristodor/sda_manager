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Isus Hristos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0584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Domnul Isus Hristos,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Mântuitor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sfânt,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Din cer S-a coborât jos,</a:t>
            </a:r>
            <a:r>
              <a:rPr lang="en-US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pe pământ.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Şi pentru noi pironit,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Pe o cruce fost-a răstignit;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Şi murind, într-un mormânt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nou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fu-ngropat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Iar ostaşii-atunci mormântu-au sigilat.</a:t>
            </a:r>
            <a:endParaRPr lang="en-US" altLang="ro-RO" sz="36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pt-BR" altLang="ro-RO" sz="3600" dirty="0" smtClean="0">
                <a:solidFill>
                  <a:schemeClr val="bg1"/>
                </a:solidFill>
                <a:latin typeface="Georgia" pitchFamily="18" charset="0"/>
              </a:rPr>
              <a:t>Totuşi El a-nviat! Da, Hristos </a:t>
            </a:r>
            <a:r>
              <a:rPr lang="pt-BR" altLang="ro-RO" sz="36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pt-BR" altLang="ro-RO" sz="3600" dirty="0" smtClean="0">
                <a:solidFill>
                  <a:schemeClr val="bg1"/>
                </a:solidFill>
                <a:latin typeface="Georgia" pitchFamily="18" charset="0"/>
              </a:rPr>
              <a:t>înviat!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2442"/>
            <a:ext cx="91440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Domnul Isus Hristos,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Mântuitor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sfânt,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De Iuda fu vândut, pentru argint.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Printr-un sărut L-a trădat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Şi ostaşilor a fost predat;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Iar iudeii, pălmuindu-L,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L-au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scuipat,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Nevoind să ştie că-i nevinovat.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Totuşi El a-nviat! Da, Hristos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înviat!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2442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ziua cea dintâi, cea după Sabat,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Puterea morţii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reci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 stricat.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El, fiind preamărit,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Totuşi pentru om a suferit;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Vrând să mântuiască lumea din păcat,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dat corpul Său cel sfânt, nevinovat.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Totuşi El a-nviat! Da, Hristos a înviat!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5201</TotalTime>
  <Words>181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1025</cp:revision>
  <dcterms:created xsi:type="dcterms:W3CDTF">2013-10-07T13:04:08Z</dcterms:created>
  <dcterms:modified xsi:type="dcterms:W3CDTF">2014-01-13T11:59:41Z</dcterms:modified>
  <cp:contentStatus>test</cp:contentStatus>
</cp:coreProperties>
</file>