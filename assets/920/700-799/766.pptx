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 zi de Sabat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zi de Sabat, timp frumos,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Făcut de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plinătatea lui Hristos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Inundă pieptul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 de Sabat, sunt voios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gândul mi-e uşor,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inimă, prea bucuros,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Primesc pe Salvator.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 de Sabat, m-odihnesc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tot ce m-a-ntristat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sufletul prin har ceresc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nou e mângâiat.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 de Sabat, preamăresc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înfierii dar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imnuri sfinte izvorăsc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pieptu-mi iar şi iar.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Sabatul fie Domnului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Sfinţit în viaţa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binecuvântarea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Simţită pururea!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5166</TotalTime>
  <Words>137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1012</cp:revision>
  <dcterms:created xsi:type="dcterms:W3CDTF">2013-10-07T13:04:08Z</dcterms:created>
  <dcterms:modified xsi:type="dcterms:W3CDTF">2014-01-13T11:35:47Z</dcterms:modified>
  <cp:contentStatus>test</cp:contentStatus>
</cp:coreProperties>
</file>