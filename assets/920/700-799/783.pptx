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Priveşte-a Domnului durere!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Priveşte-a Domnului durere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glasul Lui îndurerat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Înveţi că Domnul L-a lăsat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moară-aşa, nevinovat,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Lui ai mântuire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Vezi palmele-I însângerate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 sânge-s a Lui coaste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s-a întunecat,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s-a cutremurat,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Lupta şi Domnu-mpovărat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fi durerea cât de mare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e tot mai mare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luptă Domnu-a biruit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puternic a rostit: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 totul de acum sfârşit!”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spune dar cu drag în lume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Golgota, Golgota,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nu mai este un alt nume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Golgota, Golgota.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veac pe Domnul vom cânta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pururi Îl vom adora,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mare-a fost iubirea Sa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Golgota, Golgota!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5214</TotalTime>
  <Words>196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1030</cp:revision>
  <dcterms:created xsi:type="dcterms:W3CDTF">2013-10-07T13:04:08Z</dcterms:created>
  <dcterms:modified xsi:type="dcterms:W3CDTF">2014-01-13T12:19:28Z</dcterms:modified>
  <cp:contentStatus>test</cp:contentStatus>
</cp:coreProperties>
</file>