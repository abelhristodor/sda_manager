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eşti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Cel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vrednic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mărit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eşti Cel vrednic de mărit,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De-aceea-Ţi cânt mereu,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viaţă Tu m-ai cârmuit,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Puternic Dumnezeu!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De-am fost vreodată strâmtorat,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plânsu-mi rugător,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mi-ai adus pe loc şi sfat,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mână de-ajutor.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Te-ar uita-al meu suflet,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 sfânt? Te ’nalţ şi-Ţi cânt,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’nalţ şi-Ţi cânt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Şi-ascult de-al Tău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Zăceam bolnav, slab şi zdrobit,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Udând cel căpătâi;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strigătu-mi Te-ai şi grăbit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vii, să mă mângâi.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prigonit de omul rău,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 ce să mai fac,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dai sfat din Cuvântul Tău,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rabd, să iert, să tac.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Te-ar uita-al meu suflet,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 sfânt? Te ’nalţ şi-Ţi cânt,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’nalţ şi-Ţi cânt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Şi-ascult de-al Tău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m-abătui din drumul bun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sfintei Tale voi,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fost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destul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eu să-Ţi spun,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vreau să vin ’napoi…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Sărac, bolnav şi prigonit,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M-ai luat cu braţ vânjos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arătat cât m-ai iubit,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Fiul Tău,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5185</TotalTime>
  <Words>210</Words>
  <Application>Microsoft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1020</cp:revision>
  <dcterms:created xsi:type="dcterms:W3CDTF">2013-10-07T13:04:08Z</dcterms:created>
  <dcterms:modified xsi:type="dcterms:W3CDTF">2014-01-13T11:42:28Z</dcterms:modified>
  <cp:contentStatus>test</cp:contentStatus>
</cp:coreProperties>
</file>