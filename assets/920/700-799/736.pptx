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te-asculte din Sion!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te-asculte din Sion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iubirii tale Domn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strâmtorare,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să-ţi dea răbdare,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să-ţi trimită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Lui, sfinţită!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din cer să-ţi 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Ce-ţi doreşte inima;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Planuri mult iubite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Fie-ţi împlinite!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să-Şi lumine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peste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Veşnic ne vom bucura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biruinţa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Mâna Lui cerească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ocrotească,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să-ţi arate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Marea-I bunătate!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5047</TotalTime>
  <Words>97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978</cp:revision>
  <dcterms:created xsi:type="dcterms:W3CDTF">2013-10-07T13:04:08Z</dcterms:created>
  <dcterms:modified xsi:type="dcterms:W3CDTF">2014-01-13T10:09:54Z</dcterms:modified>
  <cp:contentStatus>test</cp:contentStatus>
</cp:coreProperties>
</file>