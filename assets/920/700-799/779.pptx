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7" r:id="rId2"/>
    <p:sldId id="273" r:id="rId3"/>
    <p:sldId id="274" r:id="rId4"/>
    <p:sldId id="275" r:id="rId5"/>
    <p:sldId id="276" r:id="rId6"/>
    <p:sldId id="277" r:id="rId7"/>
    <p:sldId id="278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Isuse, Domn al lumilor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79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0" y="12442"/>
            <a:ext cx="91440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Isuse, Domn al lumilor,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fânt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preamărit,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Mântuitorul tuturor </a:t>
            </a:r>
            <a:endParaRPr lang="ro-RO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elor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ce-au greşit,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Când vezi că dăm tot înapoi,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Te-ntristezi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plângi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fiindcă ne iubeşti pe noi,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Tu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ne chemi, ne strigi.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12442"/>
            <a:ext cx="8686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(:„O, veniţi, veniţi, voi,:)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la Mine, toţi cei osteniţi.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(:O, veniţi, veniţi, voi,:)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la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/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mântuiţi!”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12442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Adesea sună prea frumos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Ş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ispititor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Chemarea celui păcătos,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elui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pierzător…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Şi-atunci, pe cel ce-a lunecat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Î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grozav noroi,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Isus îl cheamă întristat: 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„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înapoi!”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12442"/>
            <a:ext cx="8686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(:„O, veniţi, veniţi, voi,:)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la Mine, toţi cei osteniţi.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(:O, veniţi, veniţi, voi,:)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la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Mine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/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mântuiţi!”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12442"/>
            <a:ext cx="86868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O, Doamne, vezi, nu ne lăsa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radă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celui rău!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Şi-n suflet dă-ne pacea Ta,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D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ă-ne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harul Tău!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Căci dacă Tu ne-ai ajuta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acest pământ,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Noi cu iubire Te-om urma,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Scump şi drag Cuvânt!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457200" y="12442"/>
            <a:ext cx="8686800" cy="31700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(:„O, veniţi, veniţi, voi,:)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la Mine, toţi cei osteniţi.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(:O, veniţi, veniţi, voi,:)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Toţi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veniţi la Mine, </a:t>
            </a:r>
            <a:b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S</a:t>
            </a:r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ă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vă mântuiţi!”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79/920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5212</TotalTime>
  <Words>193</Words>
  <Application>Microsoft PowerPoint</Application>
  <PresentationFormat>On-screen Show (4:3)</PresentationFormat>
  <Paragraphs>44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Imnuri noi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1027</cp:revision>
  <dcterms:created xsi:type="dcterms:W3CDTF">2013-10-07T13:04:08Z</dcterms:created>
  <dcterms:modified xsi:type="dcterms:W3CDTF">2014-01-13T12:10:07Z</dcterms:modified>
  <cp:contentStatus>test</cp:contentStatus>
</cp:coreProperties>
</file>