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Inima e plină de avânt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Inima e plină, plină de avânt,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ne cheamă munţii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pornim cântând;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zări senine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ulturi suie-n zbor,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 şi noi pe urma lor!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Dealuri şi câmpii, flori şi păsări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ne aduc în cale bucurii;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Iar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deasupra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Este-al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Creator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fericire, vesel să priveşti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pe-un vârf de munte slăvile cereşti!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Farmecul naturii nu te va-nşela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te prinde-n vraja sa!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Dealuri şi câmpii, flori şi păsări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ne aduc în cale bucurii;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Iar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deasupra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Este-al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Creator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Şoapte de iubire se aud în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ne-nsoţească paşii călători,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păduri înalte, iată, s-au deschis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Drumuri către Paradis!…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Dealuri şi câmpii, flori şi păsări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 ne aduc în cale bucurii;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Iar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deasupra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Este-al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Creator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5038</TotalTime>
  <Words>203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973</cp:revision>
  <dcterms:created xsi:type="dcterms:W3CDTF">2013-10-07T13:04:08Z</dcterms:created>
  <dcterms:modified xsi:type="dcterms:W3CDTF">2014-01-13T09:35:36Z</dcterms:modified>
  <cp:contentStatus>test</cp:contentStatus>
</cp:coreProperties>
</file>