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Cel Etern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12442"/>
            <a:ext cx="8839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Cel Etern tot cuprinsul dă ştire,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Rostindu-I Numele preasfânt,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Întreg pământul I-aduce mărire,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Ascultă dar al Său Cuvânt!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12442"/>
            <a:ext cx="8839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„A Mea-i tăria şi cerul şi marea,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Cel ce sunt şi-n veac voi sta,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poţi cunoaşte din toată lucrarea,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Părinte bun Mă poţi afla.”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12442"/>
            <a:ext cx="8839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„Sunt Creatorul, Iubirea, Ştiinţa,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Domnul şi Salvarea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Predă-te Mie cu toată fiinţa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harul Meu îl vei avea!”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5194</TotalTime>
  <Words>107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1022</cp:revision>
  <dcterms:created xsi:type="dcterms:W3CDTF">2013-10-07T13:04:08Z</dcterms:created>
  <dcterms:modified xsi:type="dcterms:W3CDTF">2014-01-13T11:50:26Z</dcterms:modified>
  <cp:contentStatus>test</cp:contentStatus>
</cp:coreProperties>
</file>