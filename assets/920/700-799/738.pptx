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2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sfânt Miel fără vină!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Sfânt Miel fără 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cruce Ţi-ai luat osânda!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Ţi-a fost deplină,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Deplină Ţi-a fost izbânda!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Ne-ai dăruit iertare,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Ne-ai smuls din disperare,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Îndură-Te de noi, Isuse!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5048</TotalTime>
  <Words>55</Words>
  <Application>Microsoft PowerPoint</Application>
  <PresentationFormat>On-screen Show (4:3)</PresentationFormat>
  <Paragraphs>11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980</cp:revision>
  <dcterms:created xsi:type="dcterms:W3CDTF">2013-10-07T13:04:08Z</dcterms:created>
  <dcterms:modified xsi:type="dcterms:W3CDTF">2014-01-13T10:11:21Z</dcterms:modified>
  <cp:contentStatus>test</cp:contentStatus>
</cp:coreProperties>
</file>