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Chemare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 potopul de îngeri în zare,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Răsună glas peste ţărm de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oamenii dorm nepăsare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 se strâng sub tristeţi de granit.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Bate clipa spre zări de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 sună chemări peste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vremea să fim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culegem comori din noroi.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Se apleacă spre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Sa îmi arată un loc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eu pot sluji cel mai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viaţa nu-mi stă sub obroc.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Bate clipa spre zări de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 sună chemări peste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vremea să fim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culegem comori din noroi.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Stăm în prag de lumină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ultim ceas rostul meu este clar,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vremea în inimi să crească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slujirii în dar.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Bate clipa spre zări de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Trâmbiţi sună chemări peste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vremea să fim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culegem comori din noroi.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5175</TotalTime>
  <Words>185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1009</cp:revision>
  <dcterms:created xsi:type="dcterms:W3CDTF">2013-10-07T13:04:08Z</dcterms:created>
  <dcterms:modified xsi:type="dcterms:W3CDTF">2014-01-13T11:33:25Z</dcterms:modified>
  <cp:contentStatus>test</cp:contentStatus>
</cp:coreProperties>
</file>