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73" r:id="rId3"/>
    <p:sldId id="274" r:id="rId4"/>
    <p:sldId id="275" r:id="rId5"/>
    <p:sldId id="276" r:id="rId6"/>
    <p:sldId id="277" r:id="rId7"/>
    <p:sldId id="278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Mergând pe calea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lui Isus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95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Mergând pe calea lui Isus,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(:Mergând pe calea lui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Isus:) 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ne va păstori.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jurul tronului de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(:Şi-n jurul tronului 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sus:)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El vom locui.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 Isus, la Isus,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curând la El vom fi,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vom fi,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noi vom păstra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Totdeauna Legea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când vom fi acolo 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(:O, când vom fi acolo sus:)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cor noi vom cânta.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tronul Domnului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(:La tronul Domnului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Isus:)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toţi vom rămânea.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 Isus, la Isus,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curând la El vom fi,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vom fi,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noi vom păstra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Totdeauna Legea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Acum e harul pe sfârşit,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(:Acum e harul pe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sfârşit:)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Puţin a mai rămas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ni se ierte ce-am greşit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(:Să ni se ierte ce-am greşit:)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Ne-ar trebui un pas.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 Isus, la Isus,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curând la El vom fi,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Da, vom fi,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noi vom păstra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Totdeauna Legea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5276</TotalTime>
  <Words>177</Words>
  <Application>Microsoft PowerPoint</Application>
  <PresentationFormat>On-screen Show (4:3)</PresentationFormat>
  <Paragraphs>44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1046</cp:revision>
  <dcterms:created xsi:type="dcterms:W3CDTF">2013-10-07T13:04:08Z</dcterms:created>
  <dcterms:modified xsi:type="dcterms:W3CDTF">2014-01-13T13:08:33Z</dcterms:modified>
  <cp:contentStatus>test</cp:contentStatus>
</cp:coreProperties>
</file>