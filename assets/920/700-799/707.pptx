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2" r:id="rId3"/>
    <p:sldId id="273" r:id="rId4"/>
    <p:sldId id="274" r:id="rId5"/>
    <p:sldId id="275" r:id="rId6"/>
    <p:sldId id="276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Tot ce e-n jurul nostru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707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Tot ce e-n jurul nostru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dat de Dumnezeu;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Frumosul cer albastru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tot un dar al Său.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Tot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ce este bun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ine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de la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Dumnezeu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De la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iubitul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nostru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Tată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Prin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mila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Lui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nemăsurată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El soare ne dă ziua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noaptea stele mii,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cer trimite luna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roua-n zori de zi.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Tot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ce este bun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ine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de la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Dumnezeu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De la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iubitul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nostru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Tată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Prin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mila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Lui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nemăsurată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Sămânţa o hrăneşte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Dând ploaie pe pământ,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face de-ncolţeşte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Şi-i dă apoi rod mult.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Tot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ce este bun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ine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de la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Dumnezeu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De la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iubitul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nostru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Tată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Prin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mila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Lui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nemăsurată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El face să răsară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Mulţimi de flori pe câmp;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Plăcuta primăvară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de la Tatăl sfânt.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Tot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ce este bun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ine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de la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Dumnezeu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De la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iubitul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nostru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Tată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Prin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mila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Lui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nemăsurată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El dă şi sănătate,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pace, bucurii,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să-L urmăm în toate,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fim ai Lui copii!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Tot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ce este bun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fr-FR" altLang="ro-RO" sz="4000" smtClean="0">
                <a:solidFill>
                  <a:schemeClr val="bg1"/>
                </a:solidFill>
                <a:latin typeface="Georgia" pitchFamily="18" charset="0"/>
              </a:rPr>
              <a:t>ine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de la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Dumnezeu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De la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iubitul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nostru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Tată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Prin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mila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Lui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nemăsurată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4943</TotalTime>
  <Words>254</Words>
  <Application>Microsoft PowerPoint</Application>
  <PresentationFormat>On-screen Show (4:3)</PresentationFormat>
  <Paragraphs>57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946</cp:revision>
  <dcterms:created xsi:type="dcterms:W3CDTF">2013-10-07T13:04:08Z</dcterms:created>
  <dcterms:modified xsi:type="dcterms:W3CDTF">2014-01-06T12:13:15Z</dcterms:modified>
  <cp:contentStatus>test</cp:contentStatus>
</cp:coreProperties>
</file>