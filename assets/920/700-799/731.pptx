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Mulţi ani,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pace şi iubire!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Mulţi ani cu pace şi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ani cu multă fericire!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(:Mulţi ani trăiască, mulţi ani trăiască,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veşnicie să-nflorească!:)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Mulţi ani cu binecuvântare!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ani cu Domnul pe cărare!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(:Mulţi ani trăiască, mulţi ani trăiască,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ani cu pacea Lui cerească!:)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Mulţi ani şi mai frumoşi să fie!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ani cu Domnu-n veşnicie!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(:Mulţi ani trăiască, mulţi ani trăiască,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ani în veci! Mulţi ani trăiască!:)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5038</TotalTime>
  <Words>113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973</cp:revision>
  <dcterms:created xsi:type="dcterms:W3CDTF">2013-10-07T13:04:08Z</dcterms:created>
  <dcterms:modified xsi:type="dcterms:W3CDTF">2014-01-13T09:35:53Z</dcterms:modified>
  <cp:contentStatus>test</cp:contentStatus>
</cp:coreProperties>
</file>