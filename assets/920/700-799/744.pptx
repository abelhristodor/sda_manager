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Fără-ncetare Hristos…</a:t>
            </a:r>
            <a:endParaRPr lang="nn-N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Fără-ncetare, Hristos azi ne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cu El vrea să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Inima-I strigă cu glas ca de mamă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prin El să jertfim.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Grabnic porneşte şi ruga-I ascultă!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Calea-I de ce o respingi?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Veşnică-i grija şi dragostea-i multă,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Luptă-te să te învingi!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Viaţa aleargă şi timpul ne zboară,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Largi sunt deschisele porţi;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Stropi de lumină din ceruri coboară,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Pururi în tine să-i porţi!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Cumpăna lumii e gata să-nceapă,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Vieţii măsură să-i dea;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este râul cel veşnic de apă,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te-apleacă şi bea!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5069</TotalTime>
  <Words>133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986</cp:revision>
  <dcterms:created xsi:type="dcterms:W3CDTF">2013-10-07T13:04:08Z</dcterms:created>
  <dcterms:modified xsi:type="dcterms:W3CDTF">2014-01-13T10:34:36Z</dcterms:modified>
  <cp:contentStatus>test</cp:contentStatus>
</cp:coreProperties>
</file>