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Betleem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12442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Betleem, în plin mister,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Primit-ai Prunc venit din cer;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când noaptea cuprindea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Totul cu tăcerea 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Magii de la Răsărit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tine-au şi pornit.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525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ei conduşi de-o stea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mergeau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din Scripturi aşa ştiau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Că, născându-Se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stea va apărea sus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de-or merge după 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Domnu-L vor afla.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12442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aur scump, şi smirnă-n dar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Adusu-I-au ca lucru rar,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la El s-au închinat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şi unui împărat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Ce-Şi iubeşte-al Său popor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Şi-i e Mântuitor.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12442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staul sfânt, o, Prunc ceresc,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mister dumnezeiesc,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Doară magi din Răsărit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păstorii Te-au iubit;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Doară miei făr’ de păcat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doar Te-au aşteptat.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5225</TotalTime>
  <Words>164</Words>
  <Application>Microsoft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1033</cp:revision>
  <dcterms:created xsi:type="dcterms:W3CDTF">2013-10-07T13:04:08Z</dcterms:created>
  <dcterms:modified xsi:type="dcterms:W3CDTF">2014-01-13T12:46:10Z</dcterms:modified>
  <cp:contentStatus>test</cp:contentStatus>
</cp:coreProperties>
</file>