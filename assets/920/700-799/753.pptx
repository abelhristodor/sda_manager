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cât de plăcut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este locul!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cât este de sfânt locașul,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într-însul stăm adunați.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Toți cei credincioși frați în Domnul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Și în rugăciuni prosternați.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(:Ce frumos, ce frumos,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acolo ne vom ruga!:)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cât de măreț e locașul,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cei credincioși sunt uniți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’N-aceeași simțire și cuget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Ei de Domnul vor fi iubiți.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(:Ce frumos, ce frumos,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acolo ne vom ruga!:)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cât de sfințit este locul,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care cu toți ne-adunăm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rugă și spre mulțumire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Și când Domnului ne predăm.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(:Ce frumos, ce frumos,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acolo ne vom ruga!:)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5112</TotalTime>
  <Words>146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997</cp:revision>
  <dcterms:created xsi:type="dcterms:W3CDTF">2013-10-07T13:04:08Z</dcterms:created>
  <dcterms:modified xsi:type="dcterms:W3CDTF">2014-01-13T11:03:48Z</dcterms:modified>
  <cp:contentStatus>test</cp:contentStatus>
</cp:coreProperties>
</file>