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Se-aude un cânt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Se-aude-n slăvi depărtate un cânt: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Domnul nostru ce vine curând.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pe nor, este-n slavă-mbrăcat,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să-nlăture răul păcat.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Vestiţi venirea-I cea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Vestiţi cu Osanale!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printre îngeri răsună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Cântul cu vestea cea bună!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mare Domn şi ca mare-Mpărat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ne poartă spre-al nostru palat.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Locaşul Sfânt este gata de-acum,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Fiţi pregătiţi pentru marele drum.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Vestiţi venirea-I cea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Vestiţi cu Osanale!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printre îngeri răsună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Cântul cu vestea cea bună!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împreună la cer vom sosi,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vecii noi vom fi ai Săi fii.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la masă mereu noi vom sta,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fericire curând vom gusta.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Vestiţi venirea-I cea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Vestiţi cu Osanale!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printre îngeri răsună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Cântul cu vestea cea bună!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5160</TotalTime>
  <Words>171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1008</cp:revision>
  <dcterms:created xsi:type="dcterms:W3CDTF">2013-10-07T13:04:08Z</dcterms:created>
  <dcterms:modified xsi:type="dcterms:W3CDTF">2014-01-13T11:18:57Z</dcterms:modified>
  <cp:contentStatus>test</cp:contentStatus>
</cp:coreProperties>
</file>