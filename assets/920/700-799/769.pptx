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2" r:id="rId3"/>
    <p:sldId id="273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Sfinte Părinte,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Părinte-al iubirii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Sfinte Părinte, Părinte-al iubirii,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orbitoarea lumină-a slăvirii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Priveşte-asupră-ne ceasul unirii!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Părinte, iată, vin!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frământarea, Te rog, linişteşte,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fericirea, Te rog, o păzeşte,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şi iubirea, Te rog, o-nnoieşte!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Părinte, iată, vin!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5180</TotalTime>
  <Words>75</Words>
  <Application>Microsoft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1016</cp:revision>
  <dcterms:created xsi:type="dcterms:W3CDTF">2013-10-07T13:04:08Z</dcterms:created>
  <dcterms:modified xsi:type="dcterms:W3CDTF">2014-01-13T11:37:57Z</dcterms:modified>
  <cp:contentStatus>test</cp:contentStatus>
</cp:coreProperties>
</file>