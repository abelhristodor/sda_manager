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Lăudaţi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Cel Preasfânt!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Cel Preasfânt,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Lăudaţi-L prin Cuvânt,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veşnic lăudat,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Fiul ni L-a dat,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Cel Preasfânt,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Lăudaţi-L, cer, pământ,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Lui Îi datorăm,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Steagul Lui să arborăm,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Cel Preasfânt,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Adăpost e-al Său veşmânt,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să I-o dăruim,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să I-l vestim,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Cel Preasfânt,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domneşte pe pământ,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iubire-i ne-ntrecut,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dreptate, pururi scut,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5146</TotalTime>
  <Words>145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1004</cp:revision>
  <dcterms:created xsi:type="dcterms:W3CDTF">2013-10-07T13:04:08Z</dcterms:created>
  <dcterms:modified xsi:type="dcterms:W3CDTF">2014-01-13T11:11:47Z</dcterms:modified>
  <cp:contentStatus>test</cp:contentStatus>
</cp:coreProperties>
</file>