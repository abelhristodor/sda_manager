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Stau şi privesc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cerul minunat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Stau şi privesc cerul minunat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mă întreb cine l-a creat?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conduce strălucitor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Mersul stelelor?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toate le-a creat,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e de minunat!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margini, iubirea Sa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 speranţa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Cine-a făcut mierea florilor,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Mii de albine s-o ducă-n zbor,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prin păduri, ciripind zglobii,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Păsărele mii? 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toate le-a creat,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e de minunat!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margini, iubirea Sa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 speranţa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 aprinde lumina-n zori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strânge apă s-o pună-n nori?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veghează s-avem oricând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Pâine pe pământ?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toate le-a creat,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e de minunat!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margini, iubirea Sa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 speranţa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Cine-a făcut după chipul Său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Oameni, copii ai lui Dumnezeu?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Cine-a ţesut, bun şi iubitor,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Fericirea lor?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toate le-a creat,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e de minunat!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margini, iubirea Sa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 speranţa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4971</TotalTime>
  <Words>210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951</cp:revision>
  <dcterms:created xsi:type="dcterms:W3CDTF">2013-10-07T13:04:08Z</dcterms:created>
  <dcterms:modified xsi:type="dcterms:W3CDTF">2014-01-06T12:19:32Z</dcterms:modified>
  <cp:contentStatus>test</cp:contentStatus>
</cp:coreProperties>
</file>