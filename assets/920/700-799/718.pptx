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la El,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din</a:t>
            </a:r>
            <a:r>
              <a:rPr lang="es-E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ceruri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la El, din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Unde-s îngeraşi,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priveşte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Spre-orice copilaş.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i-ascultă ruga,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noapte,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doreşte-ntruna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 bun a-i 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Zilnic îi dă pâine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avea puteri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braţe-l ţine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Plin de mângâieri.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Celor ce-L ascultă,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Bine le va da;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Dacă ei nu-L uită,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El nu-i va uita.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4993</TotalTime>
  <Words>101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958</cp:revision>
  <dcterms:created xsi:type="dcterms:W3CDTF">2013-10-07T13:04:08Z</dcterms:created>
  <dcterms:modified xsi:type="dcterms:W3CDTF">2014-01-06T12:51:12Z</dcterms:modified>
  <cp:contentStatus>test</cp:contentStatus>
</cp:coreProperties>
</file>