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Carte sfântă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Carte sfântă, glas din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de har şi mângâieri,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Sprijin tare-n clipa grea,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Noapte-n candelă şi stea,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Eşti comoara mea cea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Perle vii, mărgăritare,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(:De un farmec ne-ntrecut.:)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Stau uimit în faţa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încerc a măsura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Adâncimea din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întrece simţ şi gând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fântâni cu apă vie,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puteri de veşnicie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(:Îmi descoperă Cel Sfânt.:)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Precum cerbul însetat,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Caut locul minunat,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izvor răcoritor,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pustiul arzător,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dis-de-dimineaţă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izvorul plin de viaţă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(:Dă-mi din nou iubirea Ta!:)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5068</TotalTime>
  <Words>131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989</cp:revision>
  <dcterms:created xsi:type="dcterms:W3CDTF">2013-10-07T13:04:08Z</dcterms:created>
  <dcterms:modified xsi:type="dcterms:W3CDTF">2014-01-13T10:37:47Z</dcterms:modified>
  <cp:contentStatus>test</cp:contentStatus>
</cp:coreProperties>
</file>