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n-N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Liber în Domnul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43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Zdrobit în lanţuri, mort în păcate,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Păşeam pe cale însingurat,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Chemat de şoapte, lacom de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ce Domnul m-a vindecat.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în Domnul, liber spre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 în urmă să mai privesc,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străpunge chinul şi norii,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în Domnul vreau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de lanţuri, liber de moarte,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înainte cu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sub soare, liber de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pe cărare cântecul meu.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în Domnul, liber spre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 în urmă să mai privesc,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străpunge chinul şi norii,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în Domnul vreau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de lanţuri, liber de moarte,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Merg înainte cu Dumnezeu,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sub soare, liber de noapte,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 pe cărare cântecul meu.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în Domnul, liber spre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 în urmă să mai privesc,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străpunge chinul şi norii,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în Domnul vreau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de grija zilei de mâine,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Aştept Cetatea de după nori,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Chiar de-i furtună sau zi senină,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Domnu-mi zâmbeşte peste-nserări.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Liber în Domnul, liber spre ceruri,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ştiu în urmă să mai privesc,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Crucea străpunge chinul şi norii,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Liber în Domnul vreau să trăiesc.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5065</TotalTime>
  <Words>263</Words>
  <Application>Microsoft PowerPoint</Application>
  <PresentationFormat>On-screen Show (4:3)</PresentationFormat>
  <Paragraphs>46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985</cp:revision>
  <dcterms:created xsi:type="dcterms:W3CDTF">2013-10-07T13:04:08Z</dcterms:created>
  <dcterms:modified xsi:type="dcterms:W3CDTF">2014-01-13T10:28:24Z</dcterms:modified>
  <cp:contentStatus>test</cp:contentStatus>
</cp:coreProperties>
</file>