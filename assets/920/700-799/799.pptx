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Fost-a-un timp…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Fost-a-un timp când rătăceam 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Prins în mreje de păcat.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’N-întuneric mă zbăteam greu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Neştiind cum pot fi salvat;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Dară glorie fie-acuma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Isus că L-am găsit,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cânta întotdeauna: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„Fie-n veci El preamărit.”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cu-Isus eu vreau să merg,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 nu vreau s-o urmez.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Şi-a-L avea pe-Isus Hristos,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mai de preţ decât orice.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ce mare fericire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pe-Isus eu L-am aflat,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dete mântuire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al nopţii greu păcat.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Moartea nu mai mă-nspăimântă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dreapta-mi stă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’Nvingător prin voia-I sfântă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m-o duce-n ceruri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cu-Isus eu vreau să merg,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 nu vreau s-o urmez.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Şi-a-L avea pe-Isus Hristos,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mai de preţ decât orice.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de-acuma înainte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un dor mi se-află-n piept,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dorul cel fierbinte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văd pe Cel ce-L aştept.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Cu-acest dor mă rog întruna,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</a:t>
            </a:r>
            <a:r>
              <a:rPr lang="vi-VN" altLang="ro-RO" sz="4000" dirty="0" smtClean="0">
                <a:solidFill>
                  <a:srgbClr val="FF0000"/>
                </a:solidFill>
                <a:latin typeface="Georgia" pitchFamily="18" charset="0"/>
              </a:rPr>
              <a:t>mine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Doamne-a sta,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înfrunta furtuna,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fac numai voia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cu-Isus eu vreau să merg,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 nu vreau s-o urmez.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Şi-a-L avea pe-Isus Hristos,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mai de preţ decât orice.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5289</TotalTime>
  <Words>246</Words>
  <Application>Microsoft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1050</cp:revision>
  <dcterms:created xsi:type="dcterms:W3CDTF">2013-10-07T13:04:08Z</dcterms:created>
  <dcterms:modified xsi:type="dcterms:W3CDTF">2014-01-13T13:14:10Z</dcterms:modified>
  <cp:contentStatus>test</cp:contentStatus>
</cp:coreProperties>
</file>