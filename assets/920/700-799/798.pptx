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Isus, condu-mă Tu!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Isus, condu-mă Tu,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’N-braţul Tău mă-ncred acum!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Tu mi-o luminezi;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Pasul meu mi-l îndreptezi.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Doamne,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nu mă părăsi!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pe Tine Te-oi urma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Totdeauna-n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duşmani scăpare-mi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fi,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dureri să mă mângâi,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păzeşte de cel rău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fiu pe veci al Tău,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Doamne,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nu mă părăsi!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pe Tine Te-oi urma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Totdeauna-n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Isuse, eu doresc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credinţă ca să cresc,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ispita s-o răpun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merg pe drumul bun.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Doamne,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nu mă părăsi!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pe Tine Te-oi urma </a:t>
            </a:r>
            <a:endParaRPr lang="ro-RO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Totdeauna-n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5285</TotalTime>
  <Words>112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1049</cp:revision>
  <dcterms:created xsi:type="dcterms:W3CDTF">2013-10-07T13:04:08Z</dcterms:created>
  <dcterms:modified xsi:type="dcterms:W3CDTF">2014-01-13T13:12:03Z</dcterms:modified>
  <cp:contentStatus>test</cp:contentStatus>
</cp:coreProperties>
</file>