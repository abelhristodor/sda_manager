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3" r:id="rId3"/>
    <p:sldId id="274" r:id="rId4"/>
    <p:sldId id="275" r:id="rId5"/>
    <p:sldId id="276" r:id="rId6"/>
    <p:sldId id="277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Din străluciri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străluciri de sus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eni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aicea, jos,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Bunul Isus,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ubit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Hristos,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a ne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staul prea umil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 El ca copil,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cor ceresc,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melodii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drumul Său Îl însoţi.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12442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preamărim pe-Acela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Ce-a părăsit mărirea,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Dorind a ne salva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viaţă a ne 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525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Iubirea L-a condus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’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treg ceru-a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părăsi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ne-a adus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rept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 trăi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El 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infinit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 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magii noi acum,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Să-urmăm drumul cel bun,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Îl găsim,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ă-L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preamărim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Cel din ceruri a venit.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12442"/>
            <a:ext cx="7620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preamărim pe-Acela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Ce-a părăsit mărirea,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Dorind a ne salva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viaţă a ne 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12442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viaţă-oricât de grea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Pe-Isus să nu-L uităm,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voia Sa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urmăm,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trece-om orice greu.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viaţa ne-o părea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numai roze-ar da;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prin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enit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Suntem iubiţi de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5216</TotalTime>
  <Words>210</Words>
  <Application>Microsoft PowerPoint</Application>
  <PresentationFormat>On-screen Show (4:3)</PresentationFormat>
  <Paragraphs>40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1030</cp:revision>
  <dcterms:created xsi:type="dcterms:W3CDTF">2013-10-07T13:04:08Z</dcterms:created>
  <dcterms:modified xsi:type="dcterms:W3CDTF">2014-01-13T12:18:35Z</dcterms:modified>
  <cp:contentStatus>test</cp:contentStatus>
</cp:coreProperties>
</file>