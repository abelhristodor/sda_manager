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6"/>
  </p:notesMasterIdLst>
  <p:handoutMasterIdLst>
    <p:handoutMasterId r:id="rId7"/>
  </p:handoutMasterIdLst>
  <p:sldIdLst>
    <p:sldId id="257" r:id="rId2"/>
    <p:sldId id="273" r:id="rId3"/>
    <p:sldId id="274" r:id="rId4"/>
    <p:sldId id="275" r:id="rId5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D4B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6019" autoAdjust="0"/>
    <p:restoredTop sz="94595" autoAdjust="0"/>
  </p:normalViewPr>
  <p:slideViewPr>
    <p:cSldViewPr>
      <p:cViewPr>
        <p:scale>
          <a:sx n="50" d="100"/>
          <a:sy n="50" d="100"/>
        </p:scale>
        <p:origin x="-1722" y="-10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FE3429-872E-4523-809B-7A0BAA095DAB}" type="datetimeFigureOut">
              <a:rPr lang="en-US" smtClean="0"/>
              <a:pPr/>
              <a:t>1/13/2014</a:t>
            </a:fld>
            <a:endParaRPr lang="ro-R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D754CC-FE53-4598-8192-1A208EF3D0F6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81B913-81F6-4B4E-9B50-70EEE9F43977}" type="datetimeFigureOut">
              <a:rPr lang="en-US" smtClean="0"/>
              <a:pPr/>
              <a:t>1/13/2014</a:t>
            </a:fld>
            <a:endParaRPr lang="ro-RO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o-RO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670031-C710-4790-BDCF-54A0A1FF89E4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  <p:sp>
        <p:nvSpPr>
          <p:cNvPr id="6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11" name="TextBox 10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3" name="TextBox 12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008946-02E7-4AE2-A518-9FE65EEDFBF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87DC62-F92A-47AE-AAAA-9175E3D912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4E920E-5561-434B-ACD9-8CF66811B26A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A6DBFE-D726-44E2-8911-6170F3F3978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215ACD-4C89-452A-A4B5-B97511FB886E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F3C472-BEBC-4182-B538-C9C8FEFD7C03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32C5F5-FB8F-43D7-A379-4646155905D9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ro-RO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E785C2-62BC-4756-9448-4E83597DF72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191802-2CD6-4E5E-953D-9773291BB8A5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A5A0B3-B01E-4A32-9C4A-56431404B5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text styles</a:t>
            </a:r>
          </a:p>
          <a:p>
            <a:pPr lvl="1"/>
            <a:r>
              <a:rPr lang="en-US" altLang="ro-RO" smtClean="0"/>
              <a:t>Second level</a:t>
            </a:r>
          </a:p>
          <a:p>
            <a:pPr lvl="2"/>
            <a:r>
              <a:rPr lang="en-US" altLang="ro-RO" smtClean="0"/>
              <a:t>Third level</a:t>
            </a:r>
          </a:p>
          <a:p>
            <a:pPr lvl="3"/>
            <a:r>
              <a:rPr lang="en-US" altLang="ro-RO" smtClean="0"/>
              <a:t>Fourth level</a:t>
            </a:r>
          </a:p>
          <a:p>
            <a:pPr lvl="4"/>
            <a:r>
              <a:rPr lang="en-US" altLang="ro-RO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smtClean="0"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smtClean="0"/>
            </a:lvl1pPr>
          </a:lstStyle>
          <a:p>
            <a:pPr>
              <a:defRPr/>
            </a:pPr>
            <a:fld id="{7C9D3C46-9D38-4088-92A6-9CF3BEF27B4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49" r:id="rId12"/>
  </p:sldLayoutIdLst>
  <p:hf sldNum="0"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ro-R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2971800"/>
            <a:ext cx="9144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vi-VN" altLang="ro-RO" sz="4800" b="1" dirty="0" smtClean="0">
                <a:solidFill>
                  <a:schemeClr val="bg1"/>
                </a:solidFill>
                <a:latin typeface="Georgia" pitchFamily="18" charset="0"/>
              </a:rPr>
              <a:t>Tu mi-eşti speranţa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1194137"/>
            <a:ext cx="91439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Imnul </a:t>
            </a:r>
            <a:r>
              <a:rPr lang="ro-RO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7</a:t>
            </a:r>
            <a:r>
              <a:rPr lang="en-US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81</a:t>
            </a:r>
            <a:endParaRPr lang="pt-BR" altLang="ro-RO" sz="6000" b="1" dirty="0" smtClean="0">
              <a:solidFill>
                <a:srgbClr val="FFDD4B"/>
              </a:solidFill>
              <a:latin typeface="Georg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838200" y="12442"/>
            <a:ext cx="8305800" cy="31700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Tu mi-eşti speranţa,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Tu mi-eşti chiar viaţa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Şi faţa Ta privesc mereu;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În tinereţe şi-n bătrâneţe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Tu fi-vei, Doamne, scutul meu!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66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7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81/920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838200" y="12442"/>
            <a:ext cx="8305800" cy="31700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2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Ah, ce iubire 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a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flu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în Tine: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În cale-mi semeni fericiri!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Drumul e sigur,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Când ochiu-Ţi singur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Mă are-n paşnice priviri!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66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7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81/920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838200" y="12442"/>
            <a:ext cx="8305800" cy="31700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3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Plin de tărie,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Graiu-Ţi mă-mbie,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Să ’naintez în viitor!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Laudă Ţie 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p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entru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vecie,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Cânta-voi, drag Mântuitor!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66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7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81/920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mnuri noi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Imnuri noi</Template>
  <TotalTime>5212</TotalTime>
  <Words>102</Words>
  <Application>Microsoft PowerPoint</Application>
  <PresentationFormat>On-screen Show (4:3)</PresentationFormat>
  <Paragraphs>23</Paragraphs>
  <Slides>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5" baseType="lpstr">
      <vt:lpstr>Imnuri noi</vt:lpstr>
      <vt:lpstr>Slide 1</vt:lpstr>
      <vt:lpstr>Slide 2</vt:lpstr>
      <vt:lpstr>Slide 3</vt:lpstr>
      <vt:lpstr>Slide 4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131</dc:title>
  <dc:subject>aaaaa</dc:subject>
  <dc:creator>Ionut I</dc:creator>
  <cp:lastModifiedBy>Luminita</cp:lastModifiedBy>
  <cp:revision>1029</cp:revision>
  <dcterms:created xsi:type="dcterms:W3CDTF">2013-10-07T13:04:08Z</dcterms:created>
  <dcterms:modified xsi:type="dcterms:W3CDTF">2014-01-13T12:14:09Z</dcterms:modified>
  <cp:contentStatus>test</cp:contentStatus>
</cp:coreProperties>
</file>