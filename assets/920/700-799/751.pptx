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este scutul meu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pe cer se-agită nori,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Neguri când se-arată,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sunt de-ngrijorări,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în cer un Tată.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este Scutul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Stâncă tare.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tem de niciun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e salvare.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asupra mea se-abat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Ape-nvolburate,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tulbur niciodat’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în cer un Frate.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este Scutul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Stâncă tare.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tem de niciun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e salvare.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mă aflu la răscruci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 vieţii cale,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 m-ajută-atunci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şoaptele Sale.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este Scutul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Stâncă tare.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tem de niciun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e salvare.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5101</TotalTime>
  <Words>154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995</cp:revision>
  <dcterms:created xsi:type="dcterms:W3CDTF">2013-10-07T13:04:08Z</dcterms:created>
  <dcterms:modified xsi:type="dcterms:W3CDTF">2014-01-13T10:59:31Z</dcterms:modified>
  <cp:contentStatus>test</cp:contentStatus>
</cp:coreProperties>
</file>