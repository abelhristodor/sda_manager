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 din ceruri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din ceruri,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j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ertfirii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ne-ai dat mântuirea-n dar,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Umple-ne viaţa cu focul iubirii,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fă-ne-o un sfânt altar.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Dragostea Ta ce totul susţine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ardă-n ea ca un foc nespus,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(:Ne lumineze calea spre Tine,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chipul blândului Isus.:)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din ceruri,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ne-ai dat viaţa cea de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Schimbă-ne firea, izvorul gândirii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Dup-ale cerului sfinte legi.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Duhul cel Sfânt să ia-n stăpânire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noastră să fie-a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(:Plină de haruri şi de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cei căzuţi a-i ajuta.:)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din ceruri,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ţ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splendorii,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ne-ai dat viaţa în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Ceartă furtuna şi spulberă norii,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şi-un timp frumos.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 vecia cea mult dorită,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Ziua cea mare făr’ de apus.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(:Când cu cântări în oastea slăvită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Întâmpina-vom pe Isus.:)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5058</TotalTime>
  <Words>39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983</cp:revision>
  <dcterms:created xsi:type="dcterms:W3CDTF">2013-10-07T13:04:08Z</dcterms:created>
  <dcterms:modified xsi:type="dcterms:W3CDTF">2014-01-13T10:21:25Z</dcterms:modified>
  <cp:contentStatus>test</cp:contentStatus>
</cp:coreProperties>
</file>