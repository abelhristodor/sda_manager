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Ecoul unui cânt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72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Ecoul unui cânt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Se-aude pe pământ;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L-ascult cum se înalţă-n zări,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sfinte depărtări…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Cântaţi-I Domnului,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lumea e a Lui!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mâna Sa minuni zidi: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a le privi!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susur blând şi lin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glasul Său divin;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iarba ce foşneşte-n văi,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Aud chiar paşii Săi!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Natura, cu comori,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revărsat de zori,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O-mbracă-n haina florilor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nostru Creator!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Îmi cântă inima,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văd iubirea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El a risipit-o-n tot,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El, Domnul Savaot!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Nicicând nu voi uita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lumea e 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El e veşnicul Stăpân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Tatăl meu cel bun!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5029</TotalTime>
  <Words>143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966</cp:revision>
  <dcterms:created xsi:type="dcterms:W3CDTF">2013-10-07T13:04:08Z</dcterms:created>
  <dcterms:modified xsi:type="dcterms:W3CDTF">2014-01-13T09:16:50Z</dcterms:modified>
  <cp:contentStatus>test</cp:contentStatus>
</cp:coreProperties>
</file>