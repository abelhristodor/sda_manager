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Oricâte vrăbii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 pe gard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Oricâte vrăbii sunt pe gard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ştie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ele-s scumpe-n ochii Săi,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cât mai scump sunt eu!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scump Îi sunt, ce scump Îi sunt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bine că-I sunt scump!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păsări, flori sunt scumpe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cât mai scump sunt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crinii-n câmp i-a zugrăvit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ei parfum a 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tot mai mult El m-a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mine prin Isus!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scump Îi sunt, ce scump Îi sunt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bine că-I sunt scump!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păsări, flori sunt scumpe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cât mai scump sunt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Domnul a-ngrijit de flori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 de păsări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grija toată-i e de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scumpii Lui copii!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scump Îi sunt, ce scump Îi sunt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bine că-I sunt scump!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păsări, flori sunt scumpe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cât mai scump sunt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4970</TotalTime>
  <Words>189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950</cp:revision>
  <dcterms:created xsi:type="dcterms:W3CDTF">2013-10-07T13:04:08Z</dcterms:created>
  <dcterms:modified xsi:type="dcterms:W3CDTF">2014-01-06T12:18:28Z</dcterms:modified>
  <cp:contentStatus>test</cp:contentStatus>
</cp:coreProperties>
</file>