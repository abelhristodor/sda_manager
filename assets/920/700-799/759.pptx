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bucurie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bucurie lui Dumnezeu cântaţi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tărie slavă-n etern să-I daţi!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Lui e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(:Fii vesel, Israel, că ţi-e Tată!:)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829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stăpâneşte peste-un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întreg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trăieşte se-nchină Celui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mii Îi aduc slujire,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(:Arfa şi cetera-I dau mărire.:)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preamăreşte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nemărginitu-I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Şi-ţi aminteşte că ţi-a dat viaţa-n dar!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vei fi singur niciodată,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(:Fii vesel, Israel, că ţi-e Tată!:)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5151</TotalTime>
  <Words>108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1006</cp:revision>
  <dcterms:created xsi:type="dcterms:W3CDTF">2013-10-07T13:04:08Z</dcterms:created>
  <dcterms:modified xsi:type="dcterms:W3CDTF">2014-01-13T11:15:15Z</dcterms:modified>
  <cp:contentStatus>test</cp:contentStatus>
</cp:coreProperties>
</file>