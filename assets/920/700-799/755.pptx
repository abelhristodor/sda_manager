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Legea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Legea Ta, Doamne, doar Legea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fie-nscrisă-n inima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întreagă Ţi-o dăruiesc,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 vreau în veci să-L slăvesc,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întreagă Ţi-o dăruiesc,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Numele Tău vreau în veci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Legea Ta, Doamne, fie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de iubire-n sufletul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Fapta şi vorba şi tot ce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conduse de Duhul Tău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Fapta şi vorba şi tot ce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conduse de Duhul Tău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Legea Ta, Doamne,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mi-este 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viitorul necunoscut,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Tu cu mine în orice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Şi-ajută-mi, Doamne, ca s-o pot păzi!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Tu cu mine în orice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Şi-ajută-mi, Doamne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pot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5116</TotalTime>
  <Words>151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1000</cp:revision>
  <dcterms:created xsi:type="dcterms:W3CDTF">2013-10-07T13:04:08Z</dcterms:created>
  <dcterms:modified xsi:type="dcterms:W3CDTF">2014-01-13T11:07:35Z</dcterms:modified>
  <cp:contentStatus>test</cp:contentStatus>
</cp:coreProperties>
</file>