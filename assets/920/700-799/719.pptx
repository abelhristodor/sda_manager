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2" r:id="rId3"/>
    <p:sldId id="273" r:id="rId4"/>
    <p:sldId id="274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1/6/2014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1/6/2014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Voi, copii, din preajma noastră!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719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0"/>
            <a:ext cx="8305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Voi, copii, din preajma noastră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porniţi la joc mereu,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zburdălnicia voastră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Nu-L uitaţi pe Dumnezeu!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uitaţi că vă iubeşte,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cu voi pe drum, mereu,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ispite vă păzeşte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de tot ce este rău!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719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0"/>
            <a:ext cx="8305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Voi, copii, întotdeauna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Plini de viaţă, fericiţi,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Amintiţi-vă întruna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ai voştri scumpi părinţi!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Să-i cinstiţi cum se cuvine,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Cum Isus v-a poruncit,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Zile să aveţi senine,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pământul înnoit.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719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0"/>
            <a:ext cx="8305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Voi, copii, din jurul nostru,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Fiţi atenţi pe-al vieţii drum: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v-abateţi mersul vostru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la bine nicidecum!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Doar mergând pe calea dreaptă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Veţi ajunge fericiţi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prin orice bună faptă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Isus să-L proslăviţi!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719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4994</TotalTime>
  <Words>157</Words>
  <Application>Microsoft PowerPoint</Application>
  <PresentationFormat>On-screen Show (4:3)</PresentationFormat>
  <Paragraphs>32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959</cp:revision>
  <dcterms:created xsi:type="dcterms:W3CDTF">2013-10-07T13:04:08Z</dcterms:created>
  <dcterms:modified xsi:type="dcterms:W3CDTF">2014-01-06T12:52:04Z</dcterms:modified>
  <cp:contentStatus>test</cp:contentStatus>
</cp:coreProperties>
</file>