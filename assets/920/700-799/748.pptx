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2" r:id="rId3"/>
    <p:sldId id="273" r:id="rId4"/>
    <p:sldId id="274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Fără de Tine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48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228600" y="0"/>
            <a:ext cx="8915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Fără puteri eram şi făr’ de Tine,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Mort în greşeli, pierdut, rătăcitor.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atunci murit-ai pentru mine,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Viaţă să-mi dai, Tu, mare Salvator.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533400"/>
            <a:ext cx="100584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Pentru cel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bun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oare-ar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putea vreodată,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Om viaţa lui să-şi dea ca jertfă-n dar?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Doamne, prin Tine vina mea-i iertată,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 spală-n sânge şi m-albeşte-n har!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0"/>
            <a:ext cx="91440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Şi-n încercări mă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mângâi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răbdare,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Tu, în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necaz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îmi bucuri inima.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Biruitor în braţul Tău cel tare,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M-ai împăcat, mi-ai dat iubirea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5089</TotalTime>
  <Words>123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993</cp:revision>
  <dcterms:created xsi:type="dcterms:W3CDTF">2013-10-07T13:04:08Z</dcterms:created>
  <dcterms:modified xsi:type="dcterms:W3CDTF">2014-01-13T10:39:45Z</dcterms:modified>
  <cp:contentStatus>test</cp:contentStatus>
</cp:coreProperties>
</file>