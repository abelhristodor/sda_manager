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2" r:id="rId3"/>
    <p:sldId id="273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Tatăl nostru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0"/>
            <a:ext cx="9601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Tatăl nostru, Cel care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Sfinţească-se Numele Tău!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Vie-mpărăţia Ta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facă-se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voia Ta,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recum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cer şi pe 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Pâinea noastră cea zilnică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ă-ne-o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nouă astăzi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iartă-ne greşelile noastre,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şi noi iertăm la toţi!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2000" b="1" dirty="0" smtClean="0">
                <a:solidFill>
                  <a:srgbClr val="FFDD4B"/>
                </a:solidFill>
                <a:latin typeface="Georgia" pitchFamily="18" charset="0"/>
              </a:rPr>
              <a:t>continuare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Precum noi iertăm tuturor 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ne-au greşit,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toţi iertăm tot!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şi nu ne duce în ispita celui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r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ău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ispita celui rău!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scapă-ne Tu, şi scapă-ne Tu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mâna celui rău,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mâna celui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slava 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Amin! Amin!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5188</TotalTime>
  <Words>112</Words>
  <Application>Microsoft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1021</cp:revision>
  <dcterms:created xsi:type="dcterms:W3CDTF">2013-10-07T13:04:08Z</dcterms:created>
  <dcterms:modified xsi:type="dcterms:W3CDTF">2014-01-13T11:45:27Z</dcterms:modified>
  <cp:contentStatus>test</cp:contentStatus>
</cp:coreProperties>
</file>