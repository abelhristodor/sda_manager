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Rătăcind departe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Rătăcind departe, Domnul m-a găsit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pe căi ferice m-a călăuzit!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şoptiri de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pace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teama mi-a luat;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O, ce fericire, şoapta-I de-ascultat!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-76200"/>
            <a:ext cx="85344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Şoapta-I dulce mult m-a fericit,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Şoapta-I dulce m-a reînnoit!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Nu-i cânt mai dulce-n lume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şoapta lui Isus!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Voios sunt deci, de astăzi,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oapta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să-I ascult!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77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Îl aud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şoptindu-mi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sunt abătut: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Teamă n-ai, căci ţie Eu îţi sunt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drep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scut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!”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vrăjmaşi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m-atacă,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m-apără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Hristos,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Dulcea Lui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şoptire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o-ascult voios!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-76200"/>
            <a:ext cx="85344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Şoapta-I dulce mult m-a fericit,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Şoapta-I dulce m-a reînnoit!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Nu-i cânt mai dulce-n lume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şoapta lui Isus!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Voios sunt deci, de astăzi,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oapta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să-I ascult!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-76200"/>
            <a:ext cx="8534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Tu auzi pe Domnu-n inimă şoptind?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vrea să te vadă de păcat fugind;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Pace infinită El îţi poate da,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Dacă de azi, şoapta-I tu vei asculta!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-76200"/>
            <a:ext cx="85344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Şoapta-I dulce mult m-a fericit,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Şoapta-I dulce m-a reînnoit!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Nu-i cânt mai dulce-n lume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şoapta lui Isus!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Voios sunt deci, de astăzi,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oapta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să-I ascult!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5257</TotalTime>
  <Words>246</Words>
  <Application>Microsoft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1039</cp:revision>
  <dcterms:created xsi:type="dcterms:W3CDTF">2013-10-07T13:04:08Z</dcterms:created>
  <dcterms:modified xsi:type="dcterms:W3CDTF">2014-01-13T12:55:38Z</dcterms:modified>
  <cp:contentStatus>test</cp:contentStatus>
</cp:coreProperties>
</file>