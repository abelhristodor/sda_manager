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Scump Isus,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ajută-mi, Tu!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Scump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ajută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-mi 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Tu,</a:t>
            </a: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al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Duh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mă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condu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noapte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să-Ţi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slujesc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Fericit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Te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vestesc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Fii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mine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tot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ce-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putea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veni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rămân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sub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scutul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trec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greu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Dă-mi şi astăzi Duhul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păzesc 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s-o împlinesc,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Ne-ncetat să Te iubesc!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4919</TotalTime>
  <Words>97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938</cp:revision>
  <dcterms:created xsi:type="dcterms:W3CDTF">2013-10-07T13:04:08Z</dcterms:created>
  <dcterms:modified xsi:type="dcterms:W3CDTF">2014-01-06T12:05:14Z</dcterms:modified>
  <cp:contentStatus>test</cp:contentStatus>
</cp:coreProperties>
</file>