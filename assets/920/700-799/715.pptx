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’N-această zi frumoasă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’N-această zi frumoasă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Aducem lui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 noastră-aleasă,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Îl iubim nespus.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nostru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adorat!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a iubit copiii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fost-a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Şi-acum, deşi e-n ceruri,  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iubeşte mult.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nostru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adorat!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place-aşa cântare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vrea s-o auzim: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vieţii Sale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face să trăim.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nostru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adorat!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tronul milei Tale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îngenunchem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sfântă consacrare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Îţi predăm!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nostru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Slăvim, slăvim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adorat!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4984</TotalTime>
  <Words>140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955</cp:revision>
  <dcterms:created xsi:type="dcterms:W3CDTF">2013-10-07T13:04:08Z</dcterms:created>
  <dcterms:modified xsi:type="dcterms:W3CDTF">2014-01-06T12:49:08Z</dcterms:modified>
  <cp:contentStatus>test</cp:contentStatus>
</cp:coreProperties>
</file>